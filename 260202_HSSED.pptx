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11"/>
  </p:notesMasterIdLst>
  <p:handoutMasterIdLst>
    <p:handoutMasterId r:id="rId12"/>
  </p:handoutMasterIdLst>
  <p:sldIdLst>
    <p:sldId id="5359" r:id="rId5"/>
    <p:sldId id="5350" r:id="rId6"/>
    <p:sldId id="5349" r:id="rId7"/>
    <p:sldId id="5339" r:id="rId8"/>
    <p:sldId id="5341" r:id="rId9"/>
    <p:sldId id="534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73" autoAdjust="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E7220BF-3AB5-46C6-DB4C-4BC27F3EEF6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843B37A-63E6-7268-A2A0-D3E8AF9B7A2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ADDEF31-9A11-4F0A-A620-7EBF3C796633}" type="datetimeFigureOut">
              <a:rPr lang="en-US" smtClean="0"/>
              <a:t>06/02/26</a:t>
            </a:fld>
            <a:endParaRPr lang="en-US"/>
          </a:p>
        </p:txBody>
      </p:sp>
      <p:sp>
        <p:nvSpPr>
          <p:cNvPr id="4" name="Footer Placeholder 3">
            <a:extLst>
              <a:ext uri="{FF2B5EF4-FFF2-40B4-BE49-F238E27FC236}">
                <a16:creationId xmlns:a16="http://schemas.microsoft.com/office/drawing/2014/main" id="{E5835112-1A19-8C7A-9BB4-AC271209535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034AD0A-8A08-DAE4-DFA9-08E9E105EDB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7354DCD-5C0E-48F6-8CD8-DB450017CB32}" type="slidenum">
              <a:rPr lang="en-US" smtClean="0"/>
              <a:t>‹#›</a:t>
            </a:fld>
            <a:endParaRPr lang="en-US"/>
          </a:p>
        </p:txBody>
      </p:sp>
    </p:spTree>
    <p:extLst>
      <p:ext uri="{BB962C8B-B14F-4D97-AF65-F5344CB8AC3E}">
        <p14:creationId xmlns:p14="http://schemas.microsoft.com/office/powerpoint/2010/main" val="293519469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F70D0-9B73-4970-9F89-55AA4047F8EA}" type="datetimeFigureOut">
              <a:rPr lang="en-US" smtClean="0"/>
              <a:t>06/02/26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D3BCFC-60FB-4FD5-8C3B-73C6C4394E5C}" type="slidenum">
              <a:rPr lang="en-US" smtClean="0"/>
              <a:t>‹#›</a:t>
            </a:fld>
            <a:endParaRPr lang="en-US"/>
          </a:p>
        </p:txBody>
      </p:sp>
    </p:spTree>
    <p:extLst>
      <p:ext uri="{BB962C8B-B14F-4D97-AF65-F5344CB8AC3E}">
        <p14:creationId xmlns:p14="http://schemas.microsoft.com/office/powerpoint/2010/main" val="381618465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C711C-32FD-4634-840F-4E9AE6280E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F1A5C-C59A-A1A1-6BB1-F1D44E65FF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B7E456-7024-6514-34AF-79250B620800}"/>
              </a:ext>
            </a:extLst>
          </p:cNvPr>
          <p:cNvSpPr>
            <a:spLocks noGrp="1"/>
          </p:cNvSpPr>
          <p:nvPr>
            <p:ph type="body" idx="1"/>
          </p:nvPr>
        </p:nvSpPr>
        <p:spPr/>
        <p:txBody>
          <a:bodyPr/>
          <a:lstStyle/>
          <a:p>
            <a:r>
              <a:rPr lang="en-US" dirty="0"/>
              <a:t>120+DIR+TGA Tech Assistant=122+179425 extra approved by MD later in April-2025</a:t>
            </a:r>
          </a:p>
        </p:txBody>
      </p:sp>
      <p:sp>
        <p:nvSpPr>
          <p:cNvPr id="4" name="Slide Number Placeholder 3">
            <a:extLst>
              <a:ext uri="{FF2B5EF4-FFF2-40B4-BE49-F238E27FC236}">
                <a16:creationId xmlns:a16="http://schemas.microsoft.com/office/drawing/2014/main" id="{090F74CF-3A34-EB5D-494A-2052F6A3F925}"/>
              </a:ext>
            </a:extLst>
          </p:cNvPr>
          <p:cNvSpPr>
            <a:spLocks noGrp="1"/>
          </p:cNvSpPr>
          <p:nvPr>
            <p:ph type="sldNum" sz="quarter" idx="5"/>
          </p:nvPr>
        </p:nvSpPr>
        <p:spPr/>
        <p:txBody>
          <a:bodyPr/>
          <a:lstStyle/>
          <a:p>
            <a:fld id="{A2260BDC-CE99-4E95-A1B2-1B6BB85749A8}" type="slidenum">
              <a:rPr lang="aa-ET" smtClean="0"/>
              <a:t>2</a:t>
            </a:fld>
            <a:endParaRPr lang="aa-ET"/>
          </a:p>
        </p:txBody>
      </p:sp>
    </p:spTree>
    <p:extLst>
      <p:ext uri="{BB962C8B-B14F-4D97-AF65-F5344CB8AC3E}">
        <p14:creationId xmlns:p14="http://schemas.microsoft.com/office/powerpoint/2010/main" val="1651651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55C3A-F3DC-42C0-D7AD-E2739A647A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7F89F6-AF22-1EFF-71DB-EE92296165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C77103-25CA-33D8-C9E7-44539D81D167}"/>
              </a:ext>
            </a:extLst>
          </p:cNvPr>
          <p:cNvSpPr>
            <a:spLocks noGrp="1"/>
          </p:cNvSpPr>
          <p:nvPr>
            <p:ph type="body" idx="1"/>
          </p:nvPr>
        </p:nvSpPr>
        <p:spPr/>
        <p:txBody>
          <a:bodyPr/>
          <a:lstStyle/>
          <a:p>
            <a:r>
              <a:rPr lang="en-US" dirty="0"/>
              <a:t>120+DIR+TGA Tech Assistant=122+179425 extra approved by MD later in April-2025</a:t>
            </a:r>
          </a:p>
        </p:txBody>
      </p:sp>
      <p:sp>
        <p:nvSpPr>
          <p:cNvPr id="4" name="Slide Number Placeholder 3">
            <a:extLst>
              <a:ext uri="{FF2B5EF4-FFF2-40B4-BE49-F238E27FC236}">
                <a16:creationId xmlns:a16="http://schemas.microsoft.com/office/drawing/2014/main" id="{996E2362-F562-06FB-4413-D770C5B9A1BF}"/>
              </a:ext>
            </a:extLst>
          </p:cNvPr>
          <p:cNvSpPr>
            <a:spLocks noGrp="1"/>
          </p:cNvSpPr>
          <p:nvPr>
            <p:ph type="sldNum" sz="quarter" idx="5"/>
          </p:nvPr>
        </p:nvSpPr>
        <p:spPr/>
        <p:txBody>
          <a:bodyPr/>
          <a:lstStyle/>
          <a:p>
            <a:fld id="{A2260BDC-CE99-4E95-A1B2-1B6BB85749A8}" type="slidenum">
              <a:rPr lang="aa-ET" smtClean="0"/>
              <a:t>3</a:t>
            </a:fld>
            <a:endParaRPr lang="aa-ET"/>
          </a:p>
        </p:txBody>
      </p:sp>
    </p:spTree>
    <p:extLst>
      <p:ext uri="{BB962C8B-B14F-4D97-AF65-F5344CB8AC3E}">
        <p14:creationId xmlns:p14="http://schemas.microsoft.com/office/powerpoint/2010/main" val="4824398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3A645-651E-71F1-7A9B-F4E2B58728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1E4A32-259F-DF9B-EC35-85EC3712EC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230A5D-F56B-C9FC-5DF3-516FECE4D1D5}"/>
              </a:ext>
            </a:extLst>
          </p:cNvPr>
          <p:cNvSpPr>
            <a:spLocks noGrp="1"/>
          </p:cNvSpPr>
          <p:nvPr>
            <p:ph type="body" idx="1"/>
          </p:nvPr>
        </p:nvSpPr>
        <p:spPr/>
        <p:txBody>
          <a:bodyPr/>
          <a:lstStyle/>
          <a:p>
            <a:r>
              <a:rPr lang="en-US" dirty="0"/>
              <a:t>120+DIR+TGA Tech Assistant=122+179425 extra approved by MD later in April-2025</a:t>
            </a:r>
          </a:p>
        </p:txBody>
      </p:sp>
      <p:sp>
        <p:nvSpPr>
          <p:cNvPr id="4" name="Slide Number Placeholder 3">
            <a:extLst>
              <a:ext uri="{FF2B5EF4-FFF2-40B4-BE49-F238E27FC236}">
                <a16:creationId xmlns:a16="http://schemas.microsoft.com/office/drawing/2014/main" id="{C08B375C-956C-71C8-68D4-A309E6C68EC0}"/>
              </a:ext>
            </a:extLst>
          </p:cNvPr>
          <p:cNvSpPr>
            <a:spLocks noGrp="1"/>
          </p:cNvSpPr>
          <p:nvPr>
            <p:ph type="sldNum" sz="quarter" idx="5"/>
          </p:nvPr>
        </p:nvSpPr>
        <p:spPr/>
        <p:txBody>
          <a:bodyPr/>
          <a:lstStyle/>
          <a:p>
            <a:fld id="{A2260BDC-CE99-4E95-A1B2-1B6BB85749A8}" type="slidenum">
              <a:rPr lang="aa-ET" smtClean="0"/>
              <a:t>4</a:t>
            </a:fld>
            <a:endParaRPr lang="aa-ET"/>
          </a:p>
        </p:txBody>
      </p:sp>
    </p:spTree>
    <p:extLst>
      <p:ext uri="{BB962C8B-B14F-4D97-AF65-F5344CB8AC3E}">
        <p14:creationId xmlns:p14="http://schemas.microsoft.com/office/powerpoint/2010/main" val="5243448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8F89B-BEE9-EEFB-CBF7-78A97B2826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D5FD88-8506-442A-CCAA-76AE463E9C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D8C250-3218-C5E2-131D-6ABFF0AEC4A3}"/>
              </a:ext>
            </a:extLst>
          </p:cNvPr>
          <p:cNvSpPr>
            <a:spLocks noGrp="1"/>
          </p:cNvSpPr>
          <p:nvPr>
            <p:ph type="body" idx="1"/>
          </p:nvPr>
        </p:nvSpPr>
        <p:spPr/>
        <p:txBody>
          <a:bodyPr/>
          <a:lstStyle/>
          <a:p>
            <a:r>
              <a:rPr lang="en-US" dirty="0"/>
              <a:t>120+DIR+TGA Tech Assistant=122+179425 extra approved by MD later in April-2025</a:t>
            </a:r>
          </a:p>
        </p:txBody>
      </p:sp>
      <p:sp>
        <p:nvSpPr>
          <p:cNvPr id="4" name="Slide Number Placeholder 3">
            <a:extLst>
              <a:ext uri="{FF2B5EF4-FFF2-40B4-BE49-F238E27FC236}">
                <a16:creationId xmlns:a16="http://schemas.microsoft.com/office/drawing/2014/main" id="{F6B605E2-D3B7-E228-97E1-B7CB15E75829}"/>
              </a:ext>
            </a:extLst>
          </p:cNvPr>
          <p:cNvSpPr>
            <a:spLocks noGrp="1"/>
          </p:cNvSpPr>
          <p:nvPr>
            <p:ph type="sldNum" sz="quarter" idx="5"/>
          </p:nvPr>
        </p:nvSpPr>
        <p:spPr/>
        <p:txBody>
          <a:bodyPr/>
          <a:lstStyle/>
          <a:p>
            <a:fld id="{A2260BDC-CE99-4E95-A1B2-1B6BB85749A8}" type="slidenum">
              <a:rPr lang="aa-ET" smtClean="0"/>
              <a:t>5</a:t>
            </a:fld>
            <a:endParaRPr lang="aa-ET"/>
          </a:p>
        </p:txBody>
      </p:sp>
    </p:spTree>
    <p:extLst>
      <p:ext uri="{BB962C8B-B14F-4D97-AF65-F5344CB8AC3E}">
        <p14:creationId xmlns:p14="http://schemas.microsoft.com/office/powerpoint/2010/main" val="9457064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43F32-E09A-051E-27A4-C186237BA9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5640A1-E99A-8950-E233-FFC62E74CA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5BCFE1-161B-E266-04D5-5218F0330C0F}"/>
              </a:ext>
            </a:extLst>
          </p:cNvPr>
          <p:cNvSpPr>
            <a:spLocks noGrp="1"/>
          </p:cNvSpPr>
          <p:nvPr>
            <p:ph type="body" idx="1"/>
          </p:nvPr>
        </p:nvSpPr>
        <p:spPr/>
        <p:txBody>
          <a:bodyPr/>
          <a:lstStyle/>
          <a:p>
            <a:r>
              <a:rPr lang="en-US" dirty="0"/>
              <a:t>120+DIR+TGA Tech Assistant=122+179425 extra approved by MD later in April-2025</a:t>
            </a:r>
          </a:p>
        </p:txBody>
      </p:sp>
      <p:sp>
        <p:nvSpPr>
          <p:cNvPr id="4" name="Slide Number Placeholder 3">
            <a:extLst>
              <a:ext uri="{FF2B5EF4-FFF2-40B4-BE49-F238E27FC236}">
                <a16:creationId xmlns:a16="http://schemas.microsoft.com/office/drawing/2014/main" id="{85327C13-1381-2CF4-28E9-7833584ADF85}"/>
              </a:ext>
            </a:extLst>
          </p:cNvPr>
          <p:cNvSpPr>
            <a:spLocks noGrp="1"/>
          </p:cNvSpPr>
          <p:nvPr>
            <p:ph type="sldNum" sz="quarter" idx="5"/>
          </p:nvPr>
        </p:nvSpPr>
        <p:spPr/>
        <p:txBody>
          <a:bodyPr/>
          <a:lstStyle/>
          <a:p>
            <a:fld id="{A2260BDC-CE99-4E95-A1B2-1B6BB85749A8}" type="slidenum">
              <a:rPr lang="aa-ET" smtClean="0"/>
              <a:t>6</a:t>
            </a:fld>
            <a:endParaRPr lang="aa-ET"/>
          </a:p>
        </p:txBody>
      </p:sp>
    </p:spTree>
    <p:extLst>
      <p:ext uri="{BB962C8B-B14F-4D97-AF65-F5344CB8AC3E}">
        <p14:creationId xmlns:p14="http://schemas.microsoft.com/office/powerpoint/2010/main" val="15643933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www.linkedin.com/company/ncoc/" TargetMode="External"/><Relationship Id="rId7" Type="http://schemas.openxmlformats.org/officeDocument/2006/relationships/hyperlink" Target="https://www.facebook.com/ncoc.kz" TargetMode="External"/><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hyperlink" Target="http://www.ncoc.kz/" TargetMode="External"/></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6" name="bg object 16"/>
          <p:cNvSpPr/>
          <p:nvPr/>
        </p:nvSpPr>
        <p:spPr>
          <a:xfrm>
            <a:off x="0" y="6032076"/>
            <a:ext cx="12192000" cy="825578"/>
          </a:xfrm>
          <a:custGeom>
            <a:avLst/>
            <a:gdLst/>
            <a:ahLst/>
            <a:cxnLst/>
            <a:rect l="l" t="t" r="r" b="b"/>
            <a:pathLst>
              <a:path w="20104100" h="1361440">
                <a:moveTo>
                  <a:pt x="20104099" y="0"/>
                </a:moveTo>
                <a:lnTo>
                  <a:pt x="0" y="0"/>
                </a:lnTo>
                <a:lnTo>
                  <a:pt x="0" y="1361215"/>
                </a:lnTo>
                <a:lnTo>
                  <a:pt x="20104099" y="1361215"/>
                </a:lnTo>
                <a:lnTo>
                  <a:pt x="20104099" y="0"/>
                </a:lnTo>
                <a:close/>
              </a:path>
            </a:pathLst>
          </a:custGeom>
          <a:solidFill>
            <a:srgbClr val="008AC9"/>
          </a:solidFill>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sp>
        <p:nvSpPr>
          <p:cNvPr id="17" name="bg object 17"/>
          <p:cNvSpPr/>
          <p:nvPr/>
        </p:nvSpPr>
        <p:spPr>
          <a:xfrm>
            <a:off x="4479301" y="6032079"/>
            <a:ext cx="7713000" cy="825578"/>
          </a:xfrm>
          <a:custGeom>
            <a:avLst/>
            <a:gdLst/>
            <a:ahLst/>
            <a:cxnLst/>
            <a:rect l="l" t="t" r="r" b="b"/>
            <a:pathLst>
              <a:path w="12718415" h="1361440">
                <a:moveTo>
                  <a:pt x="5881319" y="215277"/>
                </a:moveTo>
                <a:lnTo>
                  <a:pt x="5827776" y="236626"/>
                </a:lnTo>
                <a:lnTo>
                  <a:pt x="5775388" y="256806"/>
                </a:lnTo>
                <a:lnTo>
                  <a:pt x="5724080" y="275805"/>
                </a:lnTo>
                <a:lnTo>
                  <a:pt x="5673826" y="293636"/>
                </a:lnTo>
                <a:lnTo>
                  <a:pt x="5624576" y="310299"/>
                </a:lnTo>
                <a:lnTo>
                  <a:pt x="5576290" y="325780"/>
                </a:lnTo>
                <a:lnTo>
                  <a:pt x="5528907" y="340093"/>
                </a:lnTo>
                <a:lnTo>
                  <a:pt x="5482374" y="353237"/>
                </a:lnTo>
                <a:lnTo>
                  <a:pt x="5436679" y="365201"/>
                </a:lnTo>
                <a:lnTo>
                  <a:pt x="5391747" y="376008"/>
                </a:lnTo>
                <a:lnTo>
                  <a:pt x="5347538" y="385635"/>
                </a:lnTo>
                <a:lnTo>
                  <a:pt x="5304002" y="394093"/>
                </a:lnTo>
                <a:lnTo>
                  <a:pt x="5261102" y="401383"/>
                </a:lnTo>
                <a:lnTo>
                  <a:pt x="5218785" y="407492"/>
                </a:lnTo>
                <a:lnTo>
                  <a:pt x="5177015" y="412445"/>
                </a:lnTo>
                <a:lnTo>
                  <a:pt x="5135740" y="416217"/>
                </a:lnTo>
                <a:lnTo>
                  <a:pt x="5094910" y="418833"/>
                </a:lnTo>
                <a:lnTo>
                  <a:pt x="5054473" y="420281"/>
                </a:lnTo>
                <a:lnTo>
                  <a:pt x="5014392" y="420547"/>
                </a:lnTo>
                <a:lnTo>
                  <a:pt x="4974628" y="419658"/>
                </a:lnTo>
                <a:lnTo>
                  <a:pt x="4935118" y="417588"/>
                </a:lnTo>
                <a:lnTo>
                  <a:pt x="4895824" y="414362"/>
                </a:lnTo>
                <a:lnTo>
                  <a:pt x="4856696" y="409968"/>
                </a:lnTo>
                <a:lnTo>
                  <a:pt x="4817694" y="404406"/>
                </a:lnTo>
                <a:lnTo>
                  <a:pt x="4778768" y="397675"/>
                </a:lnTo>
                <a:lnTo>
                  <a:pt x="4739881" y="389788"/>
                </a:lnTo>
                <a:lnTo>
                  <a:pt x="4700968" y="380720"/>
                </a:lnTo>
                <a:lnTo>
                  <a:pt x="4661992" y="370497"/>
                </a:lnTo>
                <a:lnTo>
                  <a:pt x="4622914" y="359105"/>
                </a:lnTo>
                <a:lnTo>
                  <a:pt x="4583671" y="346557"/>
                </a:lnTo>
                <a:lnTo>
                  <a:pt x="4544238" y="332841"/>
                </a:lnTo>
                <a:lnTo>
                  <a:pt x="4504550" y="317957"/>
                </a:lnTo>
                <a:lnTo>
                  <a:pt x="4464570" y="301904"/>
                </a:lnTo>
                <a:lnTo>
                  <a:pt x="4424261" y="284695"/>
                </a:lnTo>
                <a:lnTo>
                  <a:pt x="4383557" y="266331"/>
                </a:lnTo>
                <a:lnTo>
                  <a:pt x="4342422" y="246799"/>
                </a:lnTo>
                <a:lnTo>
                  <a:pt x="4300804" y="226098"/>
                </a:lnTo>
                <a:lnTo>
                  <a:pt x="4258665" y="204241"/>
                </a:lnTo>
                <a:lnTo>
                  <a:pt x="4215943" y="181229"/>
                </a:lnTo>
                <a:lnTo>
                  <a:pt x="4172610" y="157048"/>
                </a:lnTo>
                <a:lnTo>
                  <a:pt x="4128617" y="131699"/>
                </a:lnTo>
                <a:lnTo>
                  <a:pt x="4083913" y="105206"/>
                </a:lnTo>
                <a:lnTo>
                  <a:pt x="4038460" y="77546"/>
                </a:lnTo>
                <a:lnTo>
                  <a:pt x="3992194" y="48717"/>
                </a:lnTo>
                <a:lnTo>
                  <a:pt x="3945077" y="18732"/>
                </a:lnTo>
                <a:lnTo>
                  <a:pt x="3916197" y="0"/>
                </a:lnTo>
                <a:lnTo>
                  <a:pt x="1316761" y="0"/>
                </a:lnTo>
                <a:lnTo>
                  <a:pt x="951255" y="100152"/>
                </a:lnTo>
                <a:lnTo>
                  <a:pt x="895946" y="113245"/>
                </a:lnTo>
                <a:lnTo>
                  <a:pt x="838987" y="123761"/>
                </a:lnTo>
                <a:lnTo>
                  <a:pt x="780796" y="131978"/>
                </a:lnTo>
                <a:lnTo>
                  <a:pt x="721804" y="138163"/>
                </a:lnTo>
                <a:lnTo>
                  <a:pt x="662432" y="142570"/>
                </a:lnTo>
                <a:lnTo>
                  <a:pt x="603084" y="145465"/>
                </a:lnTo>
                <a:lnTo>
                  <a:pt x="544195" y="147129"/>
                </a:lnTo>
                <a:lnTo>
                  <a:pt x="486168" y="147815"/>
                </a:lnTo>
                <a:lnTo>
                  <a:pt x="223774" y="145834"/>
                </a:lnTo>
                <a:lnTo>
                  <a:pt x="179768" y="146227"/>
                </a:lnTo>
                <a:lnTo>
                  <a:pt x="139573" y="147485"/>
                </a:lnTo>
                <a:lnTo>
                  <a:pt x="72288" y="153720"/>
                </a:lnTo>
                <a:lnTo>
                  <a:pt x="25247" y="166649"/>
                </a:lnTo>
                <a:lnTo>
                  <a:pt x="0" y="203238"/>
                </a:lnTo>
                <a:lnTo>
                  <a:pt x="3962" y="222046"/>
                </a:lnTo>
                <a:lnTo>
                  <a:pt x="23253" y="259626"/>
                </a:lnTo>
                <a:lnTo>
                  <a:pt x="56769" y="297091"/>
                </a:lnTo>
                <a:lnTo>
                  <a:pt x="103441" y="334429"/>
                </a:lnTo>
                <a:lnTo>
                  <a:pt x="162179" y="371576"/>
                </a:lnTo>
                <a:lnTo>
                  <a:pt x="195732" y="390080"/>
                </a:lnTo>
                <a:lnTo>
                  <a:pt x="231889" y="408533"/>
                </a:lnTo>
                <a:lnTo>
                  <a:pt x="270535" y="426910"/>
                </a:lnTo>
                <a:lnTo>
                  <a:pt x="311505" y="445223"/>
                </a:lnTo>
                <a:lnTo>
                  <a:pt x="354685" y="463473"/>
                </a:lnTo>
                <a:lnTo>
                  <a:pt x="399935" y="481647"/>
                </a:lnTo>
                <a:lnTo>
                  <a:pt x="447128" y="499745"/>
                </a:lnTo>
                <a:lnTo>
                  <a:pt x="496100" y="517753"/>
                </a:lnTo>
                <a:lnTo>
                  <a:pt x="546747" y="535686"/>
                </a:lnTo>
                <a:lnTo>
                  <a:pt x="598919" y="553516"/>
                </a:lnTo>
                <a:lnTo>
                  <a:pt x="652487" y="571246"/>
                </a:lnTo>
                <a:lnTo>
                  <a:pt x="763244" y="606412"/>
                </a:lnTo>
                <a:lnTo>
                  <a:pt x="877951" y="641146"/>
                </a:lnTo>
                <a:lnTo>
                  <a:pt x="1055027" y="692340"/>
                </a:lnTo>
                <a:lnTo>
                  <a:pt x="1754543" y="884097"/>
                </a:lnTo>
                <a:lnTo>
                  <a:pt x="1957158" y="942505"/>
                </a:lnTo>
                <a:lnTo>
                  <a:pt x="2047849" y="970521"/>
                </a:lnTo>
                <a:lnTo>
                  <a:pt x="2090077" y="984211"/>
                </a:lnTo>
                <a:lnTo>
                  <a:pt x="2130044" y="997699"/>
                </a:lnTo>
                <a:lnTo>
                  <a:pt x="2167610" y="1010958"/>
                </a:lnTo>
                <a:lnTo>
                  <a:pt x="2234996" y="1036802"/>
                </a:lnTo>
                <a:lnTo>
                  <a:pt x="2291156" y="1061720"/>
                </a:lnTo>
                <a:lnTo>
                  <a:pt x="2314689" y="1073810"/>
                </a:lnTo>
                <a:lnTo>
                  <a:pt x="1535595" y="1157185"/>
                </a:lnTo>
                <a:lnTo>
                  <a:pt x="1186065" y="1227467"/>
                </a:lnTo>
                <a:lnTo>
                  <a:pt x="1185240" y="1322946"/>
                </a:lnTo>
                <a:lnTo>
                  <a:pt x="1249565" y="1361211"/>
                </a:lnTo>
                <a:lnTo>
                  <a:pt x="5521299" y="1361211"/>
                </a:lnTo>
                <a:lnTo>
                  <a:pt x="5514581" y="1335468"/>
                </a:lnTo>
                <a:lnTo>
                  <a:pt x="5506110" y="1296123"/>
                </a:lnTo>
                <a:lnTo>
                  <a:pt x="5499265" y="1255864"/>
                </a:lnTo>
                <a:lnTo>
                  <a:pt x="5494083" y="1214729"/>
                </a:lnTo>
                <a:lnTo>
                  <a:pt x="5490654" y="1172743"/>
                </a:lnTo>
                <a:lnTo>
                  <a:pt x="5489016" y="1129957"/>
                </a:lnTo>
                <a:lnTo>
                  <a:pt x="5489232" y="1086408"/>
                </a:lnTo>
                <a:lnTo>
                  <a:pt x="5491378" y="1042123"/>
                </a:lnTo>
                <a:lnTo>
                  <a:pt x="5495506" y="997153"/>
                </a:lnTo>
                <a:lnTo>
                  <a:pt x="5501678" y="951534"/>
                </a:lnTo>
                <a:lnTo>
                  <a:pt x="5509958" y="905306"/>
                </a:lnTo>
                <a:lnTo>
                  <a:pt x="5520398" y="858494"/>
                </a:lnTo>
                <a:lnTo>
                  <a:pt x="5533072" y="811161"/>
                </a:lnTo>
                <a:lnTo>
                  <a:pt x="5548046" y="763320"/>
                </a:lnTo>
                <a:lnTo>
                  <a:pt x="5565356" y="715022"/>
                </a:lnTo>
                <a:lnTo>
                  <a:pt x="5585079" y="666305"/>
                </a:lnTo>
                <a:lnTo>
                  <a:pt x="5607278" y="617207"/>
                </a:lnTo>
                <a:lnTo>
                  <a:pt x="5632018" y="567766"/>
                </a:lnTo>
                <a:lnTo>
                  <a:pt x="5659348" y="518020"/>
                </a:lnTo>
                <a:lnTo>
                  <a:pt x="5689346" y="468007"/>
                </a:lnTo>
                <a:lnTo>
                  <a:pt x="5720245" y="420547"/>
                </a:lnTo>
                <a:lnTo>
                  <a:pt x="5757545" y="367322"/>
                </a:lnTo>
                <a:lnTo>
                  <a:pt x="5795873" y="316738"/>
                </a:lnTo>
                <a:lnTo>
                  <a:pt x="5837110" y="266039"/>
                </a:lnTo>
                <a:lnTo>
                  <a:pt x="5881319" y="215277"/>
                </a:lnTo>
                <a:close/>
              </a:path>
              <a:path w="12718415" h="1361440">
                <a:moveTo>
                  <a:pt x="7770177" y="1301369"/>
                </a:moveTo>
                <a:lnTo>
                  <a:pt x="7768628" y="1260436"/>
                </a:lnTo>
                <a:lnTo>
                  <a:pt x="7765567" y="1220266"/>
                </a:lnTo>
                <a:lnTo>
                  <a:pt x="7758646" y="1166279"/>
                </a:lnTo>
                <a:lnTo>
                  <a:pt x="7748473" y="1113942"/>
                </a:lnTo>
                <a:lnTo>
                  <a:pt x="7735202" y="1063294"/>
                </a:lnTo>
                <a:lnTo>
                  <a:pt x="7719009" y="1014323"/>
                </a:lnTo>
                <a:lnTo>
                  <a:pt x="7700023" y="967079"/>
                </a:lnTo>
                <a:lnTo>
                  <a:pt x="7678420" y="921550"/>
                </a:lnTo>
                <a:lnTo>
                  <a:pt x="7654366" y="877760"/>
                </a:lnTo>
                <a:lnTo>
                  <a:pt x="7627988" y="835736"/>
                </a:lnTo>
                <a:lnTo>
                  <a:pt x="7599477" y="795489"/>
                </a:lnTo>
                <a:lnTo>
                  <a:pt x="7575321" y="765035"/>
                </a:lnTo>
                <a:lnTo>
                  <a:pt x="7536612" y="720369"/>
                </a:lnTo>
                <a:lnTo>
                  <a:pt x="7502601" y="685533"/>
                </a:lnTo>
                <a:lnTo>
                  <a:pt x="7467054" y="652538"/>
                </a:lnTo>
                <a:lnTo>
                  <a:pt x="7430148" y="621398"/>
                </a:lnTo>
                <a:lnTo>
                  <a:pt x="7392048" y="592124"/>
                </a:lnTo>
                <a:lnTo>
                  <a:pt x="7352881" y="564743"/>
                </a:lnTo>
                <a:lnTo>
                  <a:pt x="7312838" y="539267"/>
                </a:lnTo>
                <a:lnTo>
                  <a:pt x="7272058" y="515708"/>
                </a:lnTo>
                <a:lnTo>
                  <a:pt x="7230110" y="493839"/>
                </a:lnTo>
                <a:lnTo>
                  <a:pt x="7186879" y="473735"/>
                </a:lnTo>
                <a:lnTo>
                  <a:pt x="7142531" y="455460"/>
                </a:lnTo>
                <a:lnTo>
                  <a:pt x="7097179" y="439077"/>
                </a:lnTo>
                <a:lnTo>
                  <a:pt x="7051002" y="424649"/>
                </a:lnTo>
                <a:lnTo>
                  <a:pt x="7004126" y="412267"/>
                </a:lnTo>
                <a:lnTo>
                  <a:pt x="6956704" y="401980"/>
                </a:lnTo>
                <a:lnTo>
                  <a:pt x="6908889" y="393852"/>
                </a:lnTo>
                <a:lnTo>
                  <a:pt x="6860819" y="387972"/>
                </a:lnTo>
                <a:lnTo>
                  <a:pt x="6812635" y="384403"/>
                </a:lnTo>
                <a:lnTo>
                  <a:pt x="6764490" y="383197"/>
                </a:lnTo>
                <a:lnTo>
                  <a:pt x="6716535" y="384441"/>
                </a:lnTo>
                <a:lnTo>
                  <a:pt x="6668910" y="388188"/>
                </a:lnTo>
                <a:lnTo>
                  <a:pt x="6621754" y="394525"/>
                </a:lnTo>
                <a:lnTo>
                  <a:pt x="6575234" y="403504"/>
                </a:lnTo>
                <a:lnTo>
                  <a:pt x="6529476" y="415201"/>
                </a:lnTo>
                <a:lnTo>
                  <a:pt x="6484633" y="429679"/>
                </a:lnTo>
                <a:lnTo>
                  <a:pt x="6440843" y="447014"/>
                </a:lnTo>
                <a:lnTo>
                  <a:pt x="6398273" y="467271"/>
                </a:lnTo>
                <a:lnTo>
                  <a:pt x="6357048" y="490524"/>
                </a:lnTo>
                <a:lnTo>
                  <a:pt x="6317335" y="516826"/>
                </a:lnTo>
                <a:lnTo>
                  <a:pt x="6279261" y="546265"/>
                </a:lnTo>
                <a:lnTo>
                  <a:pt x="6242977" y="578891"/>
                </a:lnTo>
                <a:lnTo>
                  <a:pt x="6213043" y="608393"/>
                </a:lnTo>
                <a:lnTo>
                  <a:pt x="6185001" y="640118"/>
                </a:lnTo>
                <a:lnTo>
                  <a:pt x="6158954" y="673849"/>
                </a:lnTo>
                <a:lnTo>
                  <a:pt x="6135014" y="709345"/>
                </a:lnTo>
                <a:lnTo>
                  <a:pt x="6113246" y="746404"/>
                </a:lnTo>
                <a:lnTo>
                  <a:pt x="6093777" y="784783"/>
                </a:lnTo>
                <a:lnTo>
                  <a:pt x="6076683" y="824280"/>
                </a:lnTo>
                <a:lnTo>
                  <a:pt x="6062078" y="864641"/>
                </a:lnTo>
                <a:lnTo>
                  <a:pt x="6050038" y="905662"/>
                </a:lnTo>
                <a:lnTo>
                  <a:pt x="6040666" y="947102"/>
                </a:lnTo>
                <a:lnTo>
                  <a:pt x="6034075" y="988758"/>
                </a:lnTo>
                <a:lnTo>
                  <a:pt x="6030328" y="1030401"/>
                </a:lnTo>
                <a:lnTo>
                  <a:pt x="6029553" y="1071791"/>
                </a:lnTo>
                <a:lnTo>
                  <a:pt x="6031839" y="1112710"/>
                </a:lnTo>
                <a:lnTo>
                  <a:pt x="6037262" y="1152944"/>
                </a:lnTo>
                <a:lnTo>
                  <a:pt x="6045949" y="1192250"/>
                </a:lnTo>
                <a:lnTo>
                  <a:pt x="6057976" y="1230414"/>
                </a:lnTo>
                <a:lnTo>
                  <a:pt x="6073432" y="1267218"/>
                </a:lnTo>
                <a:lnTo>
                  <a:pt x="6092431" y="1302435"/>
                </a:lnTo>
                <a:lnTo>
                  <a:pt x="6115075" y="1335836"/>
                </a:lnTo>
                <a:lnTo>
                  <a:pt x="6136411" y="1361211"/>
                </a:lnTo>
                <a:lnTo>
                  <a:pt x="6760946" y="1361211"/>
                </a:lnTo>
                <a:lnTo>
                  <a:pt x="6791655" y="1317358"/>
                </a:lnTo>
                <a:lnTo>
                  <a:pt x="6820789" y="1256398"/>
                </a:lnTo>
                <a:lnTo>
                  <a:pt x="6831279" y="1210830"/>
                </a:lnTo>
                <a:lnTo>
                  <a:pt x="6834797" y="1165669"/>
                </a:lnTo>
                <a:lnTo>
                  <a:pt x="6831622" y="1121410"/>
                </a:lnTo>
                <a:lnTo>
                  <a:pt x="6822046" y="1078547"/>
                </a:lnTo>
                <a:lnTo>
                  <a:pt x="6806362" y="1037590"/>
                </a:lnTo>
                <a:lnTo>
                  <a:pt x="6784886" y="999020"/>
                </a:lnTo>
                <a:lnTo>
                  <a:pt x="6757873" y="963333"/>
                </a:lnTo>
                <a:lnTo>
                  <a:pt x="6725640" y="931049"/>
                </a:lnTo>
                <a:lnTo>
                  <a:pt x="6688468" y="902639"/>
                </a:lnTo>
                <a:lnTo>
                  <a:pt x="6646659" y="878598"/>
                </a:lnTo>
                <a:lnTo>
                  <a:pt x="6600495" y="859447"/>
                </a:lnTo>
                <a:lnTo>
                  <a:pt x="6550266" y="845654"/>
                </a:lnTo>
                <a:lnTo>
                  <a:pt x="6590538" y="820305"/>
                </a:lnTo>
                <a:lnTo>
                  <a:pt x="6632689" y="799693"/>
                </a:lnTo>
                <a:lnTo>
                  <a:pt x="6676352" y="783831"/>
                </a:lnTo>
                <a:lnTo>
                  <a:pt x="6721157" y="772744"/>
                </a:lnTo>
                <a:lnTo>
                  <a:pt x="6766763" y="766470"/>
                </a:lnTo>
                <a:lnTo>
                  <a:pt x="6812775" y="765035"/>
                </a:lnTo>
                <a:lnTo>
                  <a:pt x="6858863" y="768464"/>
                </a:lnTo>
                <a:lnTo>
                  <a:pt x="6904634" y="776770"/>
                </a:lnTo>
                <a:lnTo>
                  <a:pt x="6949732" y="789990"/>
                </a:lnTo>
                <a:lnTo>
                  <a:pt x="6993801" y="808151"/>
                </a:lnTo>
                <a:lnTo>
                  <a:pt x="7036473" y="831278"/>
                </a:lnTo>
                <a:lnTo>
                  <a:pt x="7077430" y="859447"/>
                </a:lnTo>
                <a:lnTo>
                  <a:pt x="7116165" y="892530"/>
                </a:lnTo>
                <a:lnTo>
                  <a:pt x="7146557" y="924928"/>
                </a:lnTo>
                <a:lnTo>
                  <a:pt x="7173849" y="958697"/>
                </a:lnTo>
                <a:lnTo>
                  <a:pt x="7198042" y="993724"/>
                </a:lnTo>
                <a:lnTo>
                  <a:pt x="7219188" y="1029893"/>
                </a:lnTo>
                <a:lnTo>
                  <a:pt x="7237311" y="1067079"/>
                </a:lnTo>
                <a:lnTo>
                  <a:pt x="7252436" y="1105166"/>
                </a:lnTo>
                <a:lnTo>
                  <a:pt x="7264603" y="1144003"/>
                </a:lnTo>
                <a:lnTo>
                  <a:pt x="7273823" y="1183513"/>
                </a:lnTo>
                <a:lnTo>
                  <a:pt x="7280148" y="1223530"/>
                </a:lnTo>
                <a:lnTo>
                  <a:pt x="7283590" y="1263954"/>
                </a:lnTo>
                <a:lnTo>
                  <a:pt x="7284186" y="1304671"/>
                </a:lnTo>
                <a:lnTo>
                  <a:pt x="7281964" y="1345539"/>
                </a:lnTo>
                <a:lnTo>
                  <a:pt x="7280046" y="1361211"/>
                </a:lnTo>
                <a:lnTo>
                  <a:pt x="7769580" y="1361211"/>
                </a:lnTo>
                <a:lnTo>
                  <a:pt x="7770127" y="1345539"/>
                </a:lnTo>
                <a:lnTo>
                  <a:pt x="7770177" y="1301369"/>
                </a:lnTo>
                <a:close/>
              </a:path>
              <a:path w="12718415" h="1361440">
                <a:moveTo>
                  <a:pt x="8062366" y="353961"/>
                </a:moveTo>
                <a:lnTo>
                  <a:pt x="8033525" y="305041"/>
                </a:lnTo>
                <a:lnTo>
                  <a:pt x="8003934" y="257987"/>
                </a:lnTo>
                <a:lnTo>
                  <a:pt x="7973555" y="212750"/>
                </a:lnTo>
                <a:lnTo>
                  <a:pt x="7942389" y="169278"/>
                </a:lnTo>
                <a:lnTo>
                  <a:pt x="7910411" y="127495"/>
                </a:lnTo>
                <a:lnTo>
                  <a:pt x="7877619" y="87376"/>
                </a:lnTo>
                <a:lnTo>
                  <a:pt x="7843977" y="48856"/>
                </a:lnTo>
                <a:lnTo>
                  <a:pt x="7809497" y="11874"/>
                </a:lnTo>
                <a:lnTo>
                  <a:pt x="7797673" y="0"/>
                </a:lnTo>
                <a:lnTo>
                  <a:pt x="7611046" y="0"/>
                </a:lnTo>
                <a:lnTo>
                  <a:pt x="7642974" y="14795"/>
                </a:lnTo>
                <a:lnTo>
                  <a:pt x="7691628" y="40030"/>
                </a:lnTo>
                <a:lnTo>
                  <a:pt x="7737970" y="66763"/>
                </a:lnTo>
                <a:lnTo>
                  <a:pt x="7782065" y="94843"/>
                </a:lnTo>
                <a:lnTo>
                  <a:pt x="7823987" y="124180"/>
                </a:lnTo>
                <a:lnTo>
                  <a:pt x="7863802" y="154622"/>
                </a:lnTo>
                <a:lnTo>
                  <a:pt x="7901572" y="186067"/>
                </a:lnTo>
                <a:lnTo>
                  <a:pt x="7937386" y="218376"/>
                </a:lnTo>
                <a:lnTo>
                  <a:pt x="7971307" y="251447"/>
                </a:lnTo>
                <a:lnTo>
                  <a:pt x="8003387" y="285153"/>
                </a:lnTo>
                <a:lnTo>
                  <a:pt x="8033715" y="319366"/>
                </a:lnTo>
                <a:lnTo>
                  <a:pt x="8062366" y="353961"/>
                </a:lnTo>
                <a:close/>
              </a:path>
              <a:path w="12718415" h="1361440">
                <a:moveTo>
                  <a:pt x="11211052" y="1361211"/>
                </a:moveTo>
                <a:lnTo>
                  <a:pt x="11196015" y="1316977"/>
                </a:lnTo>
                <a:lnTo>
                  <a:pt x="11174247" y="1266405"/>
                </a:lnTo>
                <a:lnTo>
                  <a:pt x="11149241" y="1220228"/>
                </a:lnTo>
                <a:lnTo>
                  <a:pt x="11121123" y="1178394"/>
                </a:lnTo>
                <a:lnTo>
                  <a:pt x="11090034" y="1140866"/>
                </a:lnTo>
                <a:lnTo>
                  <a:pt x="11056099" y="1107592"/>
                </a:lnTo>
                <a:lnTo>
                  <a:pt x="11019434" y="1078496"/>
                </a:lnTo>
                <a:lnTo>
                  <a:pt x="10980179" y="1053553"/>
                </a:lnTo>
                <a:lnTo>
                  <a:pt x="10938459" y="1032713"/>
                </a:lnTo>
                <a:lnTo>
                  <a:pt x="10894390" y="1015898"/>
                </a:lnTo>
                <a:lnTo>
                  <a:pt x="10848111" y="1003084"/>
                </a:lnTo>
                <a:lnTo>
                  <a:pt x="10799750" y="994194"/>
                </a:lnTo>
                <a:lnTo>
                  <a:pt x="10749420" y="989203"/>
                </a:lnTo>
                <a:lnTo>
                  <a:pt x="10697274" y="988034"/>
                </a:lnTo>
                <a:lnTo>
                  <a:pt x="10670553" y="988885"/>
                </a:lnTo>
                <a:lnTo>
                  <a:pt x="10615892" y="993368"/>
                </a:lnTo>
                <a:lnTo>
                  <a:pt x="10559733" y="1001572"/>
                </a:lnTo>
                <a:lnTo>
                  <a:pt x="10502176" y="1013421"/>
                </a:lnTo>
                <a:lnTo>
                  <a:pt x="10443362" y="1028877"/>
                </a:lnTo>
                <a:lnTo>
                  <a:pt x="10383431" y="1047889"/>
                </a:lnTo>
                <a:lnTo>
                  <a:pt x="10322496" y="1070394"/>
                </a:lnTo>
                <a:lnTo>
                  <a:pt x="10260686" y="1096352"/>
                </a:lnTo>
                <a:lnTo>
                  <a:pt x="10198125" y="1125702"/>
                </a:lnTo>
                <a:lnTo>
                  <a:pt x="10134943" y="1158392"/>
                </a:lnTo>
                <a:lnTo>
                  <a:pt x="10071278" y="1194384"/>
                </a:lnTo>
                <a:lnTo>
                  <a:pt x="10007244" y="1233614"/>
                </a:lnTo>
                <a:lnTo>
                  <a:pt x="9975139" y="1254429"/>
                </a:lnTo>
                <a:lnTo>
                  <a:pt x="9942982" y="1276032"/>
                </a:lnTo>
                <a:lnTo>
                  <a:pt x="9910801" y="1298422"/>
                </a:lnTo>
                <a:lnTo>
                  <a:pt x="9878606" y="1321587"/>
                </a:lnTo>
                <a:lnTo>
                  <a:pt x="9846412" y="1345526"/>
                </a:lnTo>
                <a:lnTo>
                  <a:pt x="9825990" y="1361211"/>
                </a:lnTo>
                <a:lnTo>
                  <a:pt x="11211052" y="1361211"/>
                </a:lnTo>
                <a:close/>
              </a:path>
              <a:path w="12718415" h="1361440">
                <a:moveTo>
                  <a:pt x="12717920" y="0"/>
                </a:moveTo>
                <a:lnTo>
                  <a:pt x="8755888" y="0"/>
                </a:lnTo>
                <a:lnTo>
                  <a:pt x="8758555" y="6197"/>
                </a:lnTo>
                <a:lnTo>
                  <a:pt x="8788298" y="43078"/>
                </a:lnTo>
                <a:lnTo>
                  <a:pt x="8832825" y="69342"/>
                </a:lnTo>
                <a:lnTo>
                  <a:pt x="8870048" y="81648"/>
                </a:lnTo>
                <a:lnTo>
                  <a:pt x="8912822" y="90271"/>
                </a:lnTo>
                <a:lnTo>
                  <a:pt x="8960752" y="95631"/>
                </a:lnTo>
                <a:lnTo>
                  <a:pt x="9013419" y="98145"/>
                </a:lnTo>
                <a:lnTo>
                  <a:pt x="9041409" y="98463"/>
                </a:lnTo>
                <a:lnTo>
                  <a:pt x="9070442" y="98221"/>
                </a:lnTo>
                <a:lnTo>
                  <a:pt x="9100452" y="97485"/>
                </a:lnTo>
                <a:lnTo>
                  <a:pt x="9131389" y="96278"/>
                </a:lnTo>
                <a:lnTo>
                  <a:pt x="9195892" y="92748"/>
                </a:lnTo>
                <a:lnTo>
                  <a:pt x="9557233" y="65544"/>
                </a:lnTo>
                <a:lnTo>
                  <a:pt x="9634461" y="61112"/>
                </a:lnTo>
                <a:lnTo>
                  <a:pt x="9712388" y="57988"/>
                </a:lnTo>
                <a:lnTo>
                  <a:pt x="9751492" y="57048"/>
                </a:lnTo>
                <a:lnTo>
                  <a:pt x="9790620" y="56578"/>
                </a:lnTo>
                <a:lnTo>
                  <a:pt x="9829724" y="56654"/>
                </a:lnTo>
                <a:lnTo>
                  <a:pt x="9868751" y="57315"/>
                </a:lnTo>
                <a:lnTo>
                  <a:pt x="9907651" y="58610"/>
                </a:lnTo>
                <a:lnTo>
                  <a:pt x="9946373" y="60604"/>
                </a:lnTo>
                <a:lnTo>
                  <a:pt x="9984867" y="63334"/>
                </a:lnTo>
                <a:lnTo>
                  <a:pt x="10023094" y="66852"/>
                </a:lnTo>
                <a:lnTo>
                  <a:pt x="10060978" y="71221"/>
                </a:lnTo>
                <a:lnTo>
                  <a:pt x="10135578" y="82702"/>
                </a:lnTo>
                <a:lnTo>
                  <a:pt x="10208247" y="98183"/>
                </a:lnTo>
                <a:lnTo>
                  <a:pt x="10278605" y="118097"/>
                </a:lnTo>
                <a:lnTo>
                  <a:pt x="10346233" y="142836"/>
                </a:lnTo>
                <a:lnTo>
                  <a:pt x="10410723" y="172834"/>
                </a:lnTo>
                <a:lnTo>
                  <a:pt x="10471683" y="208508"/>
                </a:lnTo>
                <a:lnTo>
                  <a:pt x="10528694" y="250253"/>
                </a:lnTo>
                <a:lnTo>
                  <a:pt x="10581373" y="298500"/>
                </a:lnTo>
                <a:lnTo>
                  <a:pt x="10605961" y="325183"/>
                </a:lnTo>
                <a:lnTo>
                  <a:pt x="10678668" y="339102"/>
                </a:lnTo>
                <a:lnTo>
                  <a:pt x="10747070" y="354571"/>
                </a:lnTo>
                <a:lnTo>
                  <a:pt x="10811269" y="371538"/>
                </a:lnTo>
                <a:lnTo>
                  <a:pt x="10871365" y="389915"/>
                </a:lnTo>
                <a:lnTo>
                  <a:pt x="10927474" y="409638"/>
                </a:lnTo>
                <a:lnTo>
                  <a:pt x="10979683" y="430644"/>
                </a:lnTo>
                <a:lnTo>
                  <a:pt x="11028109" y="452856"/>
                </a:lnTo>
                <a:lnTo>
                  <a:pt x="11072863" y="476186"/>
                </a:lnTo>
                <a:lnTo>
                  <a:pt x="11114049" y="500595"/>
                </a:lnTo>
                <a:lnTo>
                  <a:pt x="11151768" y="525983"/>
                </a:lnTo>
                <a:lnTo>
                  <a:pt x="11186135" y="552284"/>
                </a:lnTo>
                <a:lnTo>
                  <a:pt x="11217237" y="579450"/>
                </a:lnTo>
                <a:lnTo>
                  <a:pt x="11245190" y="607377"/>
                </a:lnTo>
                <a:lnTo>
                  <a:pt x="11292091" y="665276"/>
                </a:lnTo>
                <a:lnTo>
                  <a:pt x="11327676" y="725424"/>
                </a:lnTo>
                <a:lnTo>
                  <a:pt x="11352784" y="787260"/>
                </a:lnTo>
                <a:lnTo>
                  <a:pt x="11368278" y="850188"/>
                </a:lnTo>
                <a:lnTo>
                  <a:pt x="11374996" y="913650"/>
                </a:lnTo>
                <a:lnTo>
                  <a:pt x="11375327" y="945400"/>
                </a:lnTo>
                <a:lnTo>
                  <a:pt x="11373777" y="977074"/>
                </a:lnTo>
                <a:lnTo>
                  <a:pt x="11365484" y="1039888"/>
                </a:lnTo>
                <a:lnTo>
                  <a:pt x="11350943" y="1101521"/>
                </a:lnTo>
                <a:lnTo>
                  <a:pt x="11331029" y="1161402"/>
                </a:lnTo>
                <a:lnTo>
                  <a:pt x="11306569" y="1218971"/>
                </a:lnTo>
                <a:lnTo>
                  <a:pt x="11278426" y="1273632"/>
                </a:lnTo>
                <a:lnTo>
                  <a:pt x="11247425" y="1324838"/>
                </a:lnTo>
                <a:lnTo>
                  <a:pt x="11222253" y="1361211"/>
                </a:lnTo>
                <a:lnTo>
                  <a:pt x="12717920" y="1361211"/>
                </a:lnTo>
                <a:lnTo>
                  <a:pt x="12717920" y="56578"/>
                </a:lnTo>
                <a:lnTo>
                  <a:pt x="12717920" y="0"/>
                </a:lnTo>
                <a:close/>
              </a:path>
            </a:pathLst>
          </a:custGeom>
          <a:solidFill>
            <a:srgbClr val="007FBA"/>
          </a:solidFill>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grpSp>
        <p:nvGrpSpPr>
          <p:cNvPr id="5" name="Группа 4"/>
          <p:cNvGrpSpPr/>
          <p:nvPr userDrawn="1"/>
        </p:nvGrpSpPr>
        <p:grpSpPr>
          <a:xfrm>
            <a:off x="9047813" y="-1125"/>
            <a:ext cx="2288323" cy="2276767"/>
            <a:chOff x="14970032" y="10843"/>
            <a:chExt cx="3773349" cy="3754558"/>
          </a:xfrm>
        </p:grpSpPr>
        <p:sp>
          <p:nvSpPr>
            <p:cNvPr id="6" name="Прямоугольник с двумя скругленными соседними углами 14"/>
            <p:cNvSpPr/>
            <p:nvPr userDrawn="1"/>
          </p:nvSpPr>
          <p:spPr>
            <a:xfrm flipV="1">
              <a:off x="14970032" y="10843"/>
              <a:ext cx="3773349" cy="3754558"/>
            </a:xfrm>
            <a:custGeom>
              <a:avLst/>
              <a:gdLst>
                <a:gd name="connsiteX0" fmla="*/ 299689 w 3773349"/>
                <a:gd name="connsiteY0" fmla="*/ 0 h 3754558"/>
                <a:gd name="connsiteX1" fmla="*/ 3473660 w 3773349"/>
                <a:gd name="connsiteY1" fmla="*/ 0 h 3754558"/>
                <a:gd name="connsiteX2" fmla="*/ 3773349 w 3773349"/>
                <a:gd name="connsiteY2" fmla="*/ 299689 h 3754558"/>
                <a:gd name="connsiteX3" fmla="*/ 3773349 w 3773349"/>
                <a:gd name="connsiteY3" fmla="*/ 3754558 h 3754558"/>
                <a:gd name="connsiteX4" fmla="*/ 3773349 w 3773349"/>
                <a:gd name="connsiteY4" fmla="*/ 3754558 h 3754558"/>
                <a:gd name="connsiteX5" fmla="*/ 0 w 3773349"/>
                <a:gd name="connsiteY5" fmla="*/ 3754558 h 3754558"/>
                <a:gd name="connsiteX6" fmla="*/ 0 w 3773349"/>
                <a:gd name="connsiteY6" fmla="*/ 3754558 h 3754558"/>
                <a:gd name="connsiteX7" fmla="*/ 0 w 3773349"/>
                <a:gd name="connsiteY7" fmla="*/ 299689 h 3754558"/>
                <a:gd name="connsiteX8" fmla="*/ 299689 w 3773349"/>
                <a:gd name="connsiteY8" fmla="*/ 0 h 3754558"/>
                <a:gd name="connsiteX0" fmla="*/ 299689 w 3773349"/>
                <a:gd name="connsiteY0" fmla="*/ 0 h 3758775"/>
                <a:gd name="connsiteX1" fmla="*/ 3473660 w 3773349"/>
                <a:gd name="connsiteY1" fmla="*/ 0 h 3758775"/>
                <a:gd name="connsiteX2" fmla="*/ 3773349 w 3773349"/>
                <a:gd name="connsiteY2" fmla="*/ 299689 h 3758775"/>
                <a:gd name="connsiteX3" fmla="*/ 3773349 w 3773349"/>
                <a:gd name="connsiteY3" fmla="*/ 3754558 h 3758775"/>
                <a:gd name="connsiteX4" fmla="*/ 3773349 w 3773349"/>
                <a:gd name="connsiteY4" fmla="*/ 3754558 h 3758775"/>
                <a:gd name="connsiteX5" fmla="*/ 839811 w 3773349"/>
                <a:gd name="connsiteY5" fmla="*/ 3758775 h 3758775"/>
                <a:gd name="connsiteX6" fmla="*/ 0 w 3773349"/>
                <a:gd name="connsiteY6" fmla="*/ 3754558 h 3758775"/>
                <a:gd name="connsiteX7" fmla="*/ 0 w 3773349"/>
                <a:gd name="connsiteY7" fmla="*/ 3754558 h 3758775"/>
                <a:gd name="connsiteX8" fmla="*/ 0 w 3773349"/>
                <a:gd name="connsiteY8" fmla="*/ 299689 h 3758775"/>
                <a:gd name="connsiteX9" fmla="*/ 299689 w 3773349"/>
                <a:gd name="connsiteY9" fmla="*/ 0 h 3758775"/>
                <a:gd name="connsiteX0" fmla="*/ 839811 w 3773349"/>
                <a:gd name="connsiteY0" fmla="*/ 3758775 h 3850215"/>
                <a:gd name="connsiteX1" fmla="*/ 0 w 3773349"/>
                <a:gd name="connsiteY1" fmla="*/ 3754558 h 3850215"/>
                <a:gd name="connsiteX2" fmla="*/ 0 w 3773349"/>
                <a:gd name="connsiteY2" fmla="*/ 3754558 h 3850215"/>
                <a:gd name="connsiteX3" fmla="*/ 0 w 3773349"/>
                <a:gd name="connsiteY3" fmla="*/ 299689 h 3850215"/>
                <a:gd name="connsiteX4" fmla="*/ 299689 w 3773349"/>
                <a:gd name="connsiteY4" fmla="*/ 0 h 3850215"/>
                <a:gd name="connsiteX5" fmla="*/ 3473660 w 3773349"/>
                <a:gd name="connsiteY5" fmla="*/ 0 h 3850215"/>
                <a:gd name="connsiteX6" fmla="*/ 3773349 w 3773349"/>
                <a:gd name="connsiteY6" fmla="*/ 299689 h 3850215"/>
                <a:gd name="connsiteX7" fmla="*/ 3773349 w 3773349"/>
                <a:gd name="connsiteY7" fmla="*/ 3754558 h 3850215"/>
                <a:gd name="connsiteX8" fmla="*/ 3773349 w 3773349"/>
                <a:gd name="connsiteY8" fmla="*/ 3754558 h 3850215"/>
                <a:gd name="connsiteX9" fmla="*/ 931251 w 3773349"/>
                <a:gd name="connsiteY9" fmla="*/ 3850215 h 3850215"/>
                <a:gd name="connsiteX0" fmla="*/ 839811 w 3773349"/>
                <a:gd name="connsiteY0" fmla="*/ 3758775 h 3850215"/>
                <a:gd name="connsiteX1" fmla="*/ 0 w 3773349"/>
                <a:gd name="connsiteY1" fmla="*/ 3754558 h 3850215"/>
                <a:gd name="connsiteX2" fmla="*/ 0 w 3773349"/>
                <a:gd name="connsiteY2" fmla="*/ 3754558 h 3850215"/>
                <a:gd name="connsiteX3" fmla="*/ 0 w 3773349"/>
                <a:gd name="connsiteY3" fmla="*/ 299689 h 3850215"/>
                <a:gd name="connsiteX4" fmla="*/ 299689 w 3773349"/>
                <a:gd name="connsiteY4" fmla="*/ 0 h 3850215"/>
                <a:gd name="connsiteX5" fmla="*/ 3473660 w 3773349"/>
                <a:gd name="connsiteY5" fmla="*/ 0 h 3850215"/>
                <a:gd name="connsiteX6" fmla="*/ 3773349 w 3773349"/>
                <a:gd name="connsiteY6" fmla="*/ 299689 h 3850215"/>
                <a:gd name="connsiteX7" fmla="*/ 3773349 w 3773349"/>
                <a:gd name="connsiteY7" fmla="*/ 3754558 h 3850215"/>
                <a:gd name="connsiteX8" fmla="*/ 3773349 w 3773349"/>
                <a:gd name="connsiteY8" fmla="*/ 3754558 h 3850215"/>
                <a:gd name="connsiteX9" fmla="*/ 904747 w 3773349"/>
                <a:gd name="connsiteY9" fmla="*/ 3850215 h 3850215"/>
                <a:gd name="connsiteX0" fmla="*/ 839811 w 3773349"/>
                <a:gd name="connsiteY0" fmla="*/ 3758775 h 3758775"/>
                <a:gd name="connsiteX1" fmla="*/ 0 w 3773349"/>
                <a:gd name="connsiteY1" fmla="*/ 3754558 h 3758775"/>
                <a:gd name="connsiteX2" fmla="*/ 0 w 3773349"/>
                <a:gd name="connsiteY2" fmla="*/ 3754558 h 3758775"/>
                <a:gd name="connsiteX3" fmla="*/ 0 w 3773349"/>
                <a:gd name="connsiteY3" fmla="*/ 299689 h 3758775"/>
                <a:gd name="connsiteX4" fmla="*/ 299689 w 3773349"/>
                <a:gd name="connsiteY4" fmla="*/ 0 h 3758775"/>
                <a:gd name="connsiteX5" fmla="*/ 3473660 w 3773349"/>
                <a:gd name="connsiteY5" fmla="*/ 0 h 3758775"/>
                <a:gd name="connsiteX6" fmla="*/ 3773349 w 3773349"/>
                <a:gd name="connsiteY6" fmla="*/ 299689 h 3758775"/>
                <a:gd name="connsiteX7" fmla="*/ 3773349 w 3773349"/>
                <a:gd name="connsiteY7" fmla="*/ 3754558 h 3758775"/>
                <a:gd name="connsiteX8" fmla="*/ 3773349 w 3773349"/>
                <a:gd name="connsiteY8" fmla="*/ 3754558 h 3758775"/>
                <a:gd name="connsiteX0" fmla="*/ 0 w 3773349"/>
                <a:gd name="connsiteY0" fmla="*/ 3754558 h 3754558"/>
                <a:gd name="connsiteX1" fmla="*/ 0 w 3773349"/>
                <a:gd name="connsiteY1" fmla="*/ 3754558 h 3754558"/>
                <a:gd name="connsiteX2" fmla="*/ 0 w 3773349"/>
                <a:gd name="connsiteY2" fmla="*/ 299689 h 3754558"/>
                <a:gd name="connsiteX3" fmla="*/ 299689 w 3773349"/>
                <a:gd name="connsiteY3" fmla="*/ 0 h 3754558"/>
                <a:gd name="connsiteX4" fmla="*/ 3473660 w 3773349"/>
                <a:gd name="connsiteY4" fmla="*/ 0 h 3754558"/>
                <a:gd name="connsiteX5" fmla="*/ 3773349 w 3773349"/>
                <a:gd name="connsiteY5" fmla="*/ 299689 h 3754558"/>
                <a:gd name="connsiteX6" fmla="*/ 3773349 w 3773349"/>
                <a:gd name="connsiteY6" fmla="*/ 3754558 h 3754558"/>
                <a:gd name="connsiteX7" fmla="*/ 3773349 w 3773349"/>
                <a:gd name="connsiteY7" fmla="*/ 3754558 h 375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3349" h="3754558">
                  <a:moveTo>
                    <a:pt x="0" y="3754558"/>
                  </a:moveTo>
                  <a:lnTo>
                    <a:pt x="0" y="3754558"/>
                  </a:lnTo>
                  <a:lnTo>
                    <a:pt x="0" y="299689"/>
                  </a:lnTo>
                  <a:cubicBezTo>
                    <a:pt x="0" y="134175"/>
                    <a:pt x="134175" y="0"/>
                    <a:pt x="299689" y="0"/>
                  </a:cubicBezTo>
                  <a:lnTo>
                    <a:pt x="3473660" y="0"/>
                  </a:lnTo>
                  <a:cubicBezTo>
                    <a:pt x="3639174" y="0"/>
                    <a:pt x="3773349" y="134175"/>
                    <a:pt x="3773349" y="299689"/>
                  </a:cubicBezTo>
                  <a:lnTo>
                    <a:pt x="3773349" y="3754558"/>
                  </a:lnTo>
                  <a:lnTo>
                    <a:pt x="3773349" y="3754558"/>
                  </a:lnTo>
                </a:path>
              </a:pathLst>
            </a:custGeom>
            <a:solidFill>
              <a:schemeClr val="bg1"/>
            </a:solidFill>
            <a:ln>
              <a:solidFill>
                <a:srgbClr val="008F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pic>
          <p:nvPicPr>
            <p:cNvPr id="7" name="Рисунок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268700" y="320675"/>
              <a:ext cx="3176011" cy="2971800"/>
            </a:xfrm>
            <a:prstGeom prst="rect">
              <a:avLst/>
            </a:prstGeom>
          </p:spPr>
        </p:pic>
      </p:grpSp>
      <p:sp>
        <p:nvSpPr>
          <p:cNvPr id="10" name="object 8">
            <a:extLst>
              <a:ext uri="{FF2B5EF4-FFF2-40B4-BE49-F238E27FC236}">
                <a16:creationId xmlns:a16="http://schemas.microsoft.com/office/drawing/2014/main" id="{1ED1EBCD-8FBF-438C-9C8F-05378092E82B}"/>
              </a:ext>
            </a:extLst>
          </p:cNvPr>
          <p:cNvSpPr txBox="1"/>
          <p:nvPr userDrawn="1"/>
        </p:nvSpPr>
        <p:spPr>
          <a:xfrm>
            <a:off x="659197" y="6325875"/>
            <a:ext cx="950609" cy="237985"/>
          </a:xfrm>
          <a:prstGeom prst="rect">
            <a:avLst/>
          </a:prstGeom>
        </p:spPr>
        <p:txBody>
          <a:bodyPr vert="horz" wrap="square" lIns="0" tIns="9242" rIns="0" bIns="0" rtlCol="0">
            <a:spAutoFit/>
          </a:bodyPr>
          <a:lstStyle/>
          <a:p>
            <a:pPr marL="7702">
              <a:spcBef>
                <a:spcPts val="73"/>
              </a:spcBef>
              <a:tabLst>
                <a:tab pos="1085896" algn="l"/>
              </a:tabLst>
            </a:pPr>
            <a:r>
              <a:rPr lang="en-US" sz="1486" dirty="0">
                <a:solidFill>
                  <a:srgbClr val="FFFFFF"/>
                </a:solidFill>
                <a:latin typeface="Segoe UI"/>
                <a:cs typeface="Segoe UI"/>
              </a:rPr>
              <a:t>INTERNAL</a:t>
            </a:r>
          </a:p>
        </p:txBody>
      </p:sp>
      <p:sp>
        <p:nvSpPr>
          <p:cNvPr id="11" name="Text Placeholder 10">
            <a:extLst>
              <a:ext uri="{FF2B5EF4-FFF2-40B4-BE49-F238E27FC236}">
                <a16:creationId xmlns:a16="http://schemas.microsoft.com/office/drawing/2014/main" id="{B7444037-0E23-4774-A8D8-C1BAB4D1088E}"/>
              </a:ext>
            </a:extLst>
          </p:cNvPr>
          <p:cNvSpPr>
            <a:spLocks noGrp="1"/>
          </p:cNvSpPr>
          <p:nvPr>
            <p:ph type="body" sz="quarter" idx="10" hasCustomPrompt="1"/>
          </p:nvPr>
        </p:nvSpPr>
        <p:spPr>
          <a:xfrm>
            <a:off x="659197" y="2817710"/>
            <a:ext cx="7947885" cy="777672"/>
          </a:xfrm>
          <a:prstGeom prst="rect">
            <a:avLst/>
          </a:prstGeom>
        </p:spPr>
        <p:txBody>
          <a:bodyPr anchor="ctr"/>
          <a:lstStyle>
            <a:lvl1pPr marL="0" indent="0">
              <a:buNone/>
              <a:defRPr kumimoji="0" lang="en-US" sz="4852" b="1" i="0" u="none" strike="noStrike" kern="0" cap="none" spc="0" normalizeH="0" baseline="0" dirty="0" smtClean="0">
                <a:ln>
                  <a:noFill/>
                </a:ln>
                <a:solidFill>
                  <a:srgbClr val="008FD1"/>
                </a:solidFill>
                <a:effectLst/>
                <a:uLnTx/>
                <a:uFillTx/>
                <a:latin typeface="Segoe UI Black" panose="020B0A02040204020203" pitchFamily="34" charset="0"/>
                <a:ea typeface="+mj-ea"/>
                <a:cs typeface="Segoe UI"/>
              </a:defRPr>
            </a:lvl1pPr>
            <a:lvl2pPr marL="277250" indent="0">
              <a:buNone/>
              <a:defRPr/>
            </a:lvl2pPr>
          </a:lstStyle>
          <a:p>
            <a:pPr lvl="0"/>
            <a:r>
              <a:rPr lang="en-US" dirty="0"/>
              <a:t>PRESENTATION TITLE</a:t>
            </a:r>
          </a:p>
        </p:txBody>
      </p:sp>
      <p:sp>
        <p:nvSpPr>
          <p:cNvPr id="21" name="Text Placeholder 20">
            <a:extLst>
              <a:ext uri="{FF2B5EF4-FFF2-40B4-BE49-F238E27FC236}">
                <a16:creationId xmlns:a16="http://schemas.microsoft.com/office/drawing/2014/main" id="{D9DC0FFB-1D8C-4B14-945D-1A974B601CB0}"/>
              </a:ext>
            </a:extLst>
          </p:cNvPr>
          <p:cNvSpPr>
            <a:spLocks noGrp="1"/>
          </p:cNvSpPr>
          <p:nvPr>
            <p:ph type="body" sz="quarter" idx="15" hasCustomPrompt="1"/>
          </p:nvPr>
        </p:nvSpPr>
        <p:spPr>
          <a:xfrm>
            <a:off x="659417" y="3619453"/>
            <a:ext cx="7947663" cy="595710"/>
          </a:xfrm>
          <a:prstGeom prst="rect">
            <a:avLst/>
          </a:prstGeom>
        </p:spPr>
        <p:txBody>
          <a:bodyPr anchor="ctr"/>
          <a:lstStyle>
            <a:lvl1pPr marL="0" indent="0">
              <a:buNone/>
              <a:defRPr sz="3638">
                <a:solidFill>
                  <a:srgbClr val="008FD1"/>
                </a:solidFill>
                <a:latin typeface="Segoe UI" panose="020B05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Subtitle</a:t>
            </a:r>
          </a:p>
        </p:txBody>
      </p:sp>
      <p:sp>
        <p:nvSpPr>
          <p:cNvPr id="23" name="Text Placeholder 22">
            <a:extLst>
              <a:ext uri="{FF2B5EF4-FFF2-40B4-BE49-F238E27FC236}">
                <a16:creationId xmlns:a16="http://schemas.microsoft.com/office/drawing/2014/main" id="{A1FDE4BE-4E05-4C64-B3F6-074DEF639B80}"/>
              </a:ext>
            </a:extLst>
          </p:cNvPr>
          <p:cNvSpPr>
            <a:spLocks noGrp="1"/>
          </p:cNvSpPr>
          <p:nvPr>
            <p:ph type="body" sz="quarter" idx="16" hasCustomPrompt="1"/>
          </p:nvPr>
        </p:nvSpPr>
        <p:spPr>
          <a:xfrm>
            <a:off x="659417" y="4239235"/>
            <a:ext cx="7947663" cy="519837"/>
          </a:xfrm>
          <a:prstGeom prst="rect">
            <a:avLst/>
          </a:prstGeom>
        </p:spPr>
        <p:txBody>
          <a:bodyPr anchor="ctr"/>
          <a:lstStyle>
            <a:lvl1pPr marL="0" indent="0">
              <a:buNone/>
              <a:defRPr sz="2426">
                <a:solidFill>
                  <a:srgbClr val="575756"/>
                </a:solidFill>
                <a:latin typeface="Segoe UI" panose="020B0502040204020203" pitchFamily="34" charset="0"/>
                <a:cs typeface="Segoe UI" panose="020B0502040204020203" pitchFamily="34" charset="0"/>
              </a:defRPr>
            </a:lvl1pPr>
          </a:lstStyle>
          <a:p>
            <a:pPr lvl="0"/>
            <a:r>
              <a:rPr lang="en-US" dirty="0"/>
              <a:t>Department Name</a:t>
            </a:r>
          </a:p>
        </p:txBody>
      </p:sp>
      <p:sp>
        <p:nvSpPr>
          <p:cNvPr id="24" name="Text Placeholder 22">
            <a:extLst>
              <a:ext uri="{FF2B5EF4-FFF2-40B4-BE49-F238E27FC236}">
                <a16:creationId xmlns:a16="http://schemas.microsoft.com/office/drawing/2014/main" id="{91D38DA0-DAEA-4C33-B5EF-198ACFFC8D9F}"/>
              </a:ext>
            </a:extLst>
          </p:cNvPr>
          <p:cNvSpPr>
            <a:spLocks noGrp="1"/>
          </p:cNvSpPr>
          <p:nvPr>
            <p:ph type="body" sz="quarter" idx="17" hasCustomPrompt="1"/>
          </p:nvPr>
        </p:nvSpPr>
        <p:spPr>
          <a:xfrm>
            <a:off x="659417" y="4783142"/>
            <a:ext cx="7947663" cy="519837"/>
          </a:xfrm>
          <a:prstGeom prst="rect">
            <a:avLst/>
          </a:prstGeom>
        </p:spPr>
        <p:txBody>
          <a:bodyPr anchor="ctr"/>
          <a:lstStyle>
            <a:lvl1pPr marL="0" indent="0">
              <a:buNone/>
              <a:defRPr sz="2426">
                <a:solidFill>
                  <a:srgbClr val="575756"/>
                </a:solidFill>
                <a:latin typeface="Segoe UI" panose="020B0502040204020203" pitchFamily="34" charset="0"/>
                <a:cs typeface="Segoe UI" panose="020B0502040204020203" pitchFamily="34" charset="0"/>
              </a:defRPr>
            </a:lvl1pPr>
          </a:lstStyle>
          <a:p>
            <a:pPr lvl="0"/>
            <a:r>
              <a:rPr lang="en-US" dirty="0"/>
              <a:t>Presenter’s Name</a:t>
            </a:r>
          </a:p>
        </p:txBody>
      </p:sp>
      <p:sp>
        <p:nvSpPr>
          <p:cNvPr id="2" name="object 8">
            <a:extLst>
              <a:ext uri="{FF2B5EF4-FFF2-40B4-BE49-F238E27FC236}">
                <a16:creationId xmlns:a16="http://schemas.microsoft.com/office/drawing/2014/main" id="{6EDDEC55-DD8C-41C1-79C7-6D1E837ABAC3}"/>
              </a:ext>
            </a:extLst>
          </p:cNvPr>
          <p:cNvSpPr txBox="1"/>
          <p:nvPr userDrawn="1"/>
        </p:nvSpPr>
        <p:spPr>
          <a:xfrm>
            <a:off x="10692561" y="6325875"/>
            <a:ext cx="987463" cy="237985"/>
          </a:xfrm>
          <a:prstGeom prst="rect">
            <a:avLst/>
          </a:prstGeom>
        </p:spPr>
        <p:txBody>
          <a:bodyPr vert="horz" wrap="square" lIns="0" tIns="9242" rIns="0" bIns="0" rtlCol="0">
            <a:spAutoFit/>
          </a:bodyPr>
          <a:lstStyle/>
          <a:p>
            <a:pPr marL="7702">
              <a:spcBef>
                <a:spcPts val="73"/>
              </a:spcBef>
              <a:tabLst>
                <a:tab pos="1085896" algn="l"/>
              </a:tabLst>
            </a:pPr>
            <a:fld id="{44695926-E7DC-45A8-B974-A534BAC47907}" type="datetime1">
              <a:rPr lang="en-US" sz="1486" smtClean="0">
                <a:solidFill>
                  <a:srgbClr val="FFFFFF"/>
                </a:solidFill>
                <a:latin typeface="Segoe UI"/>
                <a:cs typeface="Segoe UI"/>
              </a:rPr>
              <a:pPr marL="7702">
                <a:spcBef>
                  <a:spcPts val="73"/>
                </a:spcBef>
                <a:tabLst>
                  <a:tab pos="1085896" algn="l"/>
                </a:tabLst>
              </a:pPr>
              <a:t>06/02/26</a:t>
            </a:fld>
            <a:endParaRPr lang="en-US" sz="1486" dirty="0">
              <a:solidFill>
                <a:srgbClr val="FFFFFF"/>
              </a:solidFill>
              <a:latin typeface="Segoe UI"/>
              <a:cs typeface="Segoe UI"/>
            </a:endParaRPr>
          </a:p>
        </p:txBody>
      </p:sp>
    </p:spTree>
    <p:extLst>
      <p:ext uri="{BB962C8B-B14F-4D97-AF65-F5344CB8AC3E}">
        <p14:creationId xmlns:p14="http://schemas.microsoft.com/office/powerpoint/2010/main" val="1312039963"/>
      </p:ext>
    </p:extLst>
  </p:cSld>
  <p:clrMapOvr>
    <a:masterClrMapping/>
  </p:clrMapOvr>
  <p:extLst>
    <p:ext uri="{DCECCB84-F9BA-43D5-87BE-67443E8EF086}">
      <p15:sldGuideLst xmlns:p15="http://schemas.microsoft.com/office/powerpoint/2012/main">
        <p15:guide id="1" orient="horz" pos="2927">
          <p15:clr>
            <a:srgbClr val="FBAE40"/>
          </p15:clr>
        </p15:guide>
        <p15:guide id="2" pos="663">
          <p15:clr>
            <a:srgbClr val="FBAE40"/>
          </p15:clr>
        </p15:guide>
        <p15:guide id="3" pos="8941">
          <p15:clr>
            <a:srgbClr val="FBAE40"/>
          </p15:clr>
        </p15:guide>
        <p15:guide id="4" pos="792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claimer_ENG">
    <p:spTree>
      <p:nvGrpSpPr>
        <p:cNvPr id="1" name=""/>
        <p:cNvGrpSpPr/>
        <p:nvPr/>
      </p:nvGrpSpPr>
      <p:grpSpPr>
        <a:xfrm>
          <a:off x="0" y="0"/>
          <a:ext cx="0" cy="0"/>
          <a:chOff x="0" y="0"/>
          <a:chExt cx="0" cy="0"/>
        </a:xfrm>
      </p:grpSpPr>
      <p:sp>
        <p:nvSpPr>
          <p:cNvPr id="3" name="Прямоугольник 2"/>
          <p:cNvSpPr/>
          <p:nvPr userDrawn="1"/>
        </p:nvSpPr>
        <p:spPr>
          <a:xfrm>
            <a:off x="-2" y="0"/>
            <a:ext cx="1219200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pic>
        <p:nvPicPr>
          <p:cNvPr id="4" name="bg object 16"/>
          <p:cNvPicPr/>
          <p:nvPr userDrawn="1"/>
        </p:nvPicPr>
        <p:blipFill>
          <a:blip r:embed="rId2" cstate="print"/>
          <a:stretch>
            <a:fillRect/>
          </a:stretch>
        </p:blipFill>
        <p:spPr>
          <a:xfrm>
            <a:off x="-2" y="6576"/>
            <a:ext cx="12005566" cy="6850943"/>
          </a:xfrm>
          <a:prstGeom prst="rect">
            <a:avLst/>
          </a:prstGeom>
        </p:spPr>
      </p:pic>
      <p:sp>
        <p:nvSpPr>
          <p:cNvPr id="11" name="Прямоугольник с двумя скругленными соседними углами 10"/>
          <p:cNvSpPr/>
          <p:nvPr userDrawn="1"/>
        </p:nvSpPr>
        <p:spPr>
          <a:xfrm>
            <a:off x="680651" y="2800154"/>
            <a:ext cx="10655485" cy="4057847"/>
          </a:xfrm>
          <a:prstGeom prst="round2SameRect">
            <a:avLst>
              <a:gd name="adj1" fmla="val 5676"/>
              <a:gd name="adj2" fmla="val 0"/>
            </a:avLst>
          </a:prstGeom>
          <a:solidFill>
            <a:srgbClr val="81D8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9" name="object 2"/>
          <p:cNvSpPr txBox="1"/>
          <p:nvPr userDrawn="1"/>
        </p:nvSpPr>
        <p:spPr>
          <a:xfrm>
            <a:off x="1041481" y="3246677"/>
            <a:ext cx="9933823" cy="3404661"/>
          </a:xfrm>
          <a:prstGeom prst="rect">
            <a:avLst/>
          </a:prstGeom>
        </p:spPr>
        <p:txBody>
          <a:bodyPr vert="horz" wrap="square" lIns="0" tIns="6932" rIns="0" bIns="0" rtlCol="0">
            <a:spAutoFit/>
          </a:bodyPr>
          <a:lstStyle/>
          <a:p>
            <a:pPr marL="7702" marR="308856" lvl="0" indent="0" algn="just" defTabSz="554500" eaLnBrk="1" fontAlgn="auto" latinLnBrk="0" hangingPunct="1">
              <a:lnSpc>
                <a:spcPct val="101499"/>
              </a:lnSpc>
              <a:spcBef>
                <a:spcPts val="55"/>
              </a:spcBef>
              <a:spcAft>
                <a:spcPts val="0"/>
              </a:spcAft>
              <a:buClrTx/>
              <a:buSzTx/>
              <a:buFontTx/>
              <a:buNone/>
              <a:tabLst/>
              <a:defRPr/>
            </a:pPr>
            <a:r>
              <a:rPr kumimoji="0" lang="en-US" sz="1182" b="0" i="0" u="none" strike="noStrike" kern="0" cap="none" spc="0" normalizeH="0" baseline="0" noProof="0" dirty="0">
                <a:ln>
                  <a:noFill/>
                </a:ln>
                <a:solidFill>
                  <a:srgbClr val="575756"/>
                </a:solidFill>
                <a:effectLst/>
                <a:uLnTx/>
                <a:uFillTx/>
                <a:latin typeface="Segoe UI"/>
                <a:cs typeface="Segoe UI"/>
              </a:rPr>
              <a:t>North Caspian Operating Company N.V. in this presentation may be referred to as “NCOC” for convenience. Likewise, the words “we”, “us” and “our” are also used to refer to North Caspian Operating Company N.V. </a:t>
            </a:r>
          </a:p>
          <a:p>
            <a:pPr marL="7702" marR="308856" lvl="0" indent="0" algn="just" defTabSz="554500" eaLnBrk="1" fontAlgn="auto" latinLnBrk="0" hangingPunct="1">
              <a:lnSpc>
                <a:spcPct val="101499"/>
              </a:lnSpc>
              <a:spcBef>
                <a:spcPts val="55"/>
              </a:spcBef>
              <a:spcAft>
                <a:spcPts val="0"/>
              </a:spcAft>
              <a:buClrTx/>
              <a:buSzTx/>
              <a:buFontTx/>
              <a:buNone/>
              <a:tabLst/>
              <a:defRPr/>
            </a:pPr>
            <a:endParaRPr kumimoji="0" lang="en-US" sz="1182" b="0" i="0" u="none" strike="noStrike" kern="0" cap="none" spc="0" normalizeH="0" baseline="0" noProof="0" dirty="0">
              <a:ln>
                <a:noFill/>
              </a:ln>
              <a:solidFill>
                <a:srgbClr val="575756"/>
              </a:solidFill>
              <a:effectLst/>
              <a:uLnTx/>
              <a:uFillTx/>
              <a:latin typeface="Segoe UI"/>
              <a:cs typeface="Segoe UI"/>
            </a:endParaRPr>
          </a:p>
          <a:p>
            <a:pPr marL="7702" marR="308856" lvl="0" indent="0" algn="just" defTabSz="554500" eaLnBrk="1" fontAlgn="auto" latinLnBrk="0" hangingPunct="1">
              <a:lnSpc>
                <a:spcPct val="101499"/>
              </a:lnSpc>
              <a:spcBef>
                <a:spcPts val="55"/>
              </a:spcBef>
              <a:spcAft>
                <a:spcPts val="0"/>
              </a:spcAft>
              <a:buClrTx/>
              <a:buSzTx/>
              <a:buFontTx/>
              <a:buNone/>
              <a:tabLst/>
              <a:defRPr/>
            </a:pPr>
            <a:r>
              <a:rPr kumimoji="0" lang="en-US" sz="1182" b="0" i="0" u="none" strike="noStrike" kern="0" cap="none" spc="0" normalizeH="0" baseline="0" noProof="0" dirty="0">
                <a:ln>
                  <a:noFill/>
                </a:ln>
                <a:solidFill>
                  <a:srgbClr val="575756"/>
                </a:solidFill>
                <a:effectLst/>
                <a:uLnTx/>
                <a:uFillTx/>
                <a:latin typeface="Segoe UI"/>
                <a:cs typeface="Segoe UI"/>
              </a:rPr>
              <a:t> NCOC assumes no liability or responsibility for any errors or any loss that may be suffered in connection with the use of this presentation or any of its content. Furthermore, this presentation may contain references to certain laws and regulations that may change over time or be abolished and should be interpreted only in light of particular circumstances. </a:t>
            </a:r>
          </a:p>
          <a:p>
            <a:pPr marL="7702" marR="308856" lvl="0" indent="0" algn="just" defTabSz="554500" eaLnBrk="1" fontAlgn="auto" latinLnBrk="0" hangingPunct="1">
              <a:lnSpc>
                <a:spcPct val="101499"/>
              </a:lnSpc>
              <a:spcBef>
                <a:spcPts val="55"/>
              </a:spcBef>
              <a:spcAft>
                <a:spcPts val="0"/>
              </a:spcAft>
              <a:buClrTx/>
              <a:buSzTx/>
              <a:buFontTx/>
              <a:buNone/>
              <a:tabLst/>
              <a:defRPr/>
            </a:pPr>
            <a:endParaRPr kumimoji="0" lang="en-US" sz="1182" b="0" i="0" u="none" strike="noStrike" kern="0" cap="none" spc="0" normalizeH="0" baseline="0" noProof="0" dirty="0">
              <a:ln>
                <a:noFill/>
              </a:ln>
              <a:solidFill>
                <a:srgbClr val="575756"/>
              </a:solidFill>
              <a:effectLst/>
              <a:uLnTx/>
              <a:uFillTx/>
              <a:latin typeface="Segoe UI"/>
              <a:cs typeface="Segoe UI"/>
            </a:endParaRPr>
          </a:p>
          <a:p>
            <a:pPr marL="7702" marR="308856" lvl="0" indent="0" algn="just" defTabSz="554500" eaLnBrk="1" fontAlgn="auto" latinLnBrk="0" hangingPunct="1">
              <a:lnSpc>
                <a:spcPct val="101499"/>
              </a:lnSpc>
              <a:spcBef>
                <a:spcPts val="55"/>
              </a:spcBef>
              <a:spcAft>
                <a:spcPts val="0"/>
              </a:spcAft>
              <a:buClrTx/>
              <a:buSzTx/>
              <a:buFontTx/>
              <a:buNone/>
              <a:tabLst/>
              <a:defRPr/>
            </a:pPr>
            <a:r>
              <a:rPr kumimoji="0" lang="en-US" sz="1182" b="0" i="0" u="none" strike="noStrike" kern="0" cap="none" spc="0" normalizeH="0" baseline="0" noProof="0" dirty="0">
                <a:ln>
                  <a:noFill/>
                </a:ln>
                <a:solidFill>
                  <a:srgbClr val="575756"/>
                </a:solidFill>
                <a:effectLst/>
                <a:uLnTx/>
                <a:uFillTx/>
                <a:latin typeface="Segoe UI"/>
                <a:cs typeface="Segoe UI"/>
              </a:rPr>
              <a:t>NCOC provides information in this presentation “as is”, with no guarantees of completeness, accuracy or timelines, and without warranties of any kind, express or implied. NCOC undertakes no obligation to publicly update or revise the disclosure of information in this presentation (including forward-looking statements) after the date of this presentation. This presentation may contain some confidential or sensitive information, and if you are not the intended recipient, you are hereby notified that you should not review, use, disclose, distribute, copy or forward this information. If you have received this presentation in error, please notify the sender immediately and delete / destroy any and all copies. </a:t>
            </a:r>
          </a:p>
          <a:p>
            <a:pPr marL="7702" marR="308856" lvl="0" indent="0" algn="just" defTabSz="554500" eaLnBrk="1" fontAlgn="auto" latinLnBrk="0" hangingPunct="1">
              <a:lnSpc>
                <a:spcPct val="101499"/>
              </a:lnSpc>
              <a:spcBef>
                <a:spcPts val="55"/>
              </a:spcBef>
              <a:spcAft>
                <a:spcPts val="0"/>
              </a:spcAft>
              <a:buClrTx/>
              <a:buSzTx/>
              <a:buFontTx/>
              <a:buNone/>
              <a:tabLst/>
              <a:defRPr/>
            </a:pPr>
            <a:endParaRPr kumimoji="0" lang="en-US" sz="1182" b="0" i="0" u="none" strike="noStrike" kern="0" cap="none" spc="0" normalizeH="0" baseline="0" noProof="0" dirty="0">
              <a:ln>
                <a:noFill/>
              </a:ln>
              <a:solidFill>
                <a:srgbClr val="575756"/>
              </a:solidFill>
              <a:effectLst/>
              <a:uLnTx/>
              <a:uFillTx/>
              <a:latin typeface="Segoe UI"/>
              <a:cs typeface="Segoe UI"/>
            </a:endParaRPr>
          </a:p>
          <a:p>
            <a:pPr marL="7702" marR="308856" lvl="0" indent="0" algn="just" defTabSz="554500" eaLnBrk="1" fontAlgn="auto" latinLnBrk="0" hangingPunct="1">
              <a:lnSpc>
                <a:spcPct val="101499"/>
              </a:lnSpc>
              <a:spcBef>
                <a:spcPts val="55"/>
              </a:spcBef>
              <a:spcAft>
                <a:spcPts val="0"/>
              </a:spcAft>
              <a:buClrTx/>
              <a:buSzTx/>
              <a:buFontTx/>
              <a:buNone/>
              <a:tabLst/>
              <a:defRPr/>
            </a:pPr>
            <a:r>
              <a:rPr kumimoji="0" lang="en-US" sz="1182" b="0" i="0" u="none" strike="noStrike" kern="0" cap="none" spc="0" normalizeH="0" baseline="0" noProof="0" dirty="0">
                <a:ln>
                  <a:noFill/>
                </a:ln>
                <a:solidFill>
                  <a:srgbClr val="575756"/>
                </a:solidFill>
                <a:effectLst/>
                <a:uLnTx/>
                <a:uFillTx/>
                <a:latin typeface="Segoe UI"/>
                <a:cs typeface="Segoe UI"/>
              </a:rPr>
              <a:t>To the fullest extent permissible pursuant to applicable law, NCOC excludes any liability which may arise as a result of the unauthorized use of this presentation, its content or the information on it. Unless otherwise indicated, NCOC owns the copyright in the content in this presentation. </a:t>
            </a:r>
          </a:p>
          <a:p>
            <a:pPr marL="7702" marR="308856" lvl="0" indent="0" algn="just" defTabSz="554500" eaLnBrk="1" fontAlgn="auto" latinLnBrk="0" hangingPunct="1">
              <a:lnSpc>
                <a:spcPct val="101499"/>
              </a:lnSpc>
              <a:spcBef>
                <a:spcPts val="55"/>
              </a:spcBef>
              <a:spcAft>
                <a:spcPts val="0"/>
              </a:spcAft>
              <a:buClrTx/>
              <a:buSzTx/>
              <a:buFontTx/>
              <a:buNone/>
              <a:tabLst/>
              <a:defRPr/>
            </a:pPr>
            <a:endParaRPr kumimoji="0" lang="en-US" sz="1182" b="0" i="0" u="none" strike="noStrike" kern="0" cap="none" spc="0" normalizeH="0" baseline="0" noProof="0" dirty="0">
              <a:ln>
                <a:noFill/>
              </a:ln>
              <a:solidFill>
                <a:srgbClr val="575756"/>
              </a:solidFill>
              <a:effectLst/>
              <a:uLnTx/>
              <a:uFillTx/>
              <a:latin typeface="Segoe UI"/>
              <a:cs typeface="Segoe UI"/>
            </a:endParaRPr>
          </a:p>
          <a:p>
            <a:pPr marL="7702" marR="308856" lvl="0" indent="0" algn="just" defTabSz="554500" eaLnBrk="1" fontAlgn="auto" latinLnBrk="0" hangingPunct="1">
              <a:lnSpc>
                <a:spcPct val="101499"/>
              </a:lnSpc>
              <a:spcBef>
                <a:spcPts val="55"/>
              </a:spcBef>
              <a:spcAft>
                <a:spcPts val="0"/>
              </a:spcAft>
              <a:buClrTx/>
              <a:buSzTx/>
              <a:buFontTx/>
              <a:buNone/>
              <a:tabLst/>
              <a:defRPr/>
            </a:pPr>
            <a:r>
              <a:rPr kumimoji="0" lang="en-US" sz="1182" b="0" i="0" u="none" strike="noStrike" kern="0" cap="none" spc="0" normalizeH="0" baseline="0" noProof="0" dirty="0">
                <a:ln>
                  <a:noFill/>
                </a:ln>
                <a:solidFill>
                  <a:srgbClr val="575756"/>
                </a:solidFill>
                <a:effectLst/>
                <a:uLnTx/>
                <a:uFillTx/>
                <a:latin typeface="Segoe UI"/>
                <a:cs typeface="Segoe UI"/>
              </a:rPr>
              <a:t>NCOC trademark is registered and protected under the law of the Republic of Kazakhstan. Any unauthorized use of NCOC trademark is subject to legal action. </a:t>
            </a:r>
          </a:p>
        </p:txBody>
      </p:sp>
      <p:sp>
        <p:nvSpPr>
          <p:cNvPr id="16" name="Прямоугольник с двумя скругленными соседними углами 15"/>
          <p:cNvSpPr/>
          <p:nvPr userDrawn="1"/>
        </p:nvSpPr>
        <p:spPr>
          <a:xfrm flipV="1">
            <a:off x="9053757" y="0"/>
            <a:ext cx="2282376" cy="2282216"/>
          </a:xfrm>
          <a:prstGeom prst="round2SameRect">
            <a:avLst>
              <a:gd name="adj1" fmla="val 10368"/>
              <a:gd name="adj2" fmla="val 0"/>
            </a:avLst>
          </a:prstGeom>
          <a:solidFill>
            <a:srgbClr val="81D8FF">
              <a:alpha val="50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dirty="0">
              <a:ln>
                <a:noFill/>
              </a:ln>
              <a:solidFill>
                <a:prstClr val="white"/>
              </a:solidFill>
              <a:effectLst/>
              <a:uLnTx/>
              <a:uFillTx/>
              <a:latin typeface="Segoe UI"/>
              <a:ea typeface="+mn-ea"/>
              <a:cs typeface="+mn-cs"/>
            </a:endParaRPr>
          </a:p>
        </p:txBody>
      </p:sp>
      <p:pic>
        <p:nvPicPr>
          <p:cNvPr id="17" name="Рисунок 16"/>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237441" y="247224"/>
            <a:ext cx="1910754" cy="1787771"/>
          </a:xfrm>
          <a:prstGeom prst="rect">
            <a:avLst/>
          </a:prstGeom>
        </p:spPr>
      </p:pic>
      <p:sp>
        <p:nvSpPr>
          <p:cNvPr id="5" name="Holder 4">
            <a:extLst>
              <a:ext uri="{FF2B5EF4-FFF2-40B4-BE49-F238E27FC236}">
                <a16:creationId xmlns:a16="http://schemas.microsoft.com/office/drawing/2014/main" id="{F495B543-DBCD-E7C7-8AB6-CE089820CA85}"/>
              </a:ext>
            </a:extLst>
          </p:cNvPr>
          <p:cNvSpPr txBox="1">
            <a:spLocks/>
          </p:cNvSpPr>
          <p:nvPr userDrawn="1"/>
        </p:nvSpPr>
        <p:spPr>
          <a:xfrm rot="5400000">
            <a:off x="11073964" y="5265156"/>
            <a:ext cx="1388845" cy="135293"/>
          </a:xfrm>
          <a:prstGeom prst="rect">
            <a:avLst/>
          </a:prstGeom>
        </p:spPr>
        <p:txBody>
          <a:bodyPr wrap="square" lIns="0" tIns="0" rIns="0" bIns="0">
            <a:spAutoFit/>
          </a:bodyPr>
          <a:lstStyle>
            <a:defPPr>
              <a:defRPr kern="0"/>
            </a:defPPr>
            <a:lvl1pPr>
              <a:defRPr sz="1450" b="0" i="0">
                <a:solidFill>
                  <a:srgbClr val="008FD1"/>
                </a:solidFill>
                <a:latin typeface="Segoe UI"/>
                <a:cs typeface="Segoe UI"/>
              </a:defRPr>
            </a:lvl1pPr>
          </a:lstStyle>
          <a:p>
            <a:pPr marL="7702" marR="0" lvl="0" indent="0" defTabSz="554500" eaLnBrk="1" fontAlgn="auto" latinLnBrk="0" hangingPunct="1">
              <a:lnSpc>
                <a:spcPct val="100000"/>
              </a:lnSpc>
              <a:spcBef>
                <a:spcPts val="152"/>
              </a:spcBef>
              <a:spcAft>
                <a:spcPts val="0"/>
              </a:spcAft>
              <a:buClrTx/>
              <a:buSzTx/>
              <a:buFontTx/>
              <a:buNone/>
              <a:tabLst>
                <a:tab pos="763284" algn="l"/>
              </a:tabLst>
              <a:defRPr/>
            </a:pPr>
            <a:r>
              <a:rPr kumimoji="0" lang="en-US" sz="879" b="0" i="0" u="none" strike="noStrike" kern="0" cap="none" spc="0" normalizeH="0" baseline="0" noProof="0" dirty="0">
                <a:ln>
                  <a:noFill/>
                </a:ln>
                <a:solidFill>
                  <a:srgbClr val="008FD1"/>
                </a:solidFill>
                <a:effectLst/>
                <a:uLnTx/>
                <a:uFillTx/>
                <a:latin typeface="Segoe UI"/>
                <a:cs typeface="Segoe UI"/>
              </a:rPr>
              <a:t>INTERNAL	</a:t>
            </a:r>
            <a:fld id="{6734F0B2-4CDE-4D37-920F-6BF657BFC994}" type="datetime1">
              <a:rPr kumimoji="0" lang="en-GB" sz="879" b="0" i="0" u="none" strike="noStrike" kern="0" cap="none" spc="0" normalizeH="0" baseline="0" noProof="0" smtClean="0">
                <a:ln>
                  <a:noFill/>
                </a:ln>
                <a:solidFill>
                  <a:srgbClr val="008FD1"/>
                </a:solidFill>
                <a:effectLst/>
                <a:uLnTx/>
                <a:uFillTx/>
                <a:latin typeface="Segoe UI"/>
                <a:cs typeface="Segoe UI"/>
              </a:rPr>
              <a:pPr marL="7702" marR="0" lvl="0" indent="0" defTabSz="554500" eaLnBrk="1" fontAlgn="auto" latinLnBrk="0" hangingPunct="1">
                <a:lnSpc>
                  <a:spcPct val="100000"/>
                </a:lnSpc>
                <a:spcBef>
                  <a:spcPts val="152"/>
                </a:spcBef>
                <a:spcAft>
                  <a:spcPts val="0"/>
                </a:spcAft>
                <a:buClrTx/>
                <a:buSzTx/>
                <a:buFontTx/>
                <a:buNone/>
                <a:tabLst>
                  <a:tab pos="763284" algn="l"/>
                </a:tabLst>
                <a:defRPr/>
              </a:pPr>
              <a:t>06/02/2026</a:t>
            </a:fld>
            <a:endParaRPr kumimoji="0" lang="en-US" sz="879" b="0" i="0" u="none" strike="noStrike" kern="0" cap="none" spc="0" normalizeH="0" baseline="0" noProof="0" dirty="0">
              <a:ln>
                <a:noFill/>
              </a:ln>
              <a:solidFill>
                <a:srgbClr val="008FD1"/>
              </a:solidFill>
              <a:effectLst/>
              <a:uLnTx/>
              <a:uFillTx/>
              <a:latin typeface="Segoe UI"/>
              <a:cs typeface="Segoe UI"/>
            </a:endParaRPr>
          </a:p>
        </p:txBody>
      </p:sp>
    </p:spTree>
    <p:extLst>
      <p:ext uri="{BB962C8B-B14F-4D97-AF65-F5344CB8AC3E}">
        <p14:creationId xmlns:p14="http://schemas.microsoft.com/office/powerpoint/2010/main" val="2820394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sclaimer_KAZ">
    <p:spTree>
      <p:nvGrpSpPr>
        <p:cNvPr id="1" name=""/>
        <p:cNvGrpSpPr/>
        <p:nvPr/>
      </p:nvGrpSpPr>
      <p:grpSpPr>
        <a:xfrm>
          <a:off x="0" y="0"/>
          <a:ext cx="0" cy="0"/>
          <a:chOff x="0" y="0"/>
          <a:chExt cx="0" cy="0"/>
        </a:xfrm>
      </p:grpSpPr>
      <p:sp>
        <p:nvSpPr>
          <p:cNvPr id="3" name="Прямоугольник 2"/>
          <p:cNvSpPr/>
          <p:nvPr userDrawn="1"/>
        </p:nvSpPr>
        <p:spPr>
          <a:xfrm>
            <a:off x="-2" y="0"/>
            <a:ext cx="1219200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pic>
        <p:nvPicPr>
          <p:cNvPr id="4" name="bg object 16"/>
          <p:cNvPicPr/>
          <p:nvPr userDrawn="1"/>
        </p:nvPicPr>
        <p:blipFill>
          <a:blip r:embed="rId2" cstate="print"/>
          <a:stretch>
            <a:fillRect/>
          </a:stretch>
        </p:blipFill>
        <p:spPr>
          <a:xfrm>
            <a:off x="-2" y="6576"/>
            <a:ext cx="12005566" cy="6850943"/>
          </a:xfrm>
          <a:prstGeom prst="rect">
            <a:avLst/>
          </a:prstGeom>
        </p:spPr>
      </p:pic>
      <p:sp>
        <p:nvSpPr>
          <p:cNvPr id="11" name="Прямоугольник с двумя скругленными соседними углами 10"/>
          <p:cNvSpPr/>
          <p:nvPr userDrawn="1"/>
        </p:nvSpPr>
        <p:spPr>
          <a:xfrm>
            <a:off x="680651" y="2800154"/>
            <a:ext cx="10655485" cy="4057847"/>
          </a:xfrm>
          <a:prstGeom prst="round2SameRect">
            <a:avLst>
              <a:gd name="adj1" fmla="val 5676"/>
              <a:gd name="adj2" fmla="val 0"/>
            </a:avLst>
          </a:prstGeom>
          <a:solidFill>
            <a:srgbClr val="81D8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9" name="object 2"/>
          <p:cNvSpPr txBox="1"/>
          <p:nvPr userDrawn="1"/>
        </p:nvSpPr>
        <p:spPr>
          <a:xfrm>
            <a:off x="1041481" y="3246676"/>
            <a:ext cx="9933823" cy="3122276"/>
          </a:xfrm>
          <a:prstGeom prst="rect">
            <a:avLst/>
          </a:prstGeom>
        </p:spPr>
        <p:txBody>
          <a:bodyPr vert="horz" wrap="square" lIns="0" tIns="6932" rIns="0" bIns="0" rtlCol="0">
            <a:spAutoFit/>
          </a:bodyPr>
          <a:lstStyle/>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ru-RU" sz="1092" b="0" i="0" u="none" strike="noStrike" kern="0" cap="none" spc="0" normalizeH="0" baseline="0" noProof="0" dirty="0" err="1">
                <a:ln>
                  <a:noFill/>
                </a:ln>
                <a:solidFill>
                  <a:srgbClr val="575756"/>
                </a:solidFill>
                <a:effectLst/>
                <a:uLnTx/>
                <a:uFillTx/>
                <a:latin typeface="Segoe UI"/>
                <a:cs typeface="Segoe UI"/>
              </a:rPr>
              <a:t>Бұл</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презентацияда</a:t>
            </a:r>
            <a:r>
              <a:rPr kumimoji="0" lang="ru-RU" sz="1092" b="0" i="0" u="none" strike="noStrike" kern="0" cap="none" spc="0" normalizeH="0" baseline="0" noProof="0" dirty="0">
                <a:ln>
                  <a:noFill/>
                </a:ln>
                <a:solidFill>
                  <a:srgbClr val="575756"/>
                </a:solidFill>
                <a:effectLst/>
                <a:uLnTx/>
                <a:uFillTx/>
                <a:latin typeface="Segoe UI"/>
                <a:cs typeface="Segoe UI"/>
              </a:rPr>
              <a:t> «Норт </a:t>
            </a:r>
            <a:r>
              <a:rPr kumimoji="0" lang="ru-RU" sz="1092" b="0" i="0" u="none" strike="noStrike" kern="0" cap="none" spc="0" normalizeH="0" baseline="0" noProof="0" dirty="0" err="1">
                <a:ln>
                  <a:noFill/>
                </a:ln>
                <a:solidFill>
                  <a:srgbClr val="575756"/>
                </a:solidFill>
                <a:effectLst/>
                <a:uLnTx/>
                <a:uFillTx/>
                <a:latin typeface="Segoe UI"/>
                <a:cs typeface="Segoe UI"/>
              </a:rPr>
              <a:t>Каспиан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Оперейтинг</a:t>
            </a:r>
            <a:r>
              <a:rPr kumimoji="0" lang="ru-RU" sz="1092" b="0" i="0" u="none" strike="noStrike" kern="0" cap="none" spc="0" normalizeH="0" baseline="0" noProof="0" dirty="0">
                <a:ln>
                  <a:noFill/>
                </a:ln>
                <a:solidFill>
                  <a:srgbClr val="575756"/>
                </a:solidFill>
                <a:effectLst/>
                <a:uLnTx/>
                <a:uFillTx/>
                <a:latin typeface="Segoe UI"/>
                <a:cs typeface="Segoe UI"/>
              </a:rPr>
              <a:t> Компани Н.В.» (</a:t>
            </a:r>
            <a:r>
              <a:rPr kumimoji="0" lang="en-US" sz="1092" b="0" i="0" u="none" strike="noStrike" kern="0" cap="none" spc="0" normalizeH="0" baseline="0" noProof="0" dirty="0">
                <a:ln>
                  <a:noFill/>
                </a:ln>
                <a:solidFill>
                  <a:srgbClr val="575756"/>
                </a:solidFill>
                <a:effectLst/>
                <a:uLnTx/>
                <a:uFillTx/>
                <a:latin typeface="Segoe UI"/>
                <a:cs typeface="Segoe UI"/>
              </a:rPr>
              <a:t>North Caspian Operating Company N.V.) </a:t>
            </a:r>
            <a:r>
              <a:rPr kumimoji="0" lang="ru-RU" sz="1092" b="0" i="0" u="none" strike="noStrike" kern="0" cap="none" spc="0" normalizeH="0" baseline="0" noProof="0" dirty="0" err="1">
                <a:ln>
                  <a:noFill/>
                </a:ln>
                <a:solidFill>
                  <a:srgbClr val="575756"/>
                </a:solidFill>
                <a:effectLst/>
                <a:uLnTx/>
                <a:uFillTx/>
                <a:latin typeface="Segoe UI"/>
                <a:cs typeface="Segoe UI"/>
              </a:rPr>
              <a:t>компаниясы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ыңғайлы</a:t>
            </a:r>
            <a:r>
              <a:rPr kumimoji="0" lang="ru-RU" sz="1092" b="0" i="0" u="none" strike="noStrike" kern="0" cap="none" spc="0" normalizeH="0" baseline="0" noProof="0" dirty="0">
                <a:ln>
                  <a:noFill/>
                </a:ln>
                <a:solidFill>
                  <a:srgbClr val="575756"/>
                </a:solidFill>
                <a:effectLst/>
                <a:uLnTx/>
                <a:uFillTx/>
                <a:latin typeface="Segoe UI"/>
                <a:cs typeface="Segoe UI"/>
              </a:rPr>
              <a:t> болу </a:t>
            </a:r>
            <a:r>
              <a:rPr kumimoji="0" lang="ru-RU" sz="1092" b="0" i="0" u="none" strike="noStrike" kern="0" cap="none" spc="0" normalizeH="0" baseline="0" noProof="0" dirty="0" err="1">
                <a:ln>
                  <a:noFill/>
                </a:ln>
                <a:solidFill>
                  <a:srgbClr val="575756"/>
                </a:solidFill>
                <a:effectLst/>
                <a:uLnTx/>
                <a:uFillTx/>
                <a:latin typeface="Segoe UI"/>
                <a:cs typeface="Segoe UI"/>
              </a:rPr>
              <a:t>үшін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en-US" sz="1092" b="0" i="0" u="none" strike="noStrike" kern="0" cap="none" spc="0" normalizeH="0" baseline="0" noProof="0" dirty="0">
                <a:ln>
                  <a:noFill/>
                </a:ln>
                <a:solidFill>
                  <a:srgbClr val="575756"/>
                </a:solidFill>
                <a:effectLst/>
                <a:uLnTx/>
                <a:uFillTx/>
                <a:latin typeface="Segoe UI"/>
                <a:cs typeface="Segoe UI"/>
              </a:rPr>
              <a:t>NCOC» </a:t>
            </a:r>
            <a:r>
              <a:rPr kumimoji="0" lang="ru-RU" sz="1092" b="0" i="0" u="none" strike="noStrike" kern="0" cap="none" spc="0" normalizeH="0" baseline="0" noProof="0" dirty="0" err="1">
                <a:ln>
                  <a:noFill/>
                </a:ln>
                <a:solidFill>
                  <a:srgbClr val="575756"/>
                </a:solidFill>
                <a:effectLst/>
                <a:uLnTx/>
                <a:uFillTx/>
                <a:latin typeface="Segoe UI"/>
                <a:cs typeface="Segoe UI"/>
              </a:rPr>
              <a:t>деп</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аталуы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мүмкін</a:t>
            </a:r>
            <a:r>
              <a:rPr kumimoji="0" lang="ru-RU" sz="1092" b="0" i="0" u="none" strike="noStrike" kern="0" cap="none" spc="0" normalizeH="0" baseline="0" noProof="0" dirty="0">
                <a:ln>
                  <a:noFill/>
                </a:ln>
                <a:solidFill>
                  <a:srgbClr val="575756"/>
                </a:solidFill>
                <a:effectLst/>
                <a:uLnTx/>
                <a:uFillTx/>
                <a:latin typeface="Segoe UI"/>
                <a:cs typeface="Segoe UI"/>
              </a:rPr>
              <a:t>. Сол </a:t>
            </a:r>
            <a:r>
              <a:rPr kumimoji="0" lang="ru-RU" sz="1092" b="0" i="0" u="none" strike="noStrike" kern="0" cap="none" spc="0" normalizeH="0" baseline="0" noProof="0" dirty="0" err="1">
                <a:ln>
                  <a:noFill/>
                </a:ln>
                <a:solidFill>
                  <a:srgbClr val="575756"/>
                </a:solidFill>
                <a:effectLst/>
                <a:uLnTx/>
                <a:uFillTx/>
                <a:latin typeface="Segoe UI"/>
                <a:cs typeface="Segoe UI"/>
              </a:rPr>
              <a:t>сияқты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біз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бізді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және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біздің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сөздері</a:t>
            </a:r>
            <a:r>
              <a:rPr kumimoji="0" lang="ru-RU" sz="1092" b="0" i="0" u="none" strike="noStrike" kern="0" cap="none" spc="0" normalizeH="0" baseline="0" noProof="0" dirty="0">
                <a:ln>
                  <a:noFill/>
                </a:ln>
                <a:solidFill>
                  <a:srgbClr val="575756"/>
                </a:solidFill>
                <a:effectLst/>
                <a:uLnTx/>
                <a:uFillTx/>
                <a:latin typeface="Segoe UI"/>
                <a:cs typeface="Segoe UI"/>
              </a:rPr>
              <a:t> де «Норт </a:t>
            </a:r>
            <a:r>
              <a:rPr kumimoji="0" lang="ru-RU" sz="1092" b="0" i="0" u="none" strike="noStrike" kern="0" cap="none" spc="0" normalizeH="0" baseline="0" noProof="0" dirty="0" err="1">
                <a:ln>
                  <a:noFill/>
                </a:ln>
                <a:solidFill>
                  <a:srgbClr val="575756"/>
                </a:solidFill>
                <a:effectLst/>
                <a:uLnTx/>
                <a:uFillTx/>
                <a:latin typeface="Segoe UI"/>
                <a:cs typeface="Segoe UI"/>
              </a:rPr>
              <a:t>Каспиан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Оперейтинг</a:t>
            </a:r>
            <a:r>
              <a:rPr kumimoji="0" lang="ru-RU" sz="1092" b="0" i="0" u="none" strike="noStrike" kern="0" cap="none" spc="0" normalizeH="0" baseline="0" noProof="0" dirty="0">
                <a:ln>
                  <a:noFill/>
                </a:ln>
                <a:solidFill>
                  <a:srgbClr val="575756"/>
                </a:solidFill>
                <a:effectLst/>
                <a:uLnTx/>
                <a:uFillTx/>
                <a:latin typeface="Segoe UI"/>
                <a:cs typeface="Segoe UI"/>
              </a:rPr>
              <a:t> Компани Н.В.» </a:t>
            </a:r>
            <a:r>
              <a:rPr kumimoji="0" lang="ru-RU" sz="1092" b="0" i="0" u="none" strike="noStrike" kern="0" cap="none" spc="0" normalizeH="0" baseline="0" noProof="0" dirty="0" err="1">
                <a:ln>
                  <a:noFill/>
                </a:ln>
                <a:solidFill>
                  <a:srgbClr val="575756"/>
                </a:solidFill>
                <a:effectLst/>
                <a:uLnTx/>
                <a:uFillTx/>
                <a:latin typeface="Segoe UI"/>
                <a:cs typeface="Segoe UI"/>
              </a:rPr>
              <a:t>компаниясын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білдіреді</a:t>
            </a:r>
            <a:r>
              <a:rPr kumimoji="0" lang="ru-RU" sz="1092" b="0" i="0" u="none" strike="noStrike" kern="0" cap="none" spc="0" normalizeH="0" baseline="0" noProof="0" dirty="0">
                <a:ln>
                  <a:noFill/>
                </a:ln>
                <a:solidFill>
                  <a:srgbClr val="575756"/>
                </a:solidFill>
                <a:effectLst/>
                <a:uLnTx/>
                <a:uFillTx/>
                <a:latin typeface="Segoe UI"/>
                <a:cs typeface="Segoe UI"/>
              </a:rPr>
              <a:t>. </a:t>
            </a:r>
          </a:p>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en-US" sz="1092" b="0" i="0" u="none" strike="noStrike" kern="0" cap="none" spc="0" normalizeH="0" baseline="0" noProof="0" dirty="0">
                <a:ln>
                  <a:noFill/>
                </a:ln>
                <a:solidFill>
                  <a:srgbClr val="575756"/>
                </a:solidFill>
                <a:effectLst/>
                <a:uLnTx/>
                <a:uFillTx/>
                <a:latin typeface="Segoe UI"/>
                <a:cs typeface="Segoe UI"/>
              </a:rPr>
              <a:t>NCOC </a:t>
            </a:r>
            <a:r>
              <a:rPr kumimoji="0" lang="ru-RU" sz="1092" b="0" i="0" u="none" strike="noStrike" kern="0" cap="none" spc="0" normalizeH="0" baseline="0" noProof="0" dirty="0">
                <a:ln>
                  <a:noFill/>
                </a:ln>
                <a:solidFill>
                  <a:srgbClr val="575756"/>
                </a:solidFill>
                <a:effectLst/>
                <a:uLnTx/>
                <a:uFillTx/>
                <a:latin typeface="Segoe UI"/>
                <a:cs typeface="Segoe UI"/>
              </a:rPr>
              <a:t>осы </a:t>
            </a:r>
            <a:r>
              <a:rPr kumimoji="0" lang="ru-RU" sz="1092" b="0" i="0" u="none" strike="noStrike" kern="0" cap="none" spc="0" normalizeH="0" baseline="0" noProof="0" dirty="0" err="1">
                <a:ln>
                  <a:noFill/>
                </a:ln>
                <a:solidFill>
                  <a:srgbClr val="575756"/>
                </a:solidFill>
                <a:effectLst/>
                <a:uLnTx/>
                <a:uFillTx/>
                <a:latin typeface="Segoe UI"/>
                <a:cs typeface="Segoe UI"/>
              </a:rPr>
              <a:t>презентацияны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оның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ішіндегі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деректерді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пайдалануға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байланысты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туындауы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мүмкін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қателіктерге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залалға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жауапты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болмайды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Оның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үстіне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бұл</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презентацияда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уақыт</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өте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өзгертілуі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күшін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жою</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мүмкін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белгілі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бір</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заңдарға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және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нормативтік-құқықтық</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актілерге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сілтемелер</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болуы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мүмкін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және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оларға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нақты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жағдайларға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қатысты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ғана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түсінік</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берілуі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тиіс</a:t>
            </a:r>
            <a:r>
              <a:rPr kumimoji="0" lang="ru-RU" sz="1092" b="0" i="0" u="none" strike="noStrike" kern="0" cap="none" spc="0" normalizeH="0" baseline="0" noProof="0" dirty="0">
                <a:ln>
                  <a:noFill/>
                </a:ln>
                <a:solidFill>
                  <a:srgbClr val="575756"/>
                </a:solidFill>
                <a:effectLst/>
                <a:uLnTx/>
                <a:uFillTx/>
                <a:latin typeface="Segoe UI"/>
                <a:cs typeface="Segoe UI"/>
              </a:rPr>
              <a:t>. </a:t>
            </a:r>
          </a:p>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en-US" sz="1092" b="0" i="0" u="none" strike="noStrike" kern="0" cap="none" spc="0" normalizeH="0" baseline="0" noProof="0" dirty="0">
                <a:ln>
                  <a:noFill/>
                </a:ln>
                <a:solidFill>
                  <a:srgbClr val="575756"/>
                </a:solidFill>
                <a:effectLst/>
                <a:uLnTx/>
                <a:uFillTx/>
                <a:latin typeface="Segoe UI"/>
                <a:cs typeface="Segoe UI"/>
              </a:rPr>
              <a:t>NCOC </a:t>
            </a:r>
            <a:r>
              <a:rPr kumimoji="0" lang="ru-RU" sz="1092" b="0" i="0" u="none" strike="noStrike" kern="0" cap="none" spc="0" normalizeH="0" baseline="0" noProof="0" dirty="0">
                <a:ln>
                  <a:noFill/>
                </a:ln>
                <a:solidFill>
                  <a:srgbClr val="575756"/>
                </a:solidFill>
                <a:effectLst/>
                <a:uLnTx/>
                <a:uFillTx/>
                <a:latin typeface="Segoe UI"/>
                <a:cs typeface="Segoe UI"/>
              </a:rPr>
              <a:t>осы </a:t>
            </a:r>
            <a:r>
              <a:rPr kumimoji="0" lang="ru-RU" sz="1092" b="0" i="0" u="none" strike="noStrike" kern="0" cap="none" spc="0" normalizeH="0" baseline="0" noProof="0" dirty="0" err="1">
                <a:ln>
                  <a:noFill/>
                </a:ln>
                <a:solidFill>
                  <a:srgbClr val="575756"/>
                </a:solidFill>
                <a:effectLst/>
                <a:uLnTx/>
                <a:uFillTx/>
                <a:latin typeface="Segoe UI"/>
                <a:cs typeface="Segoe UI"/>
              </a:rPr>
              <a:t>презентацияда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ақпаратты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оның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толықтығына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дәлдігіне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уақытылылығына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кепілдіксіз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сол</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күйінде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ұсынады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және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түрдегі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тікелей</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ұйғарынды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кепілдік</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бермейді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en-US" sz="1092" b="0" i="0" u="none" strike="noStrike" kern="0" cap="none" spc="0" normalizeH="0" baseline="0" noProof="0" dirty="0">
                <a:ln>
                  <a:noFill/>
                </a:ln>
                <a:solidFill>
                  <a:srgbClr val="575756"/>
                </a:solidFill>
                <a:effectLst/>
                <a:uLnTx/>
                <a:uFillTx/>
                <a:latin typeface="Segoe UI"/>
                <a:cs typeface="Segoe UI"/>
              </a:rPr>
              <a:t>NCOC </a:t>
            </a:r>
            <a:r>
              <a:rPr kumimoji="0" lang="ru-RU" sz="1092" b="0" i="0" u="none" strike="noStrike" kern="0" cap="none" spc="0" normalizeH="0" baseline="0" noProof="0" dirty="0">
                <a:ln>
                  <a:noFill/>
                </a:ln>
                <a:solidFill>
                  <a:srgbClr val="575756"/>
                </a:solidFill>
                <a:effectLst/>
                <a:uLnTx/>
                <a:uFillTx/>
                <a:latin typeface="Segoe UI"/>
                <a:cs typeface="Segoe UI"/>
              </a:rPr>
              <a:t>осы презентация </a:t>
            </a:r>
            <a:r>
              <a:rPr kumimoji="0" lang="ru-RU" sz="1092" b="0" i="0" u="none" strike="noStrike" kern="0" cap="none" spc="0" normalizeH="0" baseline="0" noProof="0" dirty="0" err="1">
                <a:ln>
                  <a:noFill/>
                </a:ln>
                <a:solidFill>
                  <a:srgbClr val="575756"/>
                </a:solidFill>
                <a:effectLst/>
                <a:uLnTx/>
                <a:uFillTx/>
                <a:latin typeface="Segoe UI"/>
                <a:cs typeface="Segoe UI"/>
              </a:rPr>
              <a:t>ұсынылған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күннен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кейін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онда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жария</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етілген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ақпаратқа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соның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ішінде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болжамдарға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енгізілген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жаңартуларды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өзгертулерді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жариялау</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бойынша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ешбір</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міндеттеме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алмайды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Бұл</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презентацияда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кейбір</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құпия</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жасырын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ақпарат</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болуы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мүмкін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және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егер</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сіз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оның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мақсатты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алушысы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болмасаңыз</a:t>
            </a:r>
            <a:r>
              <a:rPr kumimoji="0" lang="ru-RU" sz="1092" b="0" i="0" u="none" strike="noStrike" kern="0" cap="none" spc="0" normalizeH="0" baseline="0" noProof="0" dirty="0">
                <a:ln>
                  <a:noFill/>
                </a:ln>
                <a:solidFill>
                  <a:srgbClr val="575756"/>
                </a:solidFill>
                <a:effectLst/>
                <a:uLnTx/>
                <a:uFillTx/>
                <a:latin typeface="Segoe UI"/>
                <a:cs typeface="Segoe UI"/>
              </a:rPr>
              <a:t>, осы </a:t>
            </a:r>
            <a:r>
              <a:rPr kumimoji="0" lang="ru-RU" sz="1092" b="0" i="0" u="none" strike="noStrike" kern="0" cap="none" spc="0" normalizeH="0" baseline="0" noProof="0" dirty="0" err="1">
                <a:ln>
                  <a:noFill/>
                </a:ln>
                <a:solidFill>
                  <a:srgbClr val="575756"/>
                </a:solidFill>
                <a:effectLst/>
                <a:uLnTx/>
                <a:uFillTx/>
                <a:latin typeface="Segoe UI"/>
                <a:cs typeface="Segoe UI"/>
              </a:rPr>
              <a:t>құжат</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арқылы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сізге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бұл</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ақпаратты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қарауға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пайдалануға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жариялауға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таратуға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көшірмесін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жасауға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басқа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адамдарға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жіберуге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болмайтынын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ескертеміз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Егер</a:t>
            </a:r>
            <a:r>
              <a:rPr kumimoji="0" lang="ru-RU" sz="1092" b="0" i="0" u="none" strike="noStrike" kern="0" cap="none" spc="0" normalizeH="0" baseline="0" noProof="0" dirty="0">
                <a:ln>
                  <a:noFill/>
                </a:ln>
                <a:solidFill>
                  <a:srgbClr val="575756"/>
                </a:solidFill>
                <a:effectLst/>
                <a:uLnTx/>
                <a:uFillTx/>
                <a:latin typeface="Segoe UI"/>
                <a:cs typeface="Segoe UI"/>
              </a:rPr>
              <a:t> осы презентация </a:t>
            </a:r>
            <a:r>
              <a:rPr kumimoji="0" lang="ru-RU" sz="1092" b="0" i="0" u="none" strike="noStrike" kern="0" cap="none" spc="0" normalizeH="0" baseline="0" noProof="0" dirty="0" err="1">
                <a:ln>
                  <a:noFill/>
                </a:ln>
                <a:solidFill>
                  <a:srgbClr val="575756"/>
                </a:solidFill>
                <a:effectLst/>
                <a:uLnTx/>
                <a:uFillTx/>
                <a:latin typeface="Segoe UI"/>
                <a:cs typeface="Segoe UI"/>
              </a:rPr>
              <a:t>сізге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қателесіп</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жіберілген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болса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дереу</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жіберушіге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ескертіп</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барлық</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көшірмелерін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өшіруді</a:t>
            </a:r>
            <a:r>
              <a:rPr kumimoji="0" lang="ru-RU" sz="1092" b="0" i="0" u="none" strike="noStrike" kern="0" cap="none" spc="0" normalizeH="0" baseline="0" noProof="0" dirty="0">
                <a:ln>
                  <a:noFill/>
                </a:ln>
                <a:solidFill>
                  <a:srgbClr val="575756"/>
                </a:solidFill>
                <a:effectLst/>
                <a:uLnTx/>
                <a:uFillTx/>
                <a:latin typeface="Segoe UI"/>
                <a:cs typeface="Segoe UI"/>
              </a:rPr>
              <a:t> / </a:t>
            </a:r>
            <a:r>
              <a:rPr kumimoji="0" lang="ru-RU" sz="1092" b="0" i="0" u="none" strike="noStrike" kern="0" cap="none" spc="0" normalizeH="0" baseline="0" noProof="0" dirty="0" err="1">
                <a:ln>
                  <a:noFill/>
                </a:ln>
                <a:solidFill>
                  <a:srgbClr val="575756"/>
                </a:solidFill>
                <a:effectLst/>
                <a:uLnTx/>
                <a:uFillTx/>
                <a:latin typeface="Segoe UI"/>
                <a:cs typeface="Segoe UI"/>
              </a:rPr>
              <a:t>жоюды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өтінеміз</a:t>
            </a:r>
            <a:r>
              <a:rPr kumimoji="0" lang="ru-RU" sz="1092" b="0" i="0" u="none" strike="noStrike" kern="0" cap="none" spc="0" normalizeH="0" baseline="0" noProof="0" dirty="0">
                <a:ln>
                  <a:noFill/>
                </a:ln>
                <a:solidFill>
                  <a:srgbClr val="575756"/>
                </a:solidFill>
                <a:effectLst/>
                <a:uLnTx/>
                <a:uFillTx/>
                <a:latin typeface="Segoe UI"/>
                <a:cs typeface="Segoe UI"/>
              </a:rPr>
              <a:t>. </a:t>
            </a:r>
          </a:p>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ru-RU" sz="1092" b="0" i="0" u="none" strike="noStrike" kern="0" cap="none" spc="0" normalizeH="0" baseline="0" noProof="0" dirty="0" err="1">
                <a:ln>
                  <a:noFill/>
                </a:ln>
                <a:solidFill>
                  <a:srgbClr val="575756"/>
                </a:solidFill>
                <a:effectLst/>
                <a:uLnTx/>
                <a:uFillTx/>
                <a:latin typeface="Segoe UI"/>
                <a:cs typeface="Segoe UI"/>
              </a:rPr>
              <a:t>Қолданыстағы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заңнамамен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рұқсат</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етілген</a:t>
            </a:r>
            <a:r>
              <a:rPr kumimoji="0" lang="ru-RU" sz="1092" b="0" i="0" u="none" strike="noStrike" kern="0" cap="none" spc="0" normalizeH="0" baseline="0" noProof="0" dirty="0">
                <a:ln>
                  <a:noFill/>
                </a:ln>
                <a:solidFill>
                  <a:srgbClr val="575756"/>
                </a:solidFill>
                <a:effectLst/>
                <a:uLnTx/>
                <a:uFillTx/>
                <a:latin typeface="Segoe UI"/>
                <a:cs typeface="Segoe UI"/>
              </a:rPr>
              <a:t> да </a:t>
            </a:r>
            <a:r>
              <a:rPr kumimoji="0" lang="ru-RU" sz="1092" b="0" i="0" u="none" strike="noStrike" kern="0" cap="none" spc="0" normalizeH="0" baseline="0" noProof="0" dirty="0" err="1">
                <a:ln>
                  <a:noFill/>
                </a:ln>
                <a:solidFill>
                  <a:srgbClr val="575756"/>
                </a:solidFill>
                <a:effectLst/>
                <a:uLnTx/>
                <a:uFillTx/>
                <a:latin typeface="Segoe UI"/>
                <a:cs typeface="Segoe UI"/>
              </a:rPr>
              <a:t>барлық</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жағдайларда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en-US" sz="1092" b="0" i="0" u="none" strike="noStrike" kern="0" cap="none" spc="0" normalizeH="0" baseline="0" noProof="0" dirty="0">
                <a:ln>
                  <a:noFill/>
                </a:ln>
                <a:solidFill>
                  <a:srgbClr val="575756"/>
                </a:solidFill>
                <a:effectLst/>
                <a:uLnTx/>
                <a:uFillTx/>
                <a:latin typeface="Segoe UI"/>
                <a:cs typeface="Segoe UI"/>
              </a:rPr>
              <a:t>NCOC </a:t>
            </a:r>
            <a:r>
              <a:rPr kumimoji="0" lang="ru-RU" sz="1092" b="0" i="0" u="none" strike="noStrike" kern="0" cap="none" spc="0" normalizeH="0" baseline="0" noProof="0" dirty="0">
                <a:ln>
                  <a:noFill/>
                </a:ln>
                <a:solidFill>
                  <a:srgbClr val="575756"/>
                </a:solidFill>
                <a:effectLst/>
                <a:uLnTx/>
                <a:uFillTx/>
                <a:latin typeface="Segoe UI"/>
                <a:cs typeface="Segoe UI"/>
              </a:rPr>
              <a:t>осы </a:t>
            </a:r>
            <a:r>
              <a:rPr kumimoji="0" lang="ru-RU" sz="1092" b="0" i="0" u="none" strike="noStrike" kern="0" cap="none" spc="0" normalizeH="0" baseline="0" noProof="0" dirty="0" err="1">
                <a:ln>
                  <a:noFill/>
                </a:ln>
                <a:solidFill>
                  <a:srgbClr val="575756"/>
                </a:solidFill>
                <a:effectLst/>
                <a:uLnTx/>
                <a:uFillTx/>
                <a:latin typeface="Segoe UI"/>
                <a:cs typeface="Segoe UI"/>
              </a:rPr>
              <a:t>презентацияны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оның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мазмұнын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ондағы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ақпаратты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рұқсатсыз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пайдалану</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нәтижесінде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туындауы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мүмкін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қандай</a:t>
            </a:r>
            <a:r>
              <a:rPr kumimoji="0" lang="ru-RU" sz="1092" b="0" i="0" u="none" strike="noStrike" kern="0" cap="none" spc="0" normalizeH="0" baseline="0" noProof="0" dirty="0">
                <a:ln>
                  <a:noFill/>
                </a:ln>
                <a:solidFill>
                  <a:srgbClr val="575756"/>
                </a:solidFill>
                <a:effectLst/>
                <a:uLnTx/>
                <a:uFillTx/>
                <a:latin typeface="Segoe UI"/>
                <a:cs typeface="Segoe UI"/>
              </a:rPr>
              <a:t> да </a:t>
            </a:r>
            <a:r>
              <a:rPr kumimoji="0" lang="ru-RU" sz="1092" b="0" i="0" u="none" strike="noStrike" kern="0" cap="none" spc="0" normalizeH="0" baseline="0" noProof="0" dirty="0" err="1">
                <a:ln>
                  <a:noFill/>
                </a:ln>
                <a:solidFill>
                  <a:srgbClr val="575756"/>
                </a:solidFill>
                <a:effectLst/>
                <a:uLnTx/>
                <a:uFillTx/>
                <a:latin typeface="Segoe UI"/>
                <a:cs typeface="Segoe UI"/>
              </a:rPr>
              <a:t>бір</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жауапкершілік</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атқармайды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Өзгеше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қарастырылмаса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en-US" sz="1092" b="0" i="0" u="none" strike="noStrike" kern="0" cap="none" spc="0" normalizeH="0" baseline="0" noProof="0" dirty="0">
                <a:ln>
                  <a:noFill/>
                </a:ln>
                <a:solidFill>
                  <a:srgbClr val="575756"/>
                </a:solidFill>
                <a:effectLst/>
                <a:uLnTx/>
                <a:uFillTx/>
                <a:latin typeface="Segoe UI"/>
                <a:cs typeface="Segoe UI"/>
              </a:rPr>
              <a:t>NCOC </a:t>
            </a:r>
            <a:r>
              <a:rPr kumimoji="0" lang="ru-RU" sz="1092" b="0" i="0" u="none" strike="noStrike" kern="0" cap="none" spc="0" normalizeH="0" baseline="0" noProof="0" dirty="0">
                <a:ln>
                  <a:noFill/>
                </a:ln>
                <a:solidFill>
                  <a:srgbClr val="575756"/>
                </a:solidFill>
                <a:effectLst/>
                <a:uLnTx/>
                <a:uFillTx/>
                <a:latin typeface="Segoe UI"/>
                <a:cs typeface="Segoe UI"/>
              </a:rPr>
              <a:t>осы </a:t>
            </a:r>
            <a:r>
              <a:rPr kumimoji="0" lang="ru-RU" sz="1092" b="0" i="0" u="none" strike="noStrike" kern="0" cap="none" spc="0" normalizeH="0" baseline="0" noProof="0" dirty="0" err="1">
                <a:ln>
                  <a:noFill/>
                </a:ln>
                <a:solidFill>
                  <a:srgbClr val="575756"/>
                </a:solidFill>
                <a:effectLst/>
                <a:uLnTx/>
                <a:uFillTx/>
                <a:latin typeface="Segoe UI"/>
                <a:cs typeface="Segoe UI"/>
              </a:rPr>
              <a:t>презентацияның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мазмұнына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авторлық</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құқыққа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ие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болып</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саналады</a:t>
            </a:r>
            <a:r>
              <a:rPr kumimoji="0" lang="ru-RU" sz="1092" b="0" i="0" u="none" strike="noStrike" kern="0" cap="none" spc="0" normalizeH="0" baseline="0" noProof="0" dirty="0">
                <a:ln>
                  <a:noFill/>
                </a:ln>
                <a:solidFill>
                  <a:srgbClr val="575756"/>
                </a:solidFill>
                <a:effectLst/>
                <a:uLnTx/>
                <a:uFillTx/>
                <a:latin typeface="Segoe UI"/>
                <a:cs typeface="Segoe UI"/>
              </a:rPr>
              <a:t>. </a:t>
            </a:r>
          </a:p>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en-US" sz="1092" b="0" i="0" u="none" strike="noStrike" kern="0" cap="none" spc="0" normalizeH="0" baseline="0" noProof="0" dirty="0">
                <a:ln>
                  <a:noFill/>
                </a:ln>
                <a:solidFill>
                  <a:srgbClr val="575756"/>
                </a:solidFill>
                <a:effectLst/>
                <a:uLnTx/>
                <a:uFillTx/>
                <a:latin typeface="Segoe UI"/>
                <a:cs typeface="Segoe UI"/>
              </a:rPr>
              <a:t>NCOC </a:t>
            </a:r>
            <a:r>
              <a:rPr kumimoji="0" lang="ru-RU" sz="1092" b="0" i="0" u="none" strike="noStrike" kern="0" cap="none" spc="0" normalizeH="0" baseline="0" noProof="0" dirty="0" err="1">
                <a:ln>
                  <a:noFill/>
                </a:ln>
                <a:solidFill>
                  <a:srgbClr val="575756"/>
                </a:solidFill>
                <a:effectLst/>
                <a:uLnTx/>
                <a:uFillTx/>
                <a:latin typeface="Segoe UI"/>
                <a:cs typeface="Segoe UI"/>
              </a:rPr>
              <a:t>тауар</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белгісі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Қазақстан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Республикасының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заңнамасына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сәйкес</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тіркелген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және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қорғалады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en-US" sz="1092" b="0" i="0" u="none" strike="noStrike" kern="0" cap="none" spc="0" normalizeH="0" baseline="0" noProof="0" dirty="0">
                <a:ln>
                  <a:noFill/>
                </a:ln>
                <a:solidFill>
                  <a:srgbClr val="575756"/>
                </a:solidFill>
                <a:effectLst/>
                <a:uLnTx/>
                <a:uFillTx/>
                <a:latin typeface="Segoe UI"/>
                <a:cs typeface="Segoe UI"/>
              </a:rPr>
              <a:t>NCOC </a:t>
            </a:r>
            <a:r>
              <a:rPr kumimoji="0" lang="ru-RU" sz="1092" b="0" i="0" u="none" strike="noStrike" kern="0" cap="none" spc="0" normalizeH="0" baseline="0" noProof="0" dirty="0" err="1">
                <a:ln>
                  <a:noFill/>
                </a:ln>
                <a:solidFill>
                  <a:srgbClr val="575756"/>
                </a:solidFill>
                <a:effectLst/>
                <a:uLnTx/>
                <a:uFillTx/>
                <a:latin typeface="Segoe UI"/>
                <a:cs typeface="Segoe UI"/>
              </a:rPr>
              <a:t>тауар</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белгісін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рұқсатсыз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пайдалану</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заңмен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қудаланады</a:t>
            </a:r>
            <a:r>
              <a:rPr kumimoji="0" lang="ru-RU" sz="1092" b="0" i="0" u="none" strike="noStrike" kern="0" cap="none" spc="0" normalizeH="0" baseline="0" noProof="0" dirty="0">
                <a:ln>
                  <a:noFill/>
                </a:ln>
                <a:solidFill>
                  <a:srgbClr val="575756"/>
                </a:solidFill>
                <a:effectLst/>
                <a:uLnTx/>
                <a:uFillTx/>
                <a:latin typeface="Segoe UI"/>
                <a:cs typeface="Segoe UI"/>
              </a:rPr>
              <a:t>. </a:t>
            </a:r>
          </a:p>
        </p:txBody>
      </p:sp>
      <p:sp>
        <p:nvSpPr>
          <p:cNvPr id="16" name="Прямоугольник с двумя скругленными соседними углами 15"/>
          <p:cNvSpPr/>
          <p:nvPr userDrawn="1"/>
        </p:nvSpPr>
        <p:spPr>
          <a:xfrm flipV="1">
            <a:off x="9053757" y="0"/>
            <a:ext cx="2282376" cy="2282216"/>
          </a:xfrm>
          <a:prstGeom prst="round2SameRect">
            <a:avLst>
              <a:gd name="adj1" fmla="val 10368"/>
              <a:gd name="adj2" fmla="val 0"/>
            </a:avLst>
          </a:prstGeom>
          <a:solidFill>
            <a:srgbClr val="81D8FF">
              <a:alpha val="50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dirty="0">
              <a:ln>
                <a:noFill/>
              </a:ln>
              <a:solidFill>
                <a:prstClr val="white"/>
              </a:solidFill>
              <a:effectLst/>
              <a:uLnTx/>
              <a:uFillTx/>
              <a:latin typeface="Segoe UI"/>
              <a:ea typeface="+mn-ea"/>
              <a:cs typeface="+mn-cs"/>
            </a:endParaRPr>
          </a:p>
        </p:txBody>
      </p:sp>
      <p:pic>
        <p:nvPicPr>
          <p:cNvPr id="17" name="Рисунок 16"/>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237441" y="247224"/>
            <a:ext cx="1910754" cy="1787771"/>
          </a:xfrm>
          <a:prstGeom prst="rect">
            <a:avLst/>
          </a:prstGeom>
        </p:spPr>
      </p:pic>
      <p:sp>
        <p:nvSpPr>
          <p:cNvPr id="5" name="Holder 4">
            <a:extLst>
              <a:ext uri="{FF2B5EF4-FFF2-40B4-BE49-F238E27FC236}">
                <a16:creationId xmlns:a16="http://schemas.microsoft.com/office/drawing/2014/main" id="{B1A710B7-D52B-3300-29DA-CCAD065B029E}"/>
              </a:ext>
            </a:extLst>
          </p:cNvPr>
          <p:cNvSpPr txBox="1">
            <a:spLocks/>
          </p:cNvSpPr>
          <p:nvPr userDrawn="1"/>
        </p:nvSpPr>
        <p:spPr>
          <a:xfrm rot="5400000">
            <a:off x="11073964" y="5265156"/>
            <a:ext cx="1388845" cy="135293"/>
          </a:xfrm>
          <a:prstGeom prst="rect">
            <a:avLst/>
          </a:prstGeom>
        </p:spPr>
        <p:txBody>
          <a:bodyPr wrap="square" lIns="0" tIns="0" rIns="0" bIns="0">
            <a:spAutoFit/>
          </a:bodyPr>
          <a:lstStyle>
            <a:defPPr>
              <a:defRPr kern="0"/>
            </a:defPPr>
            <a:lvl1pPr>
              <a:defRPr sz="1450" b="0" i="0">
                <a:solidFill>
                  <a:srgbClr val="008FD1"/>
                </a:solidFill>
                <a:latin typeface="Segoe UI"/>
                <a:cs typeface="Segoe UI"/>
              </a:defRPr>
            </a:lvl1pPr>
          </a:lstStyle>
          <a:p>
            <a:pPr marL="7702" marR="0" lvl="0" indent="0" defTabSz="554500" eaLnBrk="1" fontAlgn="auto" latinLnBrk="0" hangingPunct="1">
              <a:lnSpc>
                <a:spcPct val="100000"/>
              </a:lnSpc>
              <a:spcBef>
                <a:spcPts val="152"/>
              </a:spcBef>
              <a:spcAft>
                <a:spcPts val="0"/>
              </a:spcAft>
              <a:buClrTx/>
              <a:buSzTx/>
              <a:buFontTx/>
              <a:buNone/>
              <a:tabLst>
                <a:tab pos="763284" algn="l"/>
              </a:tabLst>
              <a:defRPr/>
            </a:pPr>
            <a:r>
              <a:rPr kumimoji="0" lang="en-US" sz="879" b="0" i="0" u="none" strike="noStrike" kern="0" cap="none" spc="0" normalizeH="0" baseline="0" noProof="0" dirty="0">
                <a:ln>
                  <a:noFill/>
                </a:ln>
                <a:solidFill>
                  <a:srgbClr val="008FD1"/>
                </a:solidFill>
                <a:effectLst/>
                <a:uLnTx/>
                <a:uFillTx/>
                <a:latin typeface="Segoe UI"/>
                <a:cs typeface="Segoe UI"/>
              </a:rPr>
              <a:t>INTERNAL	</a:t>
            </a:r>
            <a:fld id="{6734F0B2-4CDE-4D37-920F-6BF657BFC994}" type="datetime1">
              <a:rPr kumimoji="0" lang="en-GB" sz="879" b="0" i="0" u="none" strike="noStrike" kern="0" cap="none" spc="0" normalizeH="0" baseline="0" noProof="0" smtClean="0">
                <a:ln>
                  <a:noFill/>
                </a:ln>
                <a:solidFill>
                  <a:srgbClr val="008FD1"/>
                </a:solidFill>
                <a:effectLst/>
                <a:uLnTx/>
                <a:uFillTx/>
                <a:latin typeface="Segoe UI"/>
                <a:cs typeface="Segoe UI"/>
              </a:rPr>
              <a:pPr marL="7702" marR="0" lvl="0" indent="0" defTabSz="554500" eaLnBrk="1" fontAlgn="auto" latinLnBrk="0" hangingPunct="1">
                <a:lnSpc>
                  <a:spcPct val="100000"/>
                </a:lnSpc>
                <a:spcBef>
                  <a:spcPts val="152"/>
                </a:spcBef>
                <a:spcAft>
                  <a:spcPts val="0"/>
                </a:spcAft>
                <a:buClrTx/>
                <a:buSzTx/>
                <a:buFontTx/>
                <a:buNone/>
                <a:tabLst>
                  <a:tab pos="763284" algn="l"/>
                </a:tabLst>
                <a:defRPr/>
              </a:pPr>
              <a:t>06/02/2026</a:t>
            </a:fld>
            <a:endParaRPr kumimoji="0" lang="en-US" sz="879" b="0" i="0" u="none" strike="noStrike" kern="0" cap="none" spc="0" normalizeH="0" baseline="0" noProof="0" dirty="0">
              <a:ln>
                <a:noFill/>
              </a:ln>
              <a:solidFill>
                <a:srgbClr val="008FD1"/>
              </a:solidFill>
              <a:effectLst/>
              <a:uLnTx/>
              <a:uFillTx/>
              <a:latin typeface="Segoe UI"/>
              <a:cs typeface="Segoe UI"/>
            </a:endParaRPr>
          </a:p>
        </p:txBody>
      </p:sp>
    </p:spTree>
    <p:extLst>
      <p:ext uri="{BB962C8B-B14F-4D97-AF65-F5344CB8AC3E}">
        <p14:creationId xmlns:p14="http://schemas.microsoft.com/office/powerpoint/2010/main" val="3041936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sclaimer_RUS">
    <p:spTree>
      <p:nvGrpSpPr>
        <p:cNvPr id="1" name=""/>
        <p:cNvGrpSpPr/>
        <p:nvPr/>
      </p:nvGrpSpPr>
      <p:grpSpPr>
        <a:xfrm>
          <a:off x="0" y="0"/>
          <a:ext cx="0" cy="0"/>
          <a:chOff x="0" y="0"/>
          <a:chExt cx="0" cy="0"/>
        </a:xfrm>
      </p:grpSpPr>
      <p:sp>
        <p:nvSpPr>
          <p:cNvPr id="3" name="Прямоугольник 2"/>
          <p:cNvSpPr/>
          <p:nvPr userDrawn="1"/>
        </p:nvSpPr>
        <p:spPr>
          <a:xfrm>
            <a:off x="-2" y="0"/>
            <a:ext cx="1219200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pic>
        <p:nvPicPr>
          <p:cNvPr id="4" name="bg object 16"/>
          <p:cNvPicPr/>
          <p:nvPr userDrawn="1"/>
        </p:nvPicPr>
        <p:blipFill>
          <a:blip r:embed="rId2" cstate="print"/>
          <a:stretch>
            <a:fillRect/>
          </a:stretch>
        </p:blipFill>
        <p:spPr>
          <a:xfrm>
            <a:off x="-2" y="6576"/>
            <a:ext cx="12005566" cy="6850943"/>
          </a:xfrm>
          <a:prstGeom prst="rect">
            <a:avLst/>
          </a:prstGeom>
        </p:spPr>
      </p:pic>
      <p:sp>
        <p:nvSpPr>
          <p:cNvPr id="11" name="Прямоугольник с двумя скругленными соседними углами 10"/>
          <p:cNvSpPr/>
          <p:nvPr userDrawn="1"/>
        </p:nvSpPr>
        <p:spPr>
          <a:xfrm>
            <a:off x="680651" y="2800154"/>
            <a:ext cx="10655485" cy="4057847"/>
          </a:xfrm>
          <a:prstGeom prst="round2SameRect">
            <a:avLst>
              <a:gd name="adj1" fmla="val 5676"/>
              <a:gd name="adj2" fmla="val 0"/>
            </a:avLst>
          </a:prstGeom>
          <a:solidFill>
            <a:srgbClr val="81D8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9" name="object 2"/>
          <p:cNvSpPr txBox="1"/>
          <p:nvPr userDrawn="1"/>
        </p:nvSpPr>
        <p:spPr>
          <a:xfrm>
            <a:off x="1041481" y="3102918"/>
            <a:ext cx="9933823" cy="3461728"/>
          </a:xfrm>
          <a:prstGeom prst="rect">
            <a:avLst/>
          </a:prstGeom>
        </p:spPr>
        <p:txBody>
          <a:bodyPr vert="horz" wrap="square" lIns="0" tIns="6932" rIns="0" bIns="0" rtlCol="0">
            <a:spAutoFit/>
          </a:bodyPr>
          <a:lstStyle/>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ru-RU" sz="1092" b="0" i="0" u="none" strike="noStrike" kern="0" cap="none" spc="0" normalizeH="0" baseline="0" noProof="0" dirty="0">
                <a:ln>
                  <a:noFill/>
                </a:ln>
                <a:solidFill>
                  <a:srgbClr val="575756"/>
                </a:solidFill>
                <a:effectLst/>
                <a:uLnTx/>
                <a:uFillTx/>
                <a:latin typeface="Segoe UI"/>
                <a:cs typeface="Segoe UI"/>
              </a:rPr>
              <a:t>В целях удобства, в настоящей презентации «Норт </a:t>
            </a:r>
            <a:r>
              <a:rPr kumimoji="0" lang="ru-RU" sz="1092" b="0" i="0" u="none" strike="noStrike" kern="0" cap="none" spc="0" normalizeH="0" baseline="0" noProof="0" dirty="0" err="1">
                <a:ln>
                  <a:noFill/>
                </a:ln>
                <a:solidFill>
                  <a:srgbClr val="575756"/>
                </a:solidFill>
                <a:effectLst/>
                <a:uLnTx/>
                <a:uFillTx/>
                <a:latin typeface="Segoe UI"/>
                <a:cs typeface="Segoe UI"/>
              </a:rPr>
              <a:t>Каспиан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Оперейтинг</a:t>
            </a:r>
            <a:r>
              <a:rPr kumimoji="0" lang="ru-RU" sz="1092" b="0" i="0" u="none" strike="noStrike" kern="0" cap="none" spc="0" normalizeH="0" baseline="0" noProof="0" dirty="0">
                <a:ln>
                  <a:noFill/>
                </a:ln>
                <a:solidFill>
                  <a:srgbClr val="575756"/>
                </a:solidFill>
                <a:effectLst/>
                <a:uLnTx/>
                <a:uFillTx/>
                <a:latin typeface="Segoe UI"/>
                <a:cs typeface="Segoe UI"/>
              </a:rPr>
              <a:t> Компани Н.В.» (North Caspian </a:t>
            </a:r>
            <a:r>
              <a:rPr kumimoji="0" lang="ru-RU" sz="1092" b="0" i="0" u="none" strike="noStrike" kern="0" cap="none" spc="0" normalizeH="0" baseline="0" noProof="0" dirty="0" err="1">
                <a:ln>
                  <a:noFill/>
                </a:ln>
                <a:solidFill>
                  <a:srgbClr val="575756"/>
                </a:solidFill>
                <a:effectLst/>
                <a:uLnTx/>
                <a:uFillTx/>
                <a:latin typeface="Segoe UI"/>
                <a:cs typeface="Segoe UI"/>
              </a:rPr>
              <a:t>Operating</a:t>
            </a:r>
            <a:r>
              <a:rPr kumimoji="0" lang="ru-RU" sz="1092" b="0" i="0" u="none" strike="noStrike" kern="0" cap="none" spc="0" normalizeH="0" baseline="0" noProof="0" dirty="0">
                <a:ln>
                  <a:noFill/>
                </a:ln>
                <a:solidFill>
                  <a:srgbClr val="575756"/>
                </a:solidFill>
                <a:effectLst/>
                <a:uLnTx/>
                <a:uFillTx/>
                <a:latin typeface="Segoe UI"/>
                <a:cs typeface="Segoe UI"/>
              </a:rPr>
              <a:t> Company N.V.) может именоваться «NCOC». Аналогичным образом для обозначения «Норт </a:t>
            </a:r>
            <a:r>
              <a:rPr kumimoji="0" lang="ru-RU" sz="1092" b="0" i="0" u="none" strike="noStrike" kern="0" cap="none" spc="0" normalizeH="0" baseline="0" noProof="0" dirty="0" err="1">
                <a:ln>
                  <a:noFill/>
                </a:ln>
                <a:solidFill>
                  <a:srgbClr val="575756"/>
                </a:solidFill>
                <a:effectLst/>
                <a:uLnTx/>
                <a:uFillTx/>
                <a:latin typeface="Segoe UI"/>
                <a:cs typeface="Segoe UI"/>
              </a:rPr>
              <a:t>Каспиан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Оперейтинг</a:t>
            </a:r>
            <a:r>
              <a:rPr kumimoji="0" lang="ru-RU" sz="1092" b="0" i="0" u="none" strike="noStrike" kern="0" cap="none" spc="0" normalizeH="0" baseline="0" noProof="0" dirty="0">
                <a:ln>
                  <a:noFill/>
                </a:ln>
                <a:solidFill>
                  <a:srgbClr val="575756"/>
                </a:solidFill>
                <a:effectLst/>
                <a:uLnTx/>
                <a:uFillTx/>
                <a:latin typeface="Segoe UI"/>
                <a:cs typeface="Segoe UI"/>
              </a:rPr>
              <a:t> Компани Н.В.» также могут применяться слова «мы», «нас» и «наш(-и)».  </a:t>
            </a:r>
          </a:p>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ru-RU" sz="1092" b="0" i="0" u="none" strike="noStrike" kern="0" cap="none" spc="0" normalizeH="0" baseline="0" noProof="0" dirty="0">
                <a:ln>
                  <a:noFill/>
                </a:ln>
                <a:solidFill>
                  <a:srgbClr val="575756"/>
                </a:solidFill>
                <a:effectLst/>
                <a:uLnTx/>
                <a:uFillTx/>
                <a:latin typeface="Segoe UI"/>
                <a:cs typeface="Segoe UI"/>
              </a:rPr>
              <a:t>NCOC не несет ответственности за любые ошибки или любые убытки, которые могут быть понесены в связи с использованием настоящей презентации или любых содержащихся в ней данных. Кроме того, настоящая презентация может содержать ссылки на определенные законы и нормативно-правовые акты, которые впоследствии могут быть изменены или отменены и подлежат толкованию только в контексте конкретных обстоятельств. </a:t>
            </a:r>
          </a:p>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ru-RU" sz="1092" b="0" i="0" u="none" strike="noStrike" kern="0" cap="none" spc="0" normalizeH="0" baseline="0" noProof="0" dirty="0">
                <a:ln>
                  <a:noFill/>
                </a:ln>
                <a:solidFill>
                  <a:srgbClr val="575756"/>
                </a:solidFill>
                <a:effectLst/>
                <a:uLnTx/>
                <a:uFillTx/>
                <a:latin typeface="Segoe UI"/>
                <a:cs typeface="Segoe UI"/>
              </a:rPr>
              <a:t>В настоящей презентации NCOC предоставляет информацию на условиях «как есть» без каких-либо гарантий полноты, точности или соблюдения сроков и прямых или подразумеваемых гарантий любого другого рода. NCOC не берет на себя обязательств по опубликованию обновлений или изменений в отношении информации, раскрытой в настоящей презентации (включая прогнозы), после даты выпуска настоящей презентации. Настоящая презентация может содержать конфиденциальную или секретную информацию, и если вы не являетесь ее назначенным получателем, настоящем информируем вас о том, что вам не следует рассматривать, использовать, раскрывать, рассылать, копировать или передавать эту информацию. Если вы получили эту презентацию по ошибке, просим немедленно уведомить об этом отправителя и удалить / уничтожить все ее копии. </a:t>
            </a:r>
          </a:p>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ru-RU" sz="1092" b="0" i="0" u="none" strike="noStrike" kern="0" cap="none" spc="0" normalizeH="0" baseline="0" noProof="0" dirty="0">
                <a:ln>
                  <a:noFill/>
                </a:ln>
                <a:solidFill>
                  <a:srgbClr val="575756"/>
                </a:solidFill>
                <a:effectLst/>
                <a:uLnTx/>
                <a:uFillTx/>
                <a:latin typeface="Segoe UI"/>
                <a:cs typeface="Segoe UI"/>
              </a:rPr>
              <a:t>В максимальной степени, в которой это разрешено применимым законодательством, NCOC исключает любую ответственность, которая может возникнуть в результате несанкционированного использования настоящей презентации, ее содержания или представленной в ней информации. Если не указано иное, авторские права на содержание настоящей презентации принадлежат NCOC. </a:t>
            </a:r>
          </a:p>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ru-RU" sz="1092" b="0" i="0" u="none" strike="noStrike" kern="0" cap="none" spc="0" normalizeH="0" baseline="0" noProof="0" dirty="0">
                <a:ln>
                  <a:noFill/>
                </a:ln>
                <a:solidFill>
                  <a:srgbClr val="575756"/>
                </a:solidFill>
                <a:effectLst/>
                <a:uLnTx/>
                <a:uFillTx/>
                <a:latin typeface="Segoe UI"/>
                <a:cs typeface="Segoe UI"/>
              </a:rPr>
              <a:t>Товарный знак NCOC зарегистрирован и защищен согласно законодательству Республики Казахстан. Любое несанкционированное использование товарного знака NCOC преследуется по закону. </a:t>
            </a:r>
          </a:p>
        </p:txBody>
      </p:sp>
      <p:sp>
        <p:nvSpPr>
          <p:cNvPr id="16" name="Прямоугольник с двумя скругленными соседними углами 15"/>
          <p:cNvSpPr/>
          <p:nvPr userDrawn="1"/>
        </p:nvSpPr>
        <p:spPr>
          <a:xfrm flipV="1">
            <a:off x="9053757" y="0"/>
            <a:ext cx="2282376" cy="2282216"/>
          </a:xfrm>
          <a:prstGeom prst="round2SameRect">
            <a:avLst>
              <a:gd name="adj1" fmla="val 10368"/>
              <a:gd name="adj2" fmla="val 0"/>
            </a:avLst>
          </a:prstGeom>
          <a:solidFill>
            <a:srgbClr val="81D8FF">
              <a:alpha val="50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dirty="0">
              <a:ln>
                <a:noFill/>
              </a:ln>
              <a:solidFill>
                <a:prstClr val="white"/>
              </a:solidFill>
              <a:effectLst/>
              <a:uLnTx/>
              <a:uFillTx/>
              <a:latin typeface="Segoe UI"/>
              <a:ea typeface="+mn-ea"/>
              <a:cs typeface="+mn-cs"/>
            </a:endParaRPr>
          </a:p>
        </p:txBody>
      </p:sp>
      <p:pic>
        <p:nvPicPr>
          <p:cNvPr id="17" name="Рисунок 16"/>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237441" y="247224"/>
            <a:ext cx="1910754" cy="1787771"/>
          </a:xfrm>
          <a:prstGeom prst="rect">
            <a:avLst/>
          </a:prstGeom>
        </p:spPr>
      </p:pic>
      <p:sp>
        <p:nvSpPr>
          <p:cNvPr id="5" name="Holder 4">
            <a:extLst>
              <a:ext uri="{FF2B5EF4-FFF2-40B4-BE49-F238E27FC236}">
                <a16:creationId xmlns:a16="http://schemas.microsoft.com/office/drawing/2014/main" id="{1A3FB39F-0CB0-1C64-31F2-10B4B49AF890}"/>
              </a:ext>
            </a:extLst>
          </p:cNvPr>
          <p:cNvSpPr txBox="1">
            <a:spLocks/>
          </p:cNvSpPr>
          <p:nvPr userDrawn="1"/>
        </p:nvSpPr>
        <p:spPr>
          <a:xfrm rot="5400000">
            <a:off x="11073964" y="5265156"/>
            <a:ext cx="1388845" cy="135293"/>
          </a:xfrm>
          <a:prstGeom prst="rect">
            <a:avLst/>
          </a:prstGeom>
        </p:spPr>
        <p:txBody>
          <a:bodyPr wrap="square" lIns="0" tIns="0" rIns="0" bIns="0">
            <a:spAutoFit/>
          </a:bodyPr>
          <a:lstStyle>
            <a:defPPr>
              <a:defRPr kern="0"/>
            </a:defPPr>
            <a:lvl1pPr>
              <a:defRPr sz="1450" b="0" i="0">
                <a:solidFill>
                  <a:srgbClr val="008FD1"/>
                </a:solidFill>
                <a:latin typeface="Segoe UI"/>
                <a:cs typeface="Segoe UI"/>
              </a:defRPr>
            </a:lvl1pPr>
          </a:lstStyle>
          <a:p>
            <a:pPr marL="7702" marR="0" lvl="0" indent="0" defTabSz="554500" eaLnBrk="1" fontAlgn="auto" latinLnBrk="0" hangingPunct="1">
              <a:lnSpc>
                <a:spcPct val="100000"/>
              </a:lnSpc>
              <a:spcBef>
                <a:spcPts val="152"/>
              </a:spcBef>
              <a:spcAft>
                <a:spcPts val="0"/>
              </a:spcAft>
              <a:buClrTx/>
              <a:buSzTx/>
              <a:buFontTx/>
              <a:buNone/>
              <a:tabLst>
                <a:tab pos="763284" algn="l"/>
              </a:tabLst>
              <a:defRPr/>
            </a:pPr>
            <a:r>
              <a:rPr kumimoji="0" lang="en-US" sz="879" b="0" i="0" u="none" strike="noStrike" kern="0" cap="none" spc="0" normalizeH="0" baseline="0" noProof="0" dirty="0">
                <a:ln>
                  <a:noFill/>
                </a:ln>
                <a:solidFill>
                  <a:srgbClr val="008FD1"/>
                </a:solidFill>
                <a:effectLst/>
                <a:uLnTx/>
                <a:uFillTx/>
                <a:latin typeface="Segoe UI"/>
                <a:cs typeface="Segoe UI"/>
              </a:rPr>
              <a:t>INTERNAL	</a:t>
            </a:r>
            <a:fld id="{6734F0B2-4CDE-4D37-920F-6BF657BFC994}" type="datetime1">
              <a:rPr kumimoji="0" lang="en-GB" sz="879" b="0" i="0" u="none" strike="noStrike" kern="0" cap="none" spc="0" normalizeH="0" baseline="0" noProof="0" smtClean="0">
                <a:ln>
                  <a:noFill/>
                </a:ln>
                <a:solidFill>
                  <a:srgbClr val="008FD1"/>
                </a:solidFill>
                <a:effectLst/>
                <a:uLnTx/>
                <a:uFillTx/>
                <a:latin typeface="Segoe UI"/>
                <a:cs typeface="Segoe UI"/>
              </a:rPr>
              <a:pPr marL="7702" marR="0" lvl="0" indent="0" defTabSz="554500" eaLnBrk="1" fontAlgn="auto" latinLnBrk="0" hangingPunct="1">
                <a:lnSpc>
                  <a:spcPct val="100000"/>
                </a:lnSpc>
                <a:spcBef>
                  <a:spcPts val="152"/>
                </a:spcBef>
                <a:spcAft>
                  <a:spcPts val="0"/>
                </a:spcAft>
                <a:buClrTx/>
                <a:buSzTx/>
                <a:buFontTx/>
                <a:buNone/>
                <a:tabLst>
                  <a:tab pos="763284" algn="l"/>
                </a:tabLst>
                <a:defRPr/>
              </a:pPr>
              <a:t>06/02/2026</a:t>
            </a:fld>
            <a:endParaRPr kumimoji="0" lang="en-US" sz="879" b="0" i="0" u="none" strike="noStrike" kern="0" cap="none" spc="0" normalizeH="0" baseline="0" noProof="0" dirty="0">
              <a:ln>
                <a:noFill/>
              </a:ln>
              <a:solidFill>
                <a:srgbClr val="008FD1"/>
              </a:solidFill>
              <a:effectLst/>
              <a:uLnTx/>
              <a:uFillTx/>
              <a:latin typeface="Segoe UI"/>
              <a:cs typeface="Segoe UI"/>
            </a:endParaRPr>
          </a:p>
        </p:txBody>
      </p:sp>
    </p:spTree>
    <p:extLst>
      <p:ext uri="{BB962C8B-B14F-4D97-AF65-F5344CB8AC3E}">
        <p14:creationId xmlns:p14="http://schemas.microsoft.com/office/powerpoint/2010/main" val="2778405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Mid-Section Slide">
    <p:spTree>
      <p:nvGrpSpPr>
        <p:cNvPr id="1" name=""/>
        <p:cNvGrpSpPr/>
        <p:nvPr/>
      </p:nvGrpSpPr>
      <p:grpSpPr>
        <a:xfrm>
          <a:off x="0" y="0"/>
          <a:ext cx="0" cy="0"/>
          <a:chOff x="0" y="0"/>
          <a:chExt cx="0" cy="0"/>
        </a:xfrm>
      </p:grpSpPr>
      <p:sp>
        <p:nvSpPr>
          <p:cNvPr id="16" name="bg object 16"/>
          <p:cNvSpPr/>
          <p:nvPr/>
        </p:nvSpPr>
        <p:spPr>
          <a:xfrm>
            <a:off x="0" y="6032076"/>
            <a:ext cx="12192000" cy="825578"/>
          </a:xfrm>
          <a:custGeom>
            <a:avLst/>
            <a:gdLst/>
            <a:ahLst/>
            <a:cxnLst/>
            <a:rect l="l" t="t" r="r" b="b"/>
            <a:pathLst>
              <a:path w="20104100" h="1361440">
                <a:moveTo>
                  <a:pt x="20104099" y="0"/>
                </a:moveTo>
                <a:lnTo>
                  <a:pt x="0" y="0"/>
                </a:lnTo>
                <a:lnTo>
                  <a:pt x="0" y="1361215"/>
                </a:lnTo>
                <a:lnTo>
                  <a:pt x="20104099" y="1361215"/>
                </a:lnTo>
                <a:lnTo>
                  <a:pt x="20104099" y="0"/>
                </a:lnTo>
                <a:close/>
              </a:path>
            </a:pathLst>
          </a:custGeom>
          <a:solidFill>
            <a:srgbClr val="008AC9"/>
          </a:solidFill>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sp>
        <p:nvSpPr>
          <p:cNvPr id="17" name="bg object 17"/>
          <p:cNvSpPr/>
          <p:nvPr/>
        </p:nvSpPr>
        <p:spPr>
          <a:xfrm>
            <a:off x="4479301" y="6032079"/>
            <a:ext cx="7713000" cy="825578"/>
          </a:xfrm>
          <a:custGeom>
            <a:avLst/>
            <a:gdLst/>
            <a:ahLst/>
            <a:cxnLst/>
            <a:rect l="l" t="t" r="r" b="b"/>
            <a:pathLst>
              <a:path w="12718415" h="1361440">
                <a:moveTo>
                  <a:pt x="5881319" y="215277"/>
                </a:moveTo>
                <a:lnTo>
                  <a:pt x="5827776" y="236626"/>
                </a:lnTo>
                <a:lnTo>
                  <a:pt x="5775388" y="256806"/>
                </a:lnTo>
                <a:lnTo>
                  <a:pt x="5724080" y="275805"/>
                </a:lnTo>
                <a:lnTo>
                  <a:pt x="5673826" y="293636"/>
                </a:lnTo>
                <a:lnTo>
                  <a:pt x="5624576" y="310299"/>
                </a:lnTo>
                <a:lnTo>
                  <a:pt x="5576290" y="325780"/>
                </a:lnTo>
                <a:lnTo>
                  <a:pt x="5528907" y="340093"/>
                </a:lnTo>
                <a:lnTo>
                  <a:pt x="5482374" y="353237"/>
                </a:lnTo>
                <a:lnTo>
                  <a:pt x="5436679" y="365201"/>
                </a:lnTo>
                <a:lnTo>
                  <a:pt x="5391747" y="376008"/>
                </a:lnTo>
                <a:lnTo>
                  <a:pt x="5347538" y="385635"/>
                </a:lnTo>
                <a:lnTo>
                  <a:pt x="5304002" y="394093"/>
                </a:lnTo>
                <a:lnTo>
                  <a:pt x="5261102" y="401383"/>
                </a:lnTo>
                <a:lnTo>
                  <a:pt x="5218785" y="407492"/>
                </a:lnTo>
                <a:lnTo>
                  <a:pt x="5177015" y="412445"/>
                </a:lnTo>
                <a:lnTo>
                  <a:pt x="5135740" y="416217"/>
                </a:lnTo>
                <a:lnTo>
                  <a:pt x="5094910" y="418833"/>
                </a:lnTo>
                <a:lnTo>
                  <a:pt x="5054473" y="420281"/>
                </a:lnTo>
                <a:lnTo>
                  <a:pt x="5014392" y="420547"/>
                </a:lnTo>
                <a:lnTo>
                  <a:pt x="4974628" y="419658"/>
                </a:lnTo>
                <a:lnTo>
                  <a:pt x="4935118" y="417588"/>
                </a:lnTo>
                <a:lnTo>
                  <a:pt x="4895824" y="414362"/>
                </a:lnTo>
                <a:lnTo>
                  <a:pt x="4856696" y="409968"/>
                </a:lnTo>
                <a:lnTo>
                  <a:pt x="4817694" y="404406"/>
                </a:lnTo>
                <a:lnTo>
                  <a:pt x="4778768" y="397675"/>
                </a:lnTo>
                <a:lnTo>
                  <a:pt x="4739881" y="389788"/>
                </a:lnTo>
                <a:lnTo>
                  <a:pt x="4700968" y="380720"/>
                </a:lnTo>
                <a:lnTo>
                  <a:pt x="4661992" y="370497"/>
                </a:lnTo>
                <a:lnTo>
                  <a:pt x="4622914" y="359105"/>
                </a:lnTo>
                <a:lnTo>
                  <a:pt x="4583671" y="346557"/>
                </a:lnTo>
                <a:lnTo>
                  <a:pt x="4544238" y="332841"/>
                </a:lnTo>
                <a:lnTo>
                  <a:pt x="4504550" y="317957"/>
                </a:lnTo>
                <a:lnTo>
                  <a:pt x="4464570" y="301904"/>
                </a:lnTo>
                <a:lnTo>
                  <a:pt x="4424261" y="284695"/>
                </a:lnTo>
                <a:lnTo>
                  <a:pt x="4383557" y="266331"/>
                </a:lnTo>
                <a:lnTo>
                  <a:pt x="4342422" y="246799"/>
                </a:lnTo>
                <a:lnTo>
                  <a:pt x="4300804" y="226098"/>
                </a:lnTo>
                <a:lnTo>
                  <a:pt x="4258665" y="204241"/>
                </a:lnTo>
                <a:lnTo>
                  <a:pt x="4215943" y="181229"/>
                </a:lnTo>
                <a:lnTo>
                  <a:pt x="4172610" y="157048"/>
                </a:lnTo>
                <a:lnTo>
                  <a:pt x="4128617" y="131699"/>
                </a:lnTo>
                <a:lnTo>
                  <a:pt x="4083913" y="105206"/>
                </a:lnTo>
                <a:lnTo>
                  <a:pt x="4038460" y="77546"/>
                </a:lnTo>
                <a:lnTo>
                  <a:pt x="3992194" y="48717"/>
                </a:lnTo>
                <a:lnTo>
                  <a:pt x="3945077" y="18732"/>
                </a:lnTo>
                <a:lnTo>
                  <a:pt x="3916197" y="0"/>
                </a:lnTo>
                <a:lnTo>
                  <a:pt x="1316761" y="0"/>
                </a:lnTo>
                <a:lnTo>
                  <a:pt x="951255" y="100152"/>
                </a:lnTo>
                <a:lnTo>
                  <a:pt x="895946" y="113245"/>
                </a:lnTo>
                <a:lnTo>
                  <a:pt x="838987" y="123761"/>
                </a:lnTo>
                <a:lnTo>
                  <a:pt x="780796" y="131978"/>
                </a:lnTo>
                <a:lnTo>
                  <a:pt x="721804" y="138163"/>
                </a:lnTo>
                <a:lnTo>
                  <a:pt x="662432" y="142570"/>
                </a:lnTo>
                <a:lnTo>
                  <a:pt x="603084" y="145465"/>
                </a:lnTo>
                <a:lnTo>
                  <a:pt x="544195" y="147129"/>
                </a:lnTo>
                <a:lnTo>
                  <a:pt x="486168" y="147815"/>
                </a:lnTo>
                <a:lnTo>
                  <a:pt x="223774" y="145834"/>
                </a:lnTo>
                <a:lnTo>
                  <a:pt x="179768" y="146227"/>
                </a:lnTo>
                <a:lnTo>
                  <a:pt x="139573" y="147485"/>
                </a:lnTo>
                <a:lnTo>
                  <a:pt x="72288" y="153720"/>
                </a:lnTo>
                <a:lnTo>
                  <a:pt x="25247" y="166649"/>
                </a:lnTo>
                <a:lnTo>
                  <a:pt x="0" y="203238"/>
                </a:lnTo>
                <a:lnTo>
                  <a:pt x="3962" y="222046"/>
                </a:lnTo>
                <a:lnTo>
                  <a:pt x="23253" y="259626"/>
                </a:lnTo>
                <a:lnTo>
                  <a:pt x="56769" y="297091"/>
                </a:lnTo>
                <a:lnTo>
                  <a:pt x="103441" y="334429"/>
                </a:lnTo>
                <a:lnTo>
                  <a:pt x="162179" y="371576"/>
                </a:lnTo>
                <a:lnTo>
                  <a:pt x="195732" y="390080"/>
                </a:lnTo>
                <a:lnTo>
                  <a:pt x="231889" y="408533"/>
                </a:lnTo>
                <a:lnTo>
                  <a:pt x="270535" y="426910"/>
                </a:lnTo>
                <a:lnTo>
                  <a:pt x="311505" y="445223"/>
                </a:lnTo>
                <a:lnTo>
                  <a:pt x="354685" y="463473"/>
                </a:lnTo>
                <a:lnTo>
                  <a:pt x="399935" y="481647"/>
                </a:lnTo>
                <a:lnTo>
                  <a:pt x="447128" y="499745"/>
                </a:lnTo>
                <a:lnTo>
                  <a:pt x="496100" y="517753"/>
                </a:lnTo>
                <a:lnTo>
                  <a:pt x="546747" y="535686"/>
                </a:lnTo>
                <a:lnTo>
                  <a:pt x="598919" y="553516"/>
                </a:lnTo>
                <a:lnTo>
                  <a:pt x="652487" y="571246"/>
                </a:lnTo>
                <a:lnTo>
                  <a:pt x="763244" y="606412"/>
                </a:lnTo>
                <a:lnTo>
                  <a:pt x="877951" y="641146"/>
                </a:lnTo>
                <a:lnTo>
                  <a:pt x="1055027" y="692340"/>
                </a:lnTo>
                <a:lnTo>
                  <a:pt x="1754543" y="884097"/>
                </a:lnTo>
                <a:lnTo>
                  <a:pt x="1957158" y="942505"/>
                </a:lnTo>
                <a:lnTo>
                  <a:pt x="2047849" y="970521"/>
                </a:lnTo>
                <a:lnTo>
                  <a:pt x="2090077" y="984211"/>
                </a:lnTo>
                <a:lnTo>
                  <a:pt x="2130044" y="997699"/>
                </a:lnTo>
                <a:lnTo>
                  <a:pt x="2167610" y="1010958"/>
                </a:lnTo>
                <a:lnTo>
                  <a:pt x="2234996" y="1036802"/>
                </a:lnTo>
                <a:lnTo>
                  <a:pt x="2291156" y="1061720"/>
                </a:lnTo>
                <a:lnTo>
                  <a:pt x="2314689" y="1073810"/>
                </a:lnTo>
                <a:lnTo>
                  <a:pt x="1535595" y="1157185"/>
                </a:lnTo>
                <a:lnTo>
                  <a:pt x="1186065" y="1227467"/>
                </a:lnTo>
                <a:lnTo>
                  <a:pt x="1185240" y="1322946"/>
                </a:lnTo>
                <a:lnTo>
                  <a:pt x="1249565" y="1361211"/>
                </a:lnTo>
                <a:lnTo>
                  <a:pt x="5521299" y="1361211"/>
                </a:lnTo>
                <a:lnTo>
                  <a:pt x="5514581" y="1335468"/>
                </a:lnTo>
                <a:lnTo>
                  <a:pt x="5506110" y="1296123"/>
                </a:lnTo>
                <a:lnTo>
                  <a:pt x="5499265" y="1255864"/>
                </a:lnTo>
                <a:lnTo>
                  <a:pt x="5494083" y="1214729"/>
                </a:lnTo>
                <a:lnTo>
                  <a:pt x="5490654" y="1172743"/>
                </a:lnTo>
                <a:lnTo>
                  <a:pt x="5489016" y="1129957"/>
                </a:lnTo>
                <a:lnTo>
                  <a:pt x="5489232" y="1086408"/>
                </a:lnTo>
                <a:lnTo>
                  <a:pt x="5491378" y="1042123"/>
                </a:lnTo>
                <a:lnTo>
                  <a:pt x="5495506" y="997153"/>
                </a:lnTo>
                <a:lnTo>
                  <a:pt x="5501678" y="951534"/>
                </a:lnTo>
                <a:lnTo>
                  <a:pt x="5509958" y="905306"/>
                </a:lnTo>
                <a:lnTo>
                  <a:pt x="5520398" y="858494"/>
                </a:lnTo>
                <a:lnTo>
                  <a:pt x="5533072" y="811161"/>
                </a:lnTo>
                <a:lnTo>
                  <a:pt x="5548046" y="763320"/>
                </a:lnTo>
                <a:lnTo>
                  <a:pt x="5565356" y="715022"/>
                </a:lnTo>
                <a:lnTo>
                  <a:pt x="5585079" y="666305"/>
                </a:lnTo>
                <a:lnTo>
                  <a:pt x="5607278" y="617207"/>
                </a:lnTo>
                <a:lnTo>
                  <a:pt x="5632018" y="567766"/>
                </a:lnTo>
                <a:lnTo>
                  <a:pt x="5659348" y="518020"/>
                </a:lnTo>
                <a:lnTo>
                  <a:pt x="5689346" y="468007"/>
                </a:lnTo>
                <a:lnTo>
                  <a:pt x="5720245" y="420547"/>
                </a:lnTo>
                <a:lnTo>
                  <a:pt x="5757545" y="367322"/>
                </a:lnTo>
                <a:lnTo>
                  <a:pt x="5795873" y="316738"/>
                </a:lnTo>
                <a:lnTo>
                  <a:pt x="5837110" y="266039"/>
                </a:lnTo>
                <a:lnTo>
                  <a:pt x="5881319" y="215277"/>
                </a:lnTo>
                <a:close/>
              </a:path>
              <a:path w="12718415" h="1361440">
                <a:moveTo>
                  <a:pt x="7770177" y="1301369"/>
                </a:moveTo>
                <a:lnTo>
                  <a:pt x="7768628" y="1260436"/>
                </a:lnTo>
                <a:lnTo>
                  <a:pt x="7765567" y="1220266"/>
                </a:lnTo>
                <a:lnTo>
                  <a:pt x="7758646" y="1166279"/>
                </a:lnTo>
                <a:lnTo>
                  <a:pt x="7748473" y="1113942"/>
                </a:lnTo>
                <a:lnTo>
                  <a:pt x="7735202" y="1063294"/>
                </a:lnTo>
                <a:lnTo>
                  <a:pt x="7719009" y="1014323"/>
                </a:lnTo>
                <a:lnTo>
                  <a:pt x="7700023" y="967079"/>
                </a:lnTo>
                <a:lnTo>
                  <a:pt x="7678420" y="921550"/>
                </a:lnTo>
                <a:lnTo>
                  <a:pt x="7654366" y="877760"/>
                </a:lnTo>
                <a:lnTo>
                  <a:pt x="7627988" y="835736"/>
                </a:lnTo>
                <a:lnTo>
                  <a:pt x="7599477" y="795489"/>
                </a:lnTo>
                <a:lnTo>
                  <a:pt x="7575321" y="765035"/>
                </a:lnTo>
                <a:lnTo>
                  <a:pt x="7536612" y="720369"/>
                </a:lnTo>
                <a:lnTo>
                  <a:pt x="7502601" y="685533"/>
                </a:lnTo>
                <a:lnTo>
                  <a:pt x="7467054" y="652538"/>
                </a:lnTo>
                <a:lnTo>
                  <a:pt x="7430148" y="621398"/>
                </a:lnTo>
                <a:lnTo>
                  <a:pt x="7392048" y="592124"/>
                </a:lnTo>
                <a:lnTo>
                  <a:pt x="7352881" y="564743"/>
                </a:lnTo>
                <a:lnTo>
                  <a:pt x="7312838" y="539267"/>
                </a:lnTo>
                <a:lnTo>
                  <a:pt x="7272058" y="515708"/>
                </a:lnTo>
                <a:lnTo>
                  <a:pt x="7230110" y="493839"/>
                </a:lnTo>
                <a:lnTo>
                  <a:pt x="7186879" y="473735"/>
                </a:lnTo>
                <a:lnTo>
                  <a:pt x="7142531" y="455460"/>
                </a:lnTo>
                <a:lnTo>
                  <a:pt x="7097179" y="439077"/>
                </a:lnTo>
                <a:lnTo>
                  <a:pt x="7051002" y="424649"/>
                </a:lnTo>
                <a:lnTo>
                  <a:pt x="7004126" y="412267"/>
                </a:lnTo>
                <a:lnTo>
                  <a:pt x="6956704" y="401980"/>
                </a:lnTo>
                <a:lnTo>
                  <a:pt x="6908889" y="393852"/>
                </a:lnTo>
                <a:lnTo>
                  <a:pt x="6860819" y="387972"/>
                </a:lnTo>
                <a:lnTo>
                  <a:pt x="6812635" y="384403"/>
                </a:lnTo>
                <a:lnTo>
                  <a:pt x="6764490" y="383197"/>
                </a:lnTo>
                <a:lnTo>
                  <a:pt x="6716535" y="384441"/>
                </a:lnTo>
                <a:lnTo>
                  <a:pt x="6668910" y="388188"/>
                </a:lnTo>
                <a:lnTo>
                  <a:pt x="6621754" y="394525"/>
                </a:lnTo>
                <a:lnTo>
                  <a:pt x="6575234" y="403504"/>
                </a:lnTo>
                <a:lnTo>
                  <a:pt x="6529476" y="415201"/>
                </a:lnTo>
                <a:lnTo>
                  <a:pt x="6484633" y="429679"/>
                </a:lnTo>
                <a:lnTo>
                  <a:pt x="6440843" y="447014"/>
                </a:lnTo>
                <a:lnTo>
                  <a:pt x="6398273" y="467271"/>
                </a:lnTo>
                <a:lnTo>
                  <a:pt x="6357048" y="490524"/>
                </a:lnTo>
                <a:lnTo>
                  <a:pt x="6317335" y="516826"/>
                </a:lnTo>
                <a:lnTo>
                  <a:pt x="6279261" y="546265"/>
                </a:lnTo>
                <a:lnTo>
                  <a:pt x="6242977" y="578891"/>
                </a:lnTo>
                <a:lnTo>
                  <a:pt x="6213043" y="608393"/>
                </a:lnTo>
                <a:lnTo>
                  <a:pt x="6185001" y="640118"/>
                </a:lnTo>
                <a:lnTo>
                  <a:pt x="6158954" y="673849"/>
                </a:lnTo>
                <a:lnTo>
                  <a:pt x="6135014" y="709345"/>
                </a:lnTo>
                <a:lnTo>
                  <a:pt x="6113246" y="746404"/>
                </a:lnTo>
                <a:lnTo>
                  <a:pt x="6093777" y="784783"/>
                </a:lnTo>
                <a:lnTo>
                  <a:pt x="6076683" y="824280"/>
                </a:lnTo>
                <a:lnTo>
                  <a:pt x="6062078" y="864641"/>
                </a:lnTo>
                <a:lnTo>
                  <a:pt x="6050038" y="905662"/>
                </a:lnTo>
                <a:lnTo>
                  <a:pt x="6040666" y="947102"/>
                </a:lnTo>
                <a:lnTo>
                  <a:pt x="6034075" y="988758"/>
                </a:lnTo>
                <a:lnTo>
                  <a:pt x="6030328" y="1030401"/>
                </a:lnTo>
                <a:lnTo>
                  <a:pt x="6029553" y="1071791"/>
                </a:lnTo>
                <a:lnTo>
                  <a:pt x="6031839" y="1112710"/>
                </a:lnTo>
                <a:lnTo>
                  <a:pt x="6037262" y="1152944"/>
                </a:lnTo>
                <a:lnTo>
                  <a:pt x="6045949" y="1192250"/>
                </a:lnTo>
                <a:lnTo>
                  <a:pt x="6057976" y="1230414"/>
                </a:lnTo>
                <a:lnTo>
                  <a:pt x="6073432" y="1267218"/>
                </a:lnTo>
                <a:lnTo>
                  <a:pt x="6092431" y="1302435"/>
                </a:lnTo>
                <a:lnTo>
                  <a:pt x="6115075" y="1335836"/>
                </a:lnTo>
                <a:lnTo>
                  <a:pt x="6136411" y="1361211"/>
                </a:lnTo>
                <a:lnTo>
                  <a:pt x="6760946" y="1361211"/>
                </a:lnTo>
                <a:lnTo>
                  <a:pt x="6791655" y="1317358"/>
                </a:lnTo>
                <a:lnTo>
                  <a:pt x="6820789" y="1256398"/>
                </a:lnTo>
                <a:lnTo>
                  <a:pt x="6831279" y="1210830"/>
                </a:lnTo>
                <a:lnTo>
                  <a:pt x="6834797" y="1165669"/>
                </a:lnTo>
                <a:lnTo>
                  <a:pt x="6831622" y="1121410"/>
                </a:lnTo>
                <a:lnTo>
                  <a:pt x="6822046" y="1078547"/>
                </a:lnTo>
                <a:lnTo>
                  <a:pt x="6806362" y="1037590"/>
                </a:lnTo>
                <a:lnTo>
                  <a:pt x="6784886" y="999020"/>
                </a:lnTo>
                <a:lnTo>
                  <a:pt x="6757873" y="963333"/>
                </a:lnTo>
                <a:lnTo>
                  <a:pt x="6725640" y="931049"/>
                </a:lnTo>
                <a:lnTo>
                  <a:pt x="6688468" y="902639"/>
                </a:lnTo>
                <a:lnTo>
                  <a:pt x="6646659" y="878598"/>
                </a:lnTo>
                <a:lnTo>
                  <a:pt x="6600495" y="859447"/>
                </a:lnTo>
                <a:lnTo>
                  <a:pt x="6550266" y="845654"/>
                </a:lnTo>
                <a:lnTo>
                  <a:pt x="6590538" y="820305"/>
                </a:lnTo>
                <a:lnTo>
                  <a:pt x="6632689" y="799693"/>
                </a:lnTo>
                <a:lnTo>
                  <a:pt x="6676352" y="783831"/>
                </a:lnTo>
                <a:lnTo>
                  <a:pt x="6721157" y="772744"/>
                </a:lnTo>
                <a:lnTo>
                  <a:pt x="6766763" y="766470"/>
                </a:lnTo>
                <a:lnTo>
                  <a:pt x="6812775" y="765035"/>
                </a:lnTo>
                <a:lnTo>
                  <a:pt x="6858863" y="768464"/>
                </a:lnTo>
                <a:lnTo>
                  <a:pt x="6904634" y="776770"/>
                </a:lnTo>
                <a:lnTo>
                  <a:pt x="6949732" y="789990"/>
                </a:lnTo>
                <a:lnTo>
                  <a:pt x="6993801" y="808151"/>
                </a:lnTo>
                <a:lnTo>
                  <a:pt x="7036473" y="831278"/>
                </a:lnTo>
                <a:lnTo>
                  <a:pt x="7077430" y="859447"/>
                </a:lnTo>
                <a:lnTo>
                  <a:pt x="7116165" y="892530"/>
                </a:lnTo>
                <a:lnTo>
                  <a:pt x="7146557" y="924928"/>
                </a:lnTo>
                <a:lnTo>
                  <a:pt x="7173849" y="958697"/>
                </a:lnTo>
                <a:lnTo>
                  <a:pt x="7198042" y="993724"/>
                </a:lnTo>
                <a:lnTo>
                  <a:pt x="7219188" y="1029893"/>
                </a:lnTo>
                <a:lnTo>
                  <a:pt x="7237311" y="1067079"/>
                </a:lnTo>
                <a:lnTo>
                  <a:pt x="7252436" y="1105166"/>
                </a:lnTo>
                <a:lnTo>
                  <a:pt x="7264603" y="1144003"/>
                </a:lnTo>
                <a:lnTo>
                  <a:pt x="7273823" y="1183513"/>
                </a:lnTo>
                <a:lnTo>
                  <a:pt x="7280148" y="1223530"/>
                </a:lnTo>
                <a:lnTo>
                  <a:pt x="7283590" y="1263954"/>
                </a:lnTo>
                <a:lnTo>
                  <a:pt x="7284186" y="1304671"/>
                </a:lnTo>
                <a:lnTo>
                  <a:pt x="7281964" y="1345539"/>
                </a:lnTo>
                <a:lnTo>
                  <a:pt x="7280046" y="1361211"/>
                </a:lnTo>
                <a:lnTo>
                  <a:pt x="7769580" y="1361211"/>
                </a:lnTo>
                <a:lnTo>
                  <a:pt x="7770127" y="1345539"/>
                </a:lnTo>
                <a:lnTo>
                  <a:pt x="7770177" y="1301369"/>
                </a:lnTo>
                <a:close/>
              </a:path>
              <a:path w="12718415" h="1361440">
                <a:moveTo>
                  <a:pt x="8062366" y="353961"/>
                </a:moveTo>
                <a:lnTo>
                  <a:pt x="8033525" y="305041"/>
                </a:lnTo>
                <a:lnTo>
                  <a:pt x="8003934" y="257987"/>
                </a:lnTo>
                <a:lnTo>
                  <a:pt x="7973555" y="212750"/>
                </a:lnTo>
                <a:lnTo>
                  <a:pt x="7942389" y="169278"/>
                </a:lnTo>
                <a:lnTo>
                  <a:pt x="7910411" y="127495"/>
                </a:lnTo>
                <a:lnTo>
                  <a:pt x="7877619" y="87376"/>
                </a:lnTo>
                <a:lnTo>
                  <a:pt x="7843977" y="48856"/>
                </a:lnTo>
                <a:lnTo>
                  <a:pt x="7809497" y="11874"/>
                </a:lnTo>
                <a:lnTo>
                  <a:pt x="7797673" y="0"/>
                </a:lnTo>
                <a:lnTo>
                  <a:pt x="7611046" y="0"/>
                </a:lnTo>
                <a:lnTo>
                  <a:pt x="7642974" y="14795"/>
                </a:lnTo>
                <a:lnTo>
                  <a:pt x="7691628" y="40030"/>
                </a:lnTo>
                <a:lnTo>
                  <a:pt x="7737970" y="66763"/>
                </a:lnTo>
                <a:lnTo>
                  <a:pt x="7782065" y="94843"/>
                </a:lnTo>
                <a:lnTo>
                  <a:pt x="7823987" y="124180"/>
                </a:lnTo>
                <a:lnTo>
                  <a:pt x="7863802" y="154622"/>
                </a:lnTo>
                <a:lnTo>
                  <a:pt x="7901572" y="186067"/>
                </a:lnTo>
                <a:lnTo>
                  <a:pt x="7937386" y="218376"/>
                </a:lnTo>
                <a:lnTo>
                  <a:pt x="7971307" y="251447"/>
                </a:lnTo>
                <a:lnTo>
                  <a:pt x="8003387" y="285153"/>
                </a:lnTo>
                <a:lnTo>
                  <a:pt x="8033715" y="319366"/>
                </a:lnTo>
                <a:lnTo>
                  <a:pt x="8062366" y="353961"/>
                </a:lnTo>
                <a:close/>
              </a:path>
              <a:path w="12718415" h="1361440">
                <a:moveTo>
                  <a:pt x="11211052" y="1361211"/>
                </a:moveTo>
                <a:lnTo>
                  <a:pt x="11196015" y="1316977"/>
                </a:lnTo>
                <a:lnTo>
                  <a:pt x="11174247" y="1266405"/>
                </a:lnTo>
                <a:lnTo>
                  <a:pt x="11149241" y="1220228"/>
                </a:lnTo>
                <a:lnTo>
                  <a:pt x="11121123" y="1178394"/>
                </a:lnTo>
                <a:lnTo>
                  <a:pt x="11090034" y="1140866"/>
                </a:lnTo>
                <a:lnTo>
                  <a:pt x="11056099" y="1107592"/>
                </a:lnTo>
                <a:lnTo>
                  <a:pt x="11019434" y="1078496"/>
                </a:lnTo>
                <a:lnTo>
                  <a:pt x="10980179" y="1053553"/>
                </a:lnTo>
                <a:lnTo>
                  <a:pt x="10938459" y="1032713"/>
                </a:lnTo>
                <a:lnTo>
                  <a:pt x="10894390" y="1015898"/>
                </a:lnTo>
                <a:lnTo>
                  <a:pt x="10848111" y="1003084"/>
                </a:lnTo>
                <a:lnTo>
                  <a:pt x="10799750" y="994194"/>
                </a:lnTo>
                <a:lnTo>
                  <a:pt x="10749420" y="989203"/>
                </a:lnTo>
                <a:lnTo>
                  <a:pt x="10697274" y="988034"/>
                </a:lnTo>
                <a:lnTo>
                  <a:pt x="10670553" y="988885"/>
                </a:lnTo>
                <a:lnTo>
                  <a:pt x="10615892" y="993368"/>
                </a:lnTo>
                <a:lnTo>
                  <a:pt x="10559733" y="1001572"/>
                </a:lnTo>
                <a:lnTo>
                  <a:pt x="10502176" y="1013421"/>
                </a:lnTo>
                <a:lnTo>
                  <a:pt x="10443362" y="1028877"/>
                </a:lnTo>
                <a:lnTo>
                  <a:pt x="10383431" y="1047889"/>
                </a:lnTo>
                <a:lnTo>
                  <a:pt x="10322496" y="1070394"/>
                </a:lnTo>
                <a:lnTo>
                  <a:pt x="10260686" y="1096352"/>
                </a:lnTo>
                <a:lnTo>
                  <a:pt x="10198125" y="1125702"/>
                </a:lnTo>
                <a:lnTo>
                  <a:pt x="10134943" y="1158392"/>
                </a:lnTo>
                <a:lnTo>
                  <a:pt x="10071278" y="1194384"/>
                </a:lnTo>
                <a:lnTo>
                  <a:pt x="10007244" y="1233614"/>
                </a:lnTo>
                <a:lnTo>
                  <a:pt x="9975139" y="1254429"/>
                </a:lnTo>
                <a:lnTo>
                  <a:pt x="9942982" y="1276032"/>
                </a:lnTo>
                <a:lnTo>
                  <a:pt x="9910801" y="1298422"/>
                </a:lnTo>
                <a:lnTo>
                  <a:pt x="9878606" y="1321587"/>
                </a:lnTo>
                <a:lnTo>
                  <a:pt x="9846412" y="1345526"/>
                </a:lnTo>
                <a:lnTo>
                  <a:pt x="9825990" y="1361211"/>
                </a:lnTo>
                <a:lnTo>
                  <a:pt x="11211052" y="1361211"/>
                </a:lnTo>
                <a:close/>
              </a:path>
              <a:path w="12718415" h="1361440">
                <a:moveTo>
                  <a:pt x="12717920" y="0"/>
                </a:moveTo>
                <a:lnTo>
                  <a:pt x="8755888" y="0"/>
                </a:lnTo>
                <a:lnTo>
                  <a:pt x="8758555" y="6197"/>
                </a:lnTo>
                <a:lnTo>
                  <a:pt x="8788298" y="43078"/>
                </a:lnTo>
                <a:lnTo>
                  <a:pt x="8832825" y="69342"/>
                </a:lnTo>
                <a:lnTo>
                  <a:pt x="8870048" y="81648"/>
                </a:lnTo>
                <a:lnTo>
                  <a:pt x="8912822" y="90271"/>
                </a:lnTo>
                <a:lnTo>
                  <a:pt x="8960752" y="95631"/>
                </a:lnTo>
                <a:lnTo>
                  <a:pt x="9013419" y="98145"/>
                </a:lnTo>
                <a:lnTo>
                  <a:pt x="9041409" y="98463"/>
                </a:lnTo>
                <a:lnTo>
                  <a:pt x="9070442" y="98221"/>
                </a:lnTo>
                <a:lnTo>
                  <a:pt x="9100452" y="97485"/>
                </a:lnTo>
                <a:lnTo>
                  <a:pt x="9131389" y="96278"/>
                </a:lnTo>
                <a:lnTo>
                  <a:pt x="9195892" y="92748"/>
                </a:lnTo>
                <a:lnTo>
                  <a:pt x="9557233" y="65544"/>
                </a:lnTo>
                <a:lnTo>
                  <a:pt x="9634461" y="61112"/>
                </a:lnTo>
                <a:lnTo>
                  <a:pt x="9712388" y="57988"/>
                </a:lnTo>
                <a:lnTo>
                  <a:pt x="9751492" y="57048"/>
                </a:lnTo>
                <a:lnTo>
                  <a:pt x="9790620" y="56578"/>
                </a:lnTo>
                <a:lnTo>
                  <a:pt x="9829724" y="56654"/>
                </a:lnTo>
                <a:lnTo>
                  <a:pt x="9868751" y="57315"/>
                </a:lnTo>
                <a:lnTo>
                  <a:pt x="9907651" y="58610"/>
                </a:lnTo>
                <a:lnTo>
                  <a:pt x="9946373" y="60604"/>
                </a:lnTo>
                <a:lnTo>
                  <a:pt x="9984867" y="63334"/>
                </a:lnTo>
                <a:lnTo>
                  <a:pt x="10023094" y="66852"/>
                </a:lnTo>
                <a:lnTo>
                  <a:pt x="10060978" y="71221"/>
                </a:lnTo>
                <a:lnTo>
                  <a:pt x="10135578" y="82702"/>
                </a:lnTo>
                <a:lnTo>
                  <a:pt x="10208247" y="98183"/>
                </a:lnTo>
                <a:lnTo>
                  <a:pt x="10278605" y="118097"/>
                </a:lnTo>
                <a:lnTo>
                  <a:pt x="10346233" y="142836"/>
                </a:lnTo>
                <a:lnTo>
                  <a:pt x="10410723" y="172834"/>
                </a:lnTo>
                <a:lnTo>
                  <a:pt x="10471683" y="208508"/>
                </a:lnTo>
                <a:lnTo>
                  <a:pt x="10528694" y="250253"/>
                </a:lnTo>
                <a:lnTo>
                  <a:pt x="10581373" y="298500"/>
                </a:lnTo>
                <a:lnTo>
                  <a:pt x="10605961" y="325183"/>
                </a:lnTo>
                <a:lnTo>
                  <a:pt x="10678668" y="339102"/>
                </a:lnTo>
                <a:lnTo>
                  <a:pt x="10747070" y="354571"/>
                </a:lnTo>
                <a:lnTo>
                  <a:pt x="10811269" y="371538"/>
                </a:lnTo>
                <a:lnTo>
                  <a:pt x="10871365" y="389915"/>
                </a:lnTo>
                <a:lnTo>
                  <a:pt x="10927474" y="409638"/>
                </a:lnTo>
                <a:lnTo>
                  <a:pt x="10979683" y="430644"/>
                </a:lnTo>
                <a:lnTo>
                  <a:pt x="11028109" y="452856"/>
                </a:lnTo>
                <a:lnTo>
                  <a:pt x="11072863" y="476186"/>
                </a:lnTo>
                <a:lnTo>
                  <a:pt x="11114049" y="500595"/>
                </a:lnTo>
                <a:lnTo>
                  <a:pt x="11151768" y="525983"/>
                </a:lnTo>
                <a:lnTo>
                  <a:pt x="11186135" y="552284"/>
                </a:lnTo>
                <a:lnTo>
                  <a:pt x="11217237" y="579450"/>
                </a:lnTo>
                <a:lnTo>
                  <a:pt x="11245190" y="607377"/>
                </a:lnTo>
                <a:lnTo>
                  <a:pt x="11292091" y="665276"/>
                </a:lnTo>
                <a:lnTo>
                  <a:pt x="11327676" y="725424"/>
                </a:lnTo>
                <a:lnTo>
                  <a:pt x="11352784" y="787260"/>
                </a:lnTo>
                <a:lnTo>
                  <a:pt x="11368278" y="850188"/>
                </a:lnTo>
                <a:lnTo>
                  <a:pt x="11374996" y="913650"/>
                </a:lnTo>
                <a:lnTo>
                  <a:pt x="11375327" y="945400"/>
                </a:lnTo>
                <a:lnTo>
                  <a:pt x="11373777" y="977074"/>
                </a:lnTo>
                <a:lnTo>
                  <a:pt x="11365484" y="1039888"/>
                </a:lnTo>
                <a:lnTo>
                  <a:pt x="11350943" y="1101521"/>
                </a:lnTo>
                <a:lnTo>
                  <a:pt x="11331029" y="1161402"/>
                </a:lnTo>
                <a:lnTo>
                  <a:pt x="11306569" y="1218971"/>
                </a:lnTo>
                <a:lnTo>
                  <a:pt x="11278426" y="1273632"/>
                </a:lnTo>
                <a:lnTo>
                  <a:pt x="11247425" y="1324838"/>
                </a:lnTo>
                <a:lnTo>
                  <a:pt x="11222253" y="1361211"/>
                </a:lnTo>
                <a:lnTo>
                  <a:pt x="12717920" y="1361211"/>
                </a:lnTo>
                <a:lnTo>
                  <a:pt x="12717920" y="56578"/>
                </a:lnTo>
                <a:lnTo>
                  <a:pt x="12717920" y="0"/>
                </a:lnTo>
                <a:close/>
              </a:path>
            </a:pathLst>
          </a:custGeom>
          <a:solidFill>
            <a:srgbClr val="007FBA"/>
          </a:solidFill>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grpSp>
        <p:nvGrpSpPr>
          <p:cNvPr id="5" name="Группа 4"/>
          <p:cNvGrpSpPr/>
          <p:nvPr userDrawn="1"/>
        </p:nvGrpSpPr>
        <p:grpSpPr>
          <a:xfrm>
            <a:off x="9047813" y="-1125"/>
            <a:ext cx="2288323" cy="2276767"/>
            <a:chOff x="14970032" y="10843"/>
            <a:chExt cx="3773349" cy="3754558"/>
          </a:xfrm>
        </p:grpSpPr>
        <p:sp>
          <p:nvSpPr>
            <p:cNvPr id="6" name="Прямоугольник с двумя скругленными соседними углами 14"/>
            <p:cNvSpPr/>
            <p:nvPr userDrawn="1"/>
          </p:nvSpPr>
          <p:spPr>
            <a:xfrm flipV="1">
              <a:off x="14970032" y="10843"/>
              <a:ext cx="3773349" cy="3754558"/>
            </a:xfrm>
            <a:custGeom>
              <a:avLst/>
              <a:gdLst>
                <a:gd name="connsiteX0" fmla="*/ 299689 w 3773349"/>
                <a:gd name="connsiteY0" fmla="*/ 0 h 3754558"/>
                <a:gd name="connsiteX1" fmla="*/ 3473660 w 3773349"/>
                <a:gd name="connsiteY1" fmla="*/ 0 h 3754558"/>
                <a:gd name="connsiteX2" fmla="*/ 3773349 w 3773349"/>
                <a:gd name="connsiteY2" fmla="*/ 299689 h 3754558"/>
                <a:gd name="connsiteX3" fmla="*/ 3773349 w 3773349"/>
                <a:gd name="connsiteY3" fmla="*/ 3754558 h 3754558"/>
                <a:gd name="connsiteX4" fmla="*/ 3773349 w 3773349"/>
                <a:gd name="connsiteY4" fmla="*/ 3754558 h 3754558"/>
                <a:gd name="connsiteX5" fmla="*/ 0 w 3773349"/>
                <a:gd name="connsiteY5" fmla="*/ 3754558 h 3754558"/>
                <a:gd name="connsiteX6" fmla="*/ 0 w 3773349"/>
                <a:gd name="connsiteY6" fmla="*/ 3754558 h 3754558"/>
                <a:gd name="connsiteX7" fmla="*/ 0 w 3773349"/>
                <a:gd name="connsiteY7" fmla="*/ 299689 h 3754558"/>
                <a:gd name="connsiteX8" fmla="*/ 299689 w 3773349"/>
                <a:gd name="connsiteY8" fmla="*/ 0 h 3754558"/>
                <a:gd name="connsiteX0" fmla="*/ 299689 w 3773349"/>
                <a:gd name="connsiteY0" fmla="*/ 0 h 3758775"/>
                <a:gd name="connsiteX1" fmla="*/ 3473660 w 3773349"/>
                <a:gd name="connsiteY1" fmla="*/ 0 h 3758775"/>
                <a:gd name="connsiteX2" fmla="*/ 3773349 w 3773349"/>
                <a:gd name="connsiteY2" fmla="*/ 299689 h 3758775"/>
                <a:gd name="connsiteX3" fmla="*/ 3773349 w 3773349"/>
                <a:gd name="connsiteY3" fmla="*/ 3754558 h 3758775"/>
                <a:gd name="connsiteX4" fmla="*/ 3773349 w 3773349"/>
                <a:gd name="connsiteY4" fmla="*/ 3754558 h 3758775"/>
                <a:gd name="connsiteX5" fmla="*/ 839811 w 3773349"/>
                <a:gd name="connsiteY5" fmla="*/ 3758775 h 3758775"/>
                <a:gd name="connsiteX6" fmla="*/ 0 w 3773349"/>
                <a:gd name="connsiteY6" fmla="*/ 3754558 h 3758775"/>
                <a:gd name="connsiteX7" fmla="*/ 0 w 3773349"/>
                <a:gd name="connsiteY7" fmla="*/ 3754558 h 3758775"/>
                <a:gd name="connsiteX8" fmla="*/ 0 w 3773349"/>
                <a:gd name="connsiteY8" fmla="*/ 299689 h 3758775"/>
                <a:gd name="connsiteX9" fmla="*/ 299689 w 3773349"/>
                <a:gd name="connsiteY9" fmla="*/ 0 h 3758775"/>
                <a:gd name="connsiteX0" fmla="*/ 839811 w 3773349"/>
                <a:gd name="connsiteY0" fmla="*/ 3758775 h 3850215"/>
                <a:gd name="connsiteX1" fmla="*/ 0 w 3773349"/>
                <a:gd name="connsiteY1" fmla="*/ 3754558 h 3850215"/>
                <a:gd name="connsiteX2" fmla="*/ 0 w 3773349"/>
                <a:gd name="connsiteY2" fmla="*/ 3754558 h 3850215"/>
                <a:gd name="connsiteX3" fmla="*/ 0 w 3773349"/>
                <a:gd name="connsiteY3" fmla="*/ 299689 h 3850215"/>
                <a:gd name="connsiteX4" fmla="*/ 299689 w 3773349"/>
                <a:gd name="connsiteY4" fmla="*/ 0 h 3850215"/>
                <a:gd name="connsiteX5" fmla="*/ 3473660 w 3773349"/>
                <a:gd name="connsiteY5" fmla="*/ 0 h 3850215"/>
                <a:gd name="connsiteX6" fmla="*/ 3773349 w 3773349"/>
                <a:gd name="connsiteY6" fmla="*/ 299689 h 3850215"/>
                <a:gd name="connsiteX7" fmla="*/ 3773349 w 3773349"/>
                <a:gd name="connsiteY7" fmla="*/ 3754558 h 3850215"/>
                <a:gd name="connsiteX8" fmla="*/ 3773349 w 3773349"/>
                <a:gd name="connsiteY8" fmla="*/ 3754558 h 3850215"/>
                <a:gd name="connsiteX9" fmla="*/ 931251 w 3773349"/>
                <a:gd name="connsiteY9" fmla="*/ 3850215 h 3850215"/>
                <a:gd name="connsiteX0" fmla="*/ 839811 w 3773349"/>
                <a:gd name="connsiteY0" fmla="*/ 3758775 h 3850215"/>
                <a:gd name="connsiteX1" fmla="*/ 0 w 3773349"/>
                <a:gd name="connsiteY1" fmla="*/ 3754558 h 3850215"/>
                <a:gd name="connsiteX2" fmla="*/ 0 w 3773349"/>
                <a:gd name="connsiteY2" fmla="*/ 3754558 h 3850215"/>
                <a:gd name="connsiteX3" fmla="*/ 0 w 3773349"/>
                <a:gd name="connsiteY3" fmla="*/ 299689 h 3850215"/>
                <a:gd name="connsiteX4" fmla="*/ 299689 w 3773349"/>
                <a:gd name="connsiteY4" fmla="*/ 0 h 3850215"/>
                <a:gd name="connsiteX5" fmla="*/ 3473660 w 3773349"/>
                <a:gd name="connsiteY5" fmla="*/ 0 h 3850215"/>
                <a:gd name="connsiteX6" fmla="*/ 3773349 w 3773349"/>
                <a:gd name="connsiteY6" fmla="*/ 299689 h 3850215"/>
                <a:gd name="connsiteX7" fmla="*/ 3773349 w 3773349"/>
                <a:gd name="connsiteY7" fmla="*/ 3754558 h 3850215"/>
                <a:gd name="connsiteX8" fmla="*/ 3773349 w 3773349"/>
                <a:gd name="connsiteY8" fmla="*/ 3754558 h 3850215"/>
                <a:gd name="connsiteX9" fmla="*/ 904747 w 3773349"/>
                <a:gd name="connsiteY9" fmla="*/ 3850215 h 3850215"/>
                <a:gd name="connsiteX0" fmla="*/ 839811 w 3773349"/>
                <a:gd name="connsiteY0" fmla="*/ 3758775 h 3758775"/>
                <a:gd name="connsiteX1" fmla="*/ 0 w 3773349"/>
                <a:gd name="connsiteY1" fmla="*/ 3754558 h 3758775"/>
                <a:gd name="connsiteX2" fmla="*/ 0 w 3773349"/>
                <a:gd name="connsiteY2" fmla="*/ 3754558 h 3758775"/>
                <a:gd name="connsiteX3" fmla="*/ 0 w 3773349"/>
                <a:gd name="connsiteY3" fmla="*/ 299689 h 3758775"/>
                <a:gd name="connsiteX4" fmla="*/ 299689 w 3773349"/>
                <a:gd name="connsiteY4" fmla="*/ 0 h 3758775"/>
                <a:gd name="connsiteX5" fmla="*/ 3473660 w 3773349"/>
                <a:gd name="connsiteY5" fmla="*/ 0 h 3758775"/>
                <a:gd name="connsiteX6" fmla="*/ 3773349 w 3773349"/>
                <a:gd name="connsiteY6" fmla="*/ 299689 h 3758775"/>
                <a:gd name="connsiteX7" fmla="*/ 3773349 w 3773349"/>
                <a:gd name="connsiteY7" fmla="*/ 3754558 h 3758775"/>
                <a:gd name="connsiteX8" fmla="*/ 3773349 w 3773349"/>
                <a:gd name="connsiteY8" fmla="*/ 3754558 h 3758775"/>
                <a:gd name="connsiteX0" fmla="*/ 0 w 3773349"/>
                <a:gd name="connsiteY0" fmla="*/ 3754558 h 3754558"/>
                <a:gd name="connsiteX1" fmla="*/ 0 w 3773349"/>
                <a:gd name="connsiteY1" fmla="*/ 3754558 h 3754558"/>
                <a:gd name="connsiteX2" fmla="*/ 0 w 3773349"/>
                <a:gd name="connsiteY2" fmla="*/ 299689 h 3754558"/>
                <a:gd name="connsiteX3" fmla="*/ 299689 w 3773349"/>
                <a:gd name="connsiteY3" fmla="*/ 0 h 3754558"/>
                <a:gd name="connsiteX4" fmla="*/ 3473660 w 3773349"/>
                <a:gd name="connsiteY4" fmla="*/ 0 h 3754558"/>
                <a:gd name="connsiteX5" fmla="*/ 3773349 w 3773349"/>
                <a:gd name="connsiteY5" fmla="*/ 299689 h 3754558"/>
                <a:gd name="connsiteX6" fmla="*/ 3773349 w 3773349"/>
                <a:gd name="connsiteY6" fmla="*/ 3754558 h 3754558"/>
                <a:gd name="connsiteX7" fmla="*/ 3773349 w 3773349"/>
                <a:gd name="connsiteY7" fmla="*/ 3754558 h 375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3349" h="3754558">
                  <a:moveTo>
                    <a:pt x="0" y="3754558"/>
                  </a:moveTo>
                  <a:lnTo>
                    <a:pt x="0" y="3754558"/>
                  </a:lnTo>
                  <a:lnTo>
                    <a:pt x="0" y="299689"/>
                  </a:lnTo>
                  <a:cubicBezTo>
                    <a:pt x="0" y="134175"/>
                    <a:pt x="134175" y="0"/>
                    <a:pt x="299689" y="0"/>
                  </a:cubicBezTo>
                  <a:lnTo>
                    <a:pt x="3473660" y="0"/>
                  </a:lnTo>
                  <a:cubicBezTo>
                    <a:pt x="3639174" y="0"/>
                    <a:pt x="3773349" y="134175"/>
                    <a:pt x="3773349" y="299689"/>
                  </a:cubicBezTo>
                  <a:lnTo>
                    <a:pt x="3773349" y="3754558"/>
                  </a:lnTo>
                  <a:lnTo>
                    <a:pt x="3773349" y="3754558"/>
                  </a:lnTo>
                </a:path>
              </a:pathLst>
            </a:custGeom>
            <a:solidFill>
              <a:schemeClr val="bg1"/>
            </a:solidFill>
            <a:ln>
              <a:solidFill>
                <a:srgbClr val="008F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pic>
          <p:nvPicPr>
            <p:cNvPr id="7" name="Рисунок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268700" y="320675"/>
              <a:ext cx="3176011" cy="2971800"/>
            </a:xfrm>
            <a:prstGeom prst="rect">
              <a:avLst/>
            </a:prstGeom>
          </p:spPr>
        </p:pic>
      </p:grpSp>
      <p:sp>
        <p:nvSpPr>
          <p:cNvPr id="10" name="object 8">
            <a:extLst>
              <a:ext uri="{FF2B5EF4-FFF2-40B4-BE49-F238E27FC236}">
                <a16:creationId xmlns:a16="http://schemas.microsoft.com/office/drawing/2014/main" id="{1ED1EBCD-8FBF-438C-9C8F-05378092E82B}"/>
              </a:ext>
            </a:extLst>
          </p:cNvPr>
          <p:cNvSpPr txBox="1"/>
          <p:nvPr userDrawn="1"/>
        </p:nvSpPr>
        <p:spPr>
          <a:xfrm>
            <a:off x="659197" y="6325875"/>
            <a:ext cx="950609" cy="237985"/>
          </a:xfrm>
          <a:prstGeom prst="rect">
            <a:avLst/>
          </a:prstGeom>
        </p:spPr>
        <p:txBody>
          <a:bodyPr vert="horz" wrap="square" lIns="0" tIns="9242" rIns="0" bIns="0" rtlCol="0">
            <a:spAutoFit/>
          </a:bodyPr>
          <a:lstStyle/>
          <a:p>
            <a:pPr marL="7702">
              <a:spcBef>
                <a:spcPts val="73"/>
              </a:spcBef>
              <a:tabLst>
                <a:tab pos="1085896" algn="l"/>
              </a:tabLst>
            </a:pPr>
            <a:r>
              <a:rPr lang="en-US" sz="1486" dirty="0">
                <a:solidFill>
                  <a:srgbClr val="FFFFFF"/>
                </a:solidFill>
                <a:latin typeface="Segoe UI"/>
                <a:cs typeface="Segoe UI"/>
              </a:rPr>
              <a:t>INTERNAL</a:t>
            </a:r>
          </a:p>
        </p:txBody>
      </p:sp>
      <p:sp>
        <p:nvSpPr>
          <p:cNvPr id="11" name="Text Placeholder 10">
            <a:extLst>
              <a:ext uri="{FF2B5EF4-FFF2-40B4-BE49-F238E27FC236}">
                <a16:creationId xmlns:a16="http://schemas.microsoft.com/office/drawing/2014/main" id="{B7444037-0E23-4774-A8D8-C1BAB4D1088E}"/>
              </a:ext>
            </a:extLst>
          </p:cNvPr>
          <p:cNvSpPr>
            <a:spLocks noGrp="1"/>
          </p:cNvSpPr>
          <p:nvPr>
            <p:ph type="body" sz="quarter" idx="10" hasCustomPrompt="1"/>
          </p:nvPr>
        </p:nvSpPr>
        <p:spPr>
          <a:xfrm>
            <a:off x="855867" y="2817710"/>
            <a:ext cx="10480269" cy="777672"/>
          </a:xfrm>
          <a:prstGeom prst="rect">
            <a:avLst/>
          </a:prstGeom>
        </p:spPr>
        <p:txBody>
          <a:bodyPr anchor="ctr"/>
          <a:lstStyle>
            <a:lvl1pPr marL="0" indent="0" algn="ctr">
              <a:buNone/>
              <a:defRPr kumimoji="0" lang="en-US" sz="4852" b="1" i="0" u="none" strike="noStrike" kern="0" cap="none" spc="0" normalizeH="0" baseline="0" dirty="0" smtClean="0">
                <a:ln>
                  <a:noFill/>
                </a:ln>
                <a:solidFill>
                  <a:srgbClr val="008FD1"/>
                </a:solidFill>
                <a:effectLst/>
                <a:uLnTx/>
                <a:uFillTx/>
                <a:latin typeface="Segoe UI Black" panose="020B0A02040204020203" pitchFamily="34" charset="0"/>
                <a:ea typeface="+mj-ea"/>
                <a:cs typeface="Segoe UI"/>
              </a:defRPr>
            </a:lvl1pPr>
            <a:lvl2pPr marL="277250" indent="0">
              <a:buNone/>
              <a:defRPr/>
            </a:lvl2pPr>
          </a:lstStyle>
          <a:p>
            <a:pPr lvl="0"/>
            <a:r>
              <a:rPr lang="en-US" dirty="0"/>
              <a:t>MID-SECTION TITLE</a:t>
            </a:r>
          </a:p>
        </p:txBody>
      </p:sp>
      <p:sp>
        <p:nvSpPr>
          <p:cNvPr id="21" name="Text Placeholder 20">
            <a:extLst>
              <a:ext uri="{FF2B5EF4-FFF2-40B4-BE49-F238E27FC236}">
                <a16:creationId xmlns:a16="http://schemas.microsoft.com/office/drawing/2014/main" id="{D9DC0FFB-1D8C-4B14-945D-1A974B601CB0}"/>
              </a:ext>
            </a:extLst>
          </p:cNvPr>
          <p:cNvSpPr>
            <a:spLocks noGrp="1"/>
          </p:cNvSpPr>
          <p:nvPr>
            <p:ph type="body" sz="quarter" idx="15" hasCustomPrompt="1"/>
          </p:nvPr>
        </p:nvSpPr>
        <p:spPr>
          <a:xfrm>
            <a:off x="855867" y="3595385"/>
            <a:ext cx="10480269" cy="619779"/>
          </a:xfrm>
          <a:prstGeom prst="rect">
            <a:avLst/>
          </a:prstGeom>
        </p:spPr>
        <p:txBody>
          <a:bodyPr anchor="ctr"/>
          <a:lstStyle>
            <a:lvl1pPr marL="0" indent="0" algn="ctr">
              <a:buNone/>
              <a:defRPr sz="3638">
                <a:solidFill>
                  <a:srgbClr val="008FD1"/>
                </a:solidFill>
                <a:latin typeface="Segoe UI" panose="020B05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Mid-Section Subtitle</a:t>
            </a:r>
          </a:p>
        </p:txBody>
      </p:sp>
      <p:sp>
        <p:nvSpPr>
          <p:cNvPr id="2" name="object 8">
            <a:extLst>
              <a:ext uri="{FF2B5EF4-FFF2-40B4-BE49-F238E27FC236}">
                <a16:creationId xmlns:a16="http://schemas.microsoft.com/office/drawing/2014/main" id="{6EDDEC55-DD8C-41C1-79C7-6D1E837ABAC3}"/>
              </a:ext>
            </a:extLst>
          </p:cNvPr>
          <p:cNvSpPr txBox="1"/>
          <p:nvPr userDrawn="1"/>
        </p:nvSpPr>
        <p:spPr>
          <a:xfrm>
            <a:off x="10692562" y="6325875"/>
            <a:ext cx="1014293" cy="237985"/>
          </a:xfrm>
          <a:prstGeom prst="rect">
            <a:avLst/>
          </a:prstGeom>
        </p:spPr>
        <p:txBody>
          <a:bodyPr vert="horz" wrap="square" lIns="0" tIns="9242" rIns="0" bIns="0" rtlCol="0">
            <a:spAutoFit/>
          </a:bodyPr>
          <a:lstStyle/>
          <a:p>
            <a:pPr marL="7702">
              <a:spcBef>
                <a:spcPts val="73"/>
              </a:spcBef>
              <a:tabLst>
                <a:tab pos="1085896" algn="l"/>
              </a:tabLst>
            </a:pPr>
            <a:fld id="{44695926-E7DC-45A8-B974-A534BAC47907}" type="datetime1">
              <a:rPr lang="en-US" sz="1486" smtClean="0">
                <a:solidFill>
                  <a:srgbClr val="FFFFFF"/>
                </a:solidFill>
                <a:latin typeface="Segoe UI"/>
                <a:cs typeface="Segoe UI"/>
              </a:rPr>
              <a:pPr marL="7702">
                <a:spcBef>
                  <a:spcPts val="73"/>
                </a:spcBef>
                <a:tabLst>
                  <a:tab pos="1085896" algn="l"/>
                </a:tabLst>
              </a:pPr>
              <a:t>06/02/26</a:t>
            </a:fld>
            <a:endParaRPr lang="en-US" sz="1486" dirty="0">
              <a:solidFill>
                <a:srgbClr val="FFFFFF"/>
              </a:solidFill>
              <a:latin typeface="Segoe UI"/>
              <a:cs typeface="Segoe UI"/>
            </a:endParaRPr>
          </a:p>
        </p:txBody>
      </p:sp>
    </p:spTree>
    <p:extLst>
      <p:ext uri="{BB962C8B-B14F-4D97-AF65-F5344CB8AC3E}">
        <p14:creationId xmlns:p14="http://schemas.microsoft.com/office/powerpoint/2010/main" val="2502295429"/>
      </p:ext>
    </p:extLst>
  </p:cSld>
  <p:clrMapOvr>
    <a:masterClrMapping/>
  </p:clrMapOvr>
  <p:extLst>
    <p:ext uri="{DCECCB84-F9BA-43D5-87BE-67443E8EF086}">
      <p15:sldGuideLst xmlns:p15="http://schemas.microsoft.com/office/powerpoint/2012/main">
        <p15:guide id="1" orient="horz" pos="2927">
          <p15:clr>
            <a:srgbClr val="FBAE40"/>
          </p15:clr>
        </p15:guide>
        <p15:guide id="2" pos="663">
          <p15:clr>
            <a:srgbClr val="FBAE40"/>
          </p15:clr>
        </p15:guide>
        <p15:guide id="3" pos="8941">
          <p15:clr>
            <a:srgbClr val="FBAE40"/>
          </p15:clr>
        </p15:guide>
        <p15:guide id="4" pos="792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egular Slide with Subtitl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10" name="Text Placeholder 9">
            <a:extLst>
              <a:ext uri="{FF2B5EF4-FFF2-40B4-BE49-F238E27FC236}">
                <a16:creationId xmlns:a16="http://schemas.microsoft.com/office/drawing/2014/main" id="{D08BE53F-1090-48FA-99D1-4E25510843A0}"/>
              </a:ext>
            </a:extLst>
          </p:cNvPr>
          <p:cNvSpPr>
            <a:spLocks noGrp="1"/>
          </p:cNvSpPr>
          <p:nvPr>
            <p:ph type="body" sz="quarter" idx="11" hasCustomPrompt="1"/>
          </p:nvPr>
        </p:nvSpPr>
        <p:spPr>
          <a:xfrm>
            <a:off x="680651" y="1202365"/>
            <a:ext cx="10655551" cy="339664"/>
          </a:xfrm>
          <a:prstGeom prst="rect">
            <a:avLst/>
          </a:prstGeom>
        </p:spPr>
        <p:txBody>
          <a:bodyPr anchor="ctr"/>
          <a:lstStyle>
            <a:lvl1pPr marL="0" indent="0">
              <a:buNone/>
              <a:defRPr kumimoji="0" lang="en-US" sz="1455" b="1" i="0" u="none" strike="noStrike" kern="1200" cap="none" spc="0" normalizeH="0" baseline="0" dirty="0">
                <a:ln>
                  <a:noFill/>
                </a:ln>
                <a:solidFill>
                  <a:srgbClr val="4D4D4D"/>
                </a:solidFill>
                <a:effectLst/>
                <a:uLnTx/>
                <a:uFillTx/>
                <a:latin typeface="Segoe UI"/>
                <a:ea typeface="+mn-ea"/>
                <a:cs typeface="+mn-cs"/>
              </a:defRPr>
            </a:lvl1pPr>
          </a:lstStyle>
          <a:p>
            <a:pPr lvl="0"/>
            <a:r>
              <a:rPr lang="en-US" dirty="0"/>
              <a:t>Presentation Slide Subtitle</a:t>
            </a:r>
          </a:p>
        </p:txBody>
      </p:sp>
      <p:sp>
        <p:nvSpPr>
          <p:cNvPr id="3" name="Text Placeholder 2">
            <a:extLst>
              <a:ext uri="{FF2B5EF4-FFF2-40B4-BE49-F238E27FC236}">
                <a16:creationId xmlns:a16="http://schemas.microsoft.com/office/drawing/2014/main" id="{39F7F71A-DF33-5EB3-A10D-DD8BA6E4FF7B}"/>
              </a:ext>
            </a:extLst>
          </p:cNvPr>
          <p:cNvSpPr>
            <a:spLocks noGrp="1"/>
          </p:cNvSpPr>
          <p:nvPr>
            <p:ph type="body" sz="quarter" idx="13"/>
          </p:nvPr>
        </p:nvSpPr>
        <p:spPr>
          <a:xfrm>
            <a:off x="680597" y="1857937"/>
            <a:ext cx="10655605" cy="4169286"/>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94784617"/>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49">
          <p15:clr>
            <a:srgbClr val="FBAE40"/>
          </p15:clr>
        </p15:guide>
        <p15:guide id="5" orient="horz" pos="1929">
          <p15:clr>
            <a:srgbClr val="FBAE40"/>
          </p15:clr>
        </p15:guide>
        <p15:guide id="6" orient="horz" pos="6261">
          <p15:clr>
            <a:srgbClr val="FBAE40"/>
          </p15:clr>
        </p15:guide>
        <p15:guide id="7" pos="1177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egular Slid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2" name="Text Placeholder 2">
            <a:extLst>
              <a:ext uri="{FF2B5EF4-FFF2-40B4-BE49-F238E27FC236}">
                <a16:creationId xmlns:a16="http://schemas.microsoft.com/office/drawing/2014/main" id="{BE0A4693-69D9-1BC5-D035-35C9AA7FEC2E}"/>
              </a:ext>
            </a:extLst>
          </p:cNvPr>
          <p:cNvSpPr>
            <a:spLocks noGrp="1"/>
          </p:cNvSpPr>
          <p:nvPr>
            <p:ph type="body" sz="quarter" idx="13"/>
          </p:nvPr>
        </p:nvSpPr>
        <p:spPr>
          <a:xfrm>
            <a:off x="680597" y="1202364"/>
            <a:ext cx="10655605" cy="4824858"/>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66021819"/>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49">
          <p15:clr>
            <a:srgbClr val="FBAE40"/>
          </p15:clr>
        </p15:guide>
        <p15:guide id="6" orient="horz" pos="6261">
          <p15:clr>
            <a:srgbClr val="FBAE40"/>
          </p15:clr>
        </p15:guide>
        <p15:guide id="7" pos="1177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egular Slide with Picture (Righ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3" name="Picture Placeholder 2">
            <a:extLst>
              <a:ext uri="{FF2B5EF4-FFF2-40B4-BE49-F238E27FC236}">
                <a16:creationId xmlns:a16="http://schemas.microsoft.com/office/drawing/2014/main" id="{C2A1443F-8C1F-4907-A97F-DFC1AB0C5C95}"/>
              </a:ext>
            </a:extLst>
          </p:cNvPr>
          <p:cNvSpPr>
            <a:spLocks noGrp="1"/>
          </p:cNvSpPr>
          <p:nvPr>
            <p:ph type="pic" sz="quarter" idx="14" hasCustomPrompt="1"/>
          </p:nvPr>
        </p:nvSpPr>
        <p:spPr>
          <a:xfrm>
            <a:off x="6161942" y="1202365"/>
            <a:ext cx="5174260" cy="4824858"/>
          </a:xfrm>
          <a:prstGeom prst="rect">
            <a:avLst/>
          </a:prstGeom>
        </p:spPr>
        <p:txBody>
          <a:bodyPr/>
          <a:lstStyle>
            <a:lvl1pPr marL="0" indent="0">
              <a:buNone/>
              <a:defRPr sz="1092">
                <a:latin typeface="Segoe UI" panose="020B0502040204020203" pitchFamily="34" charset="0"/>
                <a:cs typeface="Segoe UI" panose="020B0502040204020203" pitchFamily="34" charset="0"/>
              </a:defRPr>
            </a:lvl1pPr>
          </a:lstStyle>
          <a:p>
            <a:r>
              <a:rPr lang="en-US" dirty="0"/>
              <a:t>Presentation Slide Picture</a:t>
            </a:r>
          </a:p>
        </p:txBody>
      </p:sp>
      <p:sp>
        <p:nvSpPr>
          <p:cNvPr id="2" name="Text Placeholder 2">
            <a:extLst>
              <a:ext uri="{FF2B5EF4-FFF2-40B4-BE49-F238E27FC236}">
                <a16:creationId xmlns:a16="http://schemas.microsoft.com/office/drawing/2014/main" id="{F657B1B7-D9BC-3854-AD34-86C0F47B6033}"/>
              </a:ext>
            </a:extLst>
          </p:cNvPr>
          <p:cNvSpPr>
            <a:spLocks noGrp="1"/>
          </p:cNvSpPr>
          <p:nvPr>
            <p:ph type="body" sz="quarter" idx="13"/>
          </p:nvPr>
        </p:nvSpPr>
        <p:spPr>
          <a:xfrm>
            <a:off x="680596" y="1202364"/>
            <a:ext cx="5174260" cy="4824858"/>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21068645"/>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49">
          <p15:clr>
            <a:srgbClr val="FBAE40"/>
          </p15:clr>
        </p15:guide>
        <p15:guide id="6" orient="horz" pos="6261">
          <p15:clr>
            <a:srgbClr val="FBAE40"/>
          </p15:clr>
        </p15:guide>
        <p15:guide id="7" pos="11776">
          <p15:clr>
            <a:srgbClr val="FBAE40"/>
          </p15:clr>
        </p15:guide>
        <p15:guide id="8" pos="6083">
          <p15:clr>
            <a:srgbClr val="FBAE40"/>
          </p15:clr>
        </p15:guide>
        <p15:guide id="9" pos="640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egular Slide with Tabl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3" name="Table Placeholder 2">
            <a:extLst>
              <a:ext uri="{FF2B5EF4-FFF2-40B4-BE49-F238E27FC236}">
                <a16:creationId xmlns:a16="http://schemas.microsoft.com/office/drawing/2014/main" id="{C6769F21-4AB7-43C6-A893-BCA17DFBCF3B}"/>
              </a:ext>
            </a:extLst>
          </p:cNvPr>
          <p:cNvSpPr>
            <a:spLocks noGrp="1"/>
          </p:cNvSpPr>
          <p:nvPr>
            <p:ph type="tbl" sz="quarter" idx="11" hasCustomPrompt="1"/>
          </p:nvPr>
        </p:nvSpPr>
        <p:spPr>
          <a:xfrm>
            <a:off x="680650" y="1220686"/>
            <a:ext cx="10459170" cy="4806537"/>
          </a:xfrm>
          <a:prstGeom prst="rect">
            <a:avLst/>
          </a:prstGeom>
        </p:spPr>
        <p:txBody>
          <a:bodyPr/>
          <a:lstStyle>
            <a:lvl1pPr marL="0" indent="0">
              <a:buNone/>
              <a:defRPr sz="1092">
                <a:latin typeface="Segoe UI" panose="020B0502040204020203" pitchFamily="34" charset="0"/>
                <a:cs typeface="Segoe UI" panose="020B0502040204020203" pitchFamily="34" charset="0"/>
              </a:defRPr>
            </a:lvl1pPr>
          </a:lstStyle>
          <a:p>
            <a:r>
              <a:rPr lang="en-US" dirty="0"/>
              <a:t>Presentation Slide Table</a:t>
            </a:r>
          </a:p>
        </p:txBody>
      </p:sp>
    </p:spTree>
    <p:extLst>
      <p:ext uri="{BB962C8B-B14F-4D97-AF65-F5344CB8AC3E}">
        <p14:creationId xmlns:p14="http://schemas.microsoft.com/office/powerpoint/2010/main" val="3145840113"/>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49">
          <p15:clr>
            <a:srgbClr val="FBAE40"/>
          </p15:clr>
        </p15:guide>
        <p15:guide id="6" orient="horz" pos="6261">
          <p15:clr>
            <a:srgbClr val="FBAE40"/>
          </p15:clr>
        </p15:guide>
        <p15:guide id="7" pos="1177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egular Slide with Char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50249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4" name="Chart Placeholder 3">
            <a:extLst>
              <a:ext uri="{FF2B5EF4-FFF2-40B4-BE49-F238E27FC236}">
                <a16:creationId xmlns:a16="http://schemas.microsoft.com/office/drawing/2014/main" id="{A10159EA-3206-41F3-A160-84997299F4DB}"/>
              </a:ext>
            </a:extLst>
          </p:cNvPr>
          <p:cNvSpPr>
            <a:spLocks noGrp="1"/>
          </p:cNvSpPr>
          <p:nvPr>
            <p:ph type="chart" sz="quarter" idx="13" hasCustomPrompt="1"/>
          </p:nvPr>
        </p:nvSpPr>
        <p:spPr>
          <a:xfrm>
            <a:off x="6423784" y="1354466"/>
            <a:ext cx="4759356" cy="4519695"/>
          </a:xfrm>
          <a:prstGeom prst="rect">
            <a:avLst/>
          </a:prstGeom>
        </p:spPr>
        <p:txBody>
          <a:bodyPr/>
          <a:lstStyle>
            <a:lvl1pPr marL="0" indent="0">
              <a:buNone/>
              <a:defRPr sz="1092">
                <a:latin typeface="Segoe UI" panose="020B0502040204020203" pitchFamily="34" charset="0"/>
                <a:cs typeface="Segoe UI" panose="020B0502040204020203" pitchFamily="34" charset="0"/>
              </a:defRPr>
            </a:lvl1pPr>
          </a:lstStyle>
          <a:p>
            <a:r>
              <a:rPr lang="en-US" dirty="0"/>
              <a:t>Presentation Slide Chart</a:t>
            </a:r>
          </a:p>
        </p:txBody>
      </p:sp>
      <p:sp>
        <p:nvSpPr>
          <p:cNvPr id="2" name="Text Placeholder 2">
            <a:extLst>
              <a:ext uri="{FF2B5EF4-FFF2-40B4-BE49-F238E27FC236}">
                <a16:creationId xmlns:a16="http://schemas.microsoft.com/office/drawing/2014/main" id="{FC36CFD9-AFB7-F480-F8C4-22839BFE225A}"/>
              </a:ext>
            </a:extLst>
          </p:cNvPr>
          <p:cNvSpPr>
            <a:spLocks noGrp="1"/>
          </p:cNvSpPr>
          <p:nvPr>
            <p:ph type="body" sz="quarter" idx="14"/>
          </p:nvPr>
        </p:nvSpPr>
        <p:spPr>
          <a:xfrm>
            <a:off x="680597" y="1202364"/>
            <a:ext cx="5174261" cy="4824858"/>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01235284"/>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617">
          <p15:clr>
            <a:srgbClr val="FBAE40"/>
          </p15:clr>
        </p15:guide>
        <p15:guide id="4" orient="horz" pos="1249">
          <p15:clr>
            <a:srgbClr val="FBAE40"/>
          </p15:clr>
        </p15:guide>
        <p15:guide id="6" orient="horz" pos="6261">
          <p15:clr>
            <a:srgbClr val="FBAE40"/>
          </p15:clr>
        </p15:guide>
        <p15:guide id="8" pos="6083">
          <p15:clr>
            <a:srgbClr val="FBAE40"/>
          </p15:clr>
        </p15:guide>
        <p15:guide id="9" pos="6673">
          <p15:clr>
            <a:srgbClr val="FBAE40"/>
          </p15:clr>
        </p15:guide>
        <p15:guide id="10" orient="horz" pos="1407">
          <p15:clr>
            <a:srgbClr val="FBAE40"/>
          </p15:clr>
        </p15:guide>
        <p15:guide id="11" orient="horz" pos="610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egular Slide with Chart (Blu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50249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5" name="Прямоугольник с одним скругленным углом 51">
            <a:extLst>
              <a:ext uri="{FF2B5EF4-FFF2-40B4-BE49-F238E27FC236}">
                <a16:creationId xmlns:a16="http://schemas.microsoft.com/office/drawing/2014/main" id="{89496D50-D39F-4FE6-89B7-1F2879F711AB}"/>
              </a:ext>
            </a:extLst>
          </p:cNvPr>
          <p:cNvSpPr/>
          <p:nvPr userDrawn="1"/>
        </p:nvSpPr>
        <p:spPr>
          <a:xfrm>
            <a:off x="6008393" y="1202191"/>
            <a:ext cx="5327742" cy="5656081"/>
          </a:xfrm>
          <a:prstGeom prst="round1Rect">
            <a:avLst>
              <a:gd name="adj" fmla="val 3659"/>
            </a:avLst>
          </a:prstGeom>
          <a:solidFill>
            <a:srgbClr val="81D8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92" dirty="0"/>
          </a:p>
        </p:txBody>
      </p:sp>
      <p:sp>
        <p:nvSpPr>
          <p:cNvPr id="6" name="Прямоугольник с одним скругленным углом 56">
            <a:extLst>
              <a:ext uri="{FF2B5EF4-FFF2-40B4-BE49-F238E27FC236}">
                <a16:creationId xmlns:a16="http://schemas.microsoft.com/office/drawing/2014/main" id="{F1DB62D8-A0D9-4B0C-893A-57796080C509}"/>
              </a:ext>
            </a:extLst>
          </p:cNvPr>
          <p:cNvSpPr/>
          <p:nvPr userDrawn="1"/>
        </p:nvSpPr>
        <p:spPr>
          <a:xfrm flipH="1">
            <a:off x="6249075" y="6039945"/>
            <a:ext cx="5087059" cy="818326"/>
          </a:xfrm>
          <a:prstGeom prst="round1Rect">
            <a:avLst>
              <a:gd name="adj" fmla="val 109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92" dirty="0"/>
              <a:t>ф</a:t>
            </a:r>
          </a:p>
        </p:txBody>
      </p:sp>
      <p:sp>
        <p:nvSpPr>
          <p:cNvPr id="10" name="Chart Placeholder 9">
            <a:extLst>
              <a:ext uri="{FF2B5EF4-FFF2-40B4-BE49-F238E27FC236}">
                <a16:creationId xmlns:a16="http://schemas.microsoft.com/office/drawing/2014/main" id="{2F302DFE-CB5C-4D88-8E6F-642FFE48FE82}"/>
              </a:ext>
            </a:extLst>
          </p:cNvPr>
          <p:cNvSpPr>
            <a:spLocks noGrp="1"/>
          </p:cNvSpPr>
          <p:nvPr>
            <p:ph type="chart" sz="quarter" idx="14" hasCustomPrompt="1"/>
          </p:nvPr>
        </p:nvSpPr>
        <p:spPr>
          <a:xfrm>
            <a:off x="6249074" y="1430950"/>
            <a:ext cx="4840688" cy="4443210"/>
          </a:xfrm>
          <a:prstGeom prst="rect">
            <a:avLst/>
          </a:prstGeom>
        </p:spPr>
        <p:txBody>
          <a:bodyPr/>
          <a:lstStyle>
            <a:lvl1pPr marL="0" indent="0">
              <a:buNone/>
              <a:defRPr sz="1092">
                <a:latin typeface="Segoe UI" panose="020B0502040204020203" pitchFamily="34" charset="0"/>
                <a:cs typeface="Segoe UI" panose="020B0502040204020203" pitchFamily="34" charset="0"/>
              </a:defRPr>
            </a:lvl1pPr>
          </a:lstStyle>
          <a:p>
            <a:r>
              <a:rPr lang="en-US" dirty="0"/>
              <a:t>Presentation Slide Chart</a:t>
            </a:r>
          </a:p>
        </p:txBody>
      </p:sp>
      <p:sp>
        <p:nvSpPr>
          <p:cNvPr id="12" name="Text Placeholder 11">
            <a:extLst>
              <a:ext uri="{FF2B5EF4-FFF2-40B4-BE49-F238E27FC236}">
                <a16:creationId xmlns:a16="http://schemas.microsoft.com/office/drawing/2014/main" id="{D6A2200F-F226-42F7-9242-A5C36E999FB9}"/>
              </a:ext>
            </a:extLst>
          </p:cNvPr>
          <p:cNvSpPr>
            <a:spLocks noGrp="1"/>
          </p:cNvSpPr>
          <p:nvPr>
            <p:ph type="body" sz="quarter" idx="15" hasCustomPrompt="1"/>
          </p:nvPr>
        </p:nvSpPr>
        <p:spPr>
          <a:xfrm>
            <a:off x="6423784" y="6233234"/>
            <a:ext cx="4665979" cy="429347"/>
          </a:xfrm>
          <a:prstGeom prst="rect">
            <a:avLst/>
          </a:prstGeom>
        </p:spPr>
        <p:txBody>
          <a:bodyPr anchor="ctr"/>
          <a:lstStyle>
            <a:lvl1pPr marL="0" indent="0">
              <a:buNone/>
              <a:defRPr sz="1455" b="1" i="0">
                <a:solidFill>
                  <a:srgbClr val="008BCB"/>
                </a:solidFill>
                <a:latin typeface="Segoe UI" panose="020B0502040204020203" pitchFamily="34" charset="0"/>
                <a:cs typeface="Segoe UI" panose="020B0502040204020203" pitchFamily="34" charset="0"/>
              </a:defRPr>
            </a:lvl1pPr>
          </a:lstStyle>
          <a:p>
            <a:pPr lvl="0"/>
            <a:r>
              <a:rPr lang="en-US" dirty="0"/>
              <a:t>Graphic / diagram name – Segoe UI Bold 24</a:t>
            </a:r>
          </a:p>
        </p:txBody>
      </p:sp>
      <p:sp>
        <p:nvSpPr>
          <p:cNvPr id="2" name="Text Placeholder 2">
            <a:extLst>
              <a:ext uri="{FF2B5EF4-FFF2-40B4-BE49-F238E27FC236}">
                <a16:creationId xmlns:a16="http://schemas.microsoft.com/office/drawing/2014/main" id="{BDCCD7E8-391F-669F-025D-C5D312256102}"/>
              </a:ext>
            </a:extLst>
          </p:cNvPr>
          <p:cNvSpPr>
            <a:spLocks noGrp="1"/>
          </p:cNvSpPr>
          <p:nvPr>
            <p:ph type="body" sz="quarter" idx="13"/>
          </p:nvPr>
        </p:nvSpPr>
        <p:spPr>
          <a:xfrm>
            <a:off x="680597" y="1202364"/>
            <a:ext cx="5174261" cy="4824858"/>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95629154"/>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617">
          <p15:clr>
            <a:srgbClr val="FBAE40"/>
          </p15:clr>
        </p15:guide>
        <p15:guide id="4" orient="horz" pos="1249">
          <p15:clr>
            <a:srgbClr val="FBAE40"/>
          </p15:clr>
        </p15:guide>
        <p15:guide id="6" orient="horz" pos="6261">
          <p15:clr>
            <a:srgbClr val="FBAE40"/>
          </p15:clr>
        </p15:guide>
        <p15:guide id="8" pos="6083">
          <p15:clr>
            <a:srgbClr val="FBAE40"/>
          </p15:clr>
        </p15:guide>
        <p15:guide id="9" pos="6673">
          <p15:clr>
            <a:srgbClr val="FBAE40"/>
          </p15:clr>
        </p15:guide>
        <p15:guide id="10" orient="horz" pos="1407">
          <p15:clr>
            <a:srgbClr val="FBAE40"/>
          </p15:clr>
        </p15:guide>
        <p15:guide id="11" orient="horz" pos="610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lide with Picture (Left) + Ico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30" name="Rectangle: Single Corner Rounded 29">
            <a:extLst>
              <a:ext uri="{FF2B5EF4-FFF2-40B4-BE49-F238E27FC236}">
                <a16:creationId xmlns:a16="http://schemas.microsoft.com/office/drawing/2014/main" id="{EC7B9C12-82C3-4B64-B31D-9EBD27D6C50B}"/>
              </a:ext>
            </a:extLst>
          </p:cNvPr>
          <p:cNvSpPr/>
          <p:nvPr userDrawn="1"/>
        </p:nvSpPr>
        <p:spPr>
          <a:xfrm>
            <a:off x="6008459" y="1201716"/>
            <a:ext cx="5327742" cy="5656284"/>
          </a:xfrm>
          <a:prstGeom prst="round1Rect">
            <a:avLst>
              <a:gd name="adj" fmla="val 3741"/>
            </a:avLst>
          </a:prstGeom>
          <a:solidFill>
            <a:srgbClr val="81D8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2" dirty="0"/>
          </a:p>
        </p:txBody>
      </p:sp>
      <p:sp>
        <p:nvSpPr>
          <p:cNvPr id="5" name="Прямоугольник с одним скругленным углом 87">
            <a:extLst>
              <a:ext uri="{FF2B5EF4-FFF2-40B4-BE49-F238E27FC236}">
                <a16:creationId xmlns:a16="http://schemas.microsoft.com/office/drawing/2014/main" id="{2D363FDE-1569-4A9C-A11C-5ADF4B31B209}"/>
              </a:ext>
            </a:extLst>
          </p:cNvPr>
          <p:cNvSpPr/>
          <p:nvPr userDrawn="1"/>
        </p:nvSpPr>
        <p:spPr>
          <a:xfrm flipH="1">
            <a:off x="6249075" y="5802779"/>
            <a:ext cx="5087059" cy="1055221"/>
          </a:xfrm>
          <a:prstGeom prst="round1Rect">
            <a:avLst>
              <a:gd name="adj" fmla="val 109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92" dirty="0"/>
              <a:t>ф</a:t>
            </a:r>
          </a:p>
        </p:txBody>
      </p:sp>
      <p:pic>
        <p:nvPicPr>
          <p:cNvPr id="7" name="Picture 8">
            <a:extLst>
              <a:ext uri="{FF2B5EF4-FFF2-40B4-BE49-F238E27FC236}">
                <a16:creationId xmlns:a16="http://schemas.microsoft.com/office/drawing/2014/main" id="{C08DF4BF-1A84-481D-8350-237D78545A0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631278" y="6238839"/>
            <a:ext cx="4532605" cy="370798"/>
          </a:xfrm>
          <a:prstGeom prst="rect">
            <a:avLst/>
          </a:prstGeom>
        </p:spPr>
      </p:pic>
      <p:sp>
        <p:nvSpPr>
          <p:cNvPr id="23" name="object 36">
            <a:extLst>
              <a:ext uri="{FF2B5EF4-FFF2-40B4-BE49-F238E27FC236}">
                <a16:creationId xmlns:a16="http://schemas.microsoft.com/office/drawing/2014/main" id="{B39DBFEF-CFCA-40F5-A4F5-AE4D04D610A0}"/>
              </a:ext>
            </a:extLst>
          </p:cNvPr>
          <p:cNvSpPr txBox="1"/>
          <p:nvPr userDrawn="1"/>
        </p:nvSpPr>
        <p:spPr>
          <a:xfrm>
            <a:off x="6423754" y="5802779"/>
            <a:ext cx="2067219" cy="280680"/>
          </a:xfrm>
          <a:prstGeom prst="rect">
            <a:avLst/>
          </a:prstGeom>
        </p:spPr>
        <p:txBody>
          <a:bodyPr vert="horz" wrap="square" lIns="0" tIns="56223" rIns="0" bIns="0" rtlCol="0">
            <a:spAutoFit/>
          </a:bodyPr>
          <a:lstStyle/>
          <a:p>
            <a:pPr algn="l">
              <a:spcBef>
                <a:spcPts val="443"/>
              </a:spcBef>
            </a:pPr>
            <a:r>
              <a:rPr lang="en-US" sz="1455" b="1" spc="-6" dirty="0">
                <a:solidFill>
                  <a:srgbClr val="008BCB"/>
                </a:solidFill>
                <a:latin typeface="+mj-lt"/>
                <a:cs typeface="Arial Unicode MS"/>
              </a:rPr>
              <a:t>Shareholders</a:t>
            </a:r>
            <a:endParaRPr lang="en-US" sz="1455" b="1" dirty="0">
              <a:solidFill>
                <a:srgbClr val="008BCB"/>
              </a:solidFill>
              <a:latin typeface="+mj-lt"/>
              <a:cs typeface="Arial Unicode MS"/>
            </a:endParaRPr>
          </a:p>
        </p:txBody>
      </p:sp>
      <p:sp>
        <p:nvSpPr>
          <p:cNvPr id="3" name="Picture Placeholder 2">
            <a:extLst>
              <a:ext uri="{FF2B5EF4-FFF2-40B4-BE49-F238E27FC236}">
                <a16:creationId xmlns:a16="http://schemas.microsoft.com/office/drawing/2014/main" id="{4786EF69-C26E-454D-83DE-D23F7B9D6E74}"/>
              </a:ext>
              <a:ext uri="{C183D7F6-B498-43B3-948B-1728B52AA6E4}">
                <adec:decorative xmlns:adec="http://schemas.microsoft.com/office/drawing/2017/decorative" val="0"/>
              </a:ext>
            </a:extLst>
          </p:cNvPr>
          <p:cNvSpPr>
            <a:spLocks noGrp="1"/>
          </p:cNvSpPr>
          <p:nvPr>
            <p:ph type="pic" sz="quarter" idx="11" hasCustomPrompt="1"/>
          </p:nvPr>
        </p:nvSpPr>
        <p:spPr>
          <a:xfrm>
            <a:off x="680597" y="1201716"/>
            <a:ext cx="5144417" cy="5656284"/>
          </a:xfrm>
          <a:prstGeom prst="rect">
            <a:avLst/>
          </a:prstGeom>
          <a:noFill/>
        </p:spPr>
        <p:txBody>
          <a:bodyPr/>
          <a:lstStyle>
            <a:lvl1pPr marL="0" indent="0">
              <a:buNone/>
              <a:defRPr sz="1092">
                <a:latin typeface="Segoe UI" panose="020B0502040204020203" pitchFamily="34" charset="0"/>
                <a:cs typeface="Segoe UI" panose="020B0502040204020203" pitchFamily="34" charset="0"/>
              </a:defRPr>
            </a:lvl1pPr>
          </a:lstStyle>
          <a:p>
            <a:r>
              <a:rPr lang="en-US" dirty="0"/>
              <a:t>Presentation Slide Picture</a:t>
            </a:r>
          </a:p>
        </p:txBody>
      </p:sp>
      <p:sp>
        <p:nvSpPr>
          <p:cNvPr id="34" name="Text Placeholder 33">
            <a:extLst>
              <a:ext uri="{FF2B5EF4-FFF2-40B4-BE49-F238E27FC236}">
                <a16:creationId xmlns:a16="http://schemas.microsoft.com/office/drawing/2014/main" id="{A6EE8AA3-03DD-4138-8878-9E8130A79ABD}"/>
              </a:ext>
            </a:extLst>
          </p:cNvPr>
          <p:cNvSpPr>
            <a:spLocks noGrp="1"/>
          </p:cNvSpPr>
          <p:nvPr>
            <p:ph type="body" sz="quarter" idx="12" hasCustomPrompt="1"/>
          </p:nvPr>
        </p:nvSpPr>
        <p:spPr>
          <a:xfrm>
            <a:off x="6398864" y="2501307"/>
            <a:ext cx="1297897" cy="259947"/>
          </a:xfrm>
          <a:prstGeom prst="rect">
            <a:avLst/>
          </a:prstGeom>
        </p:spPr>
        <p:txBody>
          <a:bodyPr/>
          <a:lstStyle>
            <a:lvl1pPr marL="0" marR="0" indent="0" algn="ctr" defTabSz="554500" rtl="0" eaLnBrk="1" fontAlgn="auto" latinLnBrk="0" hangingPunct="1">
              <a:lnSpc>
                <a:spcPct val="90000"/>
              </a:lnSpc>
              <a:spcBef>
                <a:spcPts val="606"/>
              </a:spcBef>
              <a:spcAft>
                <a:spcPts val="0"/>
              </a:spcAft>
              <a:buClrTx/>
              <a:buSzTx/>
              <a:buFont typeface="Arial" panose="020B0604020202020204" pitchFamily="34" charset="0"/>
              <a:buNone/>
              <a:tabLst/>
              <a:defRPr sz="1455" b="1">
                <a:solidFill>
                  <a:srgbClr val="008BCB"/>
                </a:solidFill>
                <a:latin typeface="Segoe UI" panose="020B0502040204020203" pitchFamily="34" charset="0"/>
                <a:cs typeface="Segoe UI" panose="020B0502040204020203" pitchFamily="34" charset="0"/>
              </a:defRPr>
            </a:lvl1pPr>
          </a:lstStyle>
          <a:p>
            <a:pPr lvl="0"/>
            <a:r>
              <a:rPr lang="en-US" dirty="0"/>
              <a:t>Segoe UI 24</a:t>
            </a:r>
          </a:p>
        </p:txBody>
      </p:sp>
      <p:sp>
        <p:nvSpPr>
          <p:cNvPr id="35" name="Text Placeholder 33">
            <a:extLst>
              <a:ext uri="{FF2B5EF4-FFF2-40B4-BE49-F238E27FC236}">
                <a16:creationId xmlns:a16="http://schemas.microsoft.com/office/drawing/2014/main" id="{095161B6-5AF7-474E-86FC-D53EAF02F4FE}"/>
              </a:ext>
            </a:extLst>
          </p:cNvPr>
          <p:cNvSpPr>
            <a:spLocks noGrp="1"/>
          </p:cNvSpPr>
          <p:nvPr>
            <p:ph type="body" sz="quarter" idx="13" hasCustomPrompt="1"/>
          </p:nvPr>
        </p:nvSpPr>
        <p:spPr>
          <a:xfrm>
            <a:off x="6398864" y="2919499"/>
            <a:ext cx="1297897" cy="436060"/>
          </a:xfrm>
          <a:prstGeom prst="rect">
            <a:avLst/>
          </a:prstGeom>
        </p:spPr>
        <p:txBody>
          <a:bodyPr/>
          <a:lstStyle>
            <a:lvl1pPr marL="0" marR="0" indent="0" algn="ctr" defTabSz="554500" rtl="0" eaLnBrk="1" fontAlgn="auto" latinLnBrk="0" hangingPunct="1">
              <a:lnSpc>
                <a:spcPct val="90000"/>
              </a:lnSpc>
              <a:spcBef>
                <a:spcPts val="606"/>
              </a:spcBef>
              <a:spcAft>
                <a:spcPts val="0"/>
              </a:spcAft>
              <a:buClrTx/>
              <a:buSzTx/>
              <a:buFont typeface="Arial" panose="020B0604020202020204" pitchFamily="34" charset="0"/>
              <a:buNone/>
              <a:tabLst/>
              <a:defRPr sz="970" b="0">
                <a:solidFill>
                  <a:srgbClr val="474B51"/>
                </a:solidFill>
                <a:latin typeface="Segoe UI" panose="020B0502040204020203" pitchFamily="34" charset="0"/>
                <a:cs typeface="Segoe UI" panose="020B0502040204020203" pitchFamily="34" charset="0"/>
              </a:defRPr>
            </a:lvl1pPr>
          </a:lstStyle>
          <a:p>
            <a:pPr lvl="0"/>
            <a:r>
              <a:rPr lang="en-US" dirty="0"/>
              <a:t>Segoe UI 16</a:t>
            </a:r>
            <a:br>
              <a:rPr lang="en-US" dirty="0"/>
            </a:br>
            <a:r>
              <a:rPr lang="en-US" dirty="0" err="1"/>
              <a:t>Interdum</a:t>
            </a:r>
            <a:r>
              <a:rPr lang="en-US" dirty="0"/>
              <a:t> </a:t>
            </a:r>
            <a:r>
              <a:rPr lang="en-US" dirty="0" err="1"/>
              <a:t>varius</a:t>
            </a:r>
            <a:r>
              <a:rPr lang="en-US" dirty="0"/>
              <a:t>  sit </a:t>
            </a:r>
            <a:r>
              <a:rPr lang="en-US" dirty="0" err="1"/>
              <a:t>amet</a:t>
            </a:r>
            <a:r>
              <a:rPr lang="en-US" dirty="0"/>
              <a:t> </a:t>
            </a:r>
            <a:r>
              <a:rPr lang="en-US" dirty="0" err="1"/>
              <a:t>mattis</a:t>
            </a:r>
            <a:endParaRPr lang="en-US" dirty="0"/>
          </a:p>
        </p:txBody>
      </p:sp>
    </p:spTree>
    <p:extLst>
      <p:ext uri="{BB962C8B-B14F-4D97-AF65-F5344CB8AC3E}">
        <p14:creationId xmlns:p14="http://schemas.microsoft.com/office/powerpoint/2010/main" val="2184605969"/>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26">
          <p15:clr>
            <a:srgbClr val="FBAE40"/>
          </p15:clr>
        </p15:guide>
        <p15:guide id="6" orient="horz" pos="6261">
          <p15:clr>
            <a:srgbClr val="FBAE40"/>
          </p15:clr>
        </p15:guide>
        <p15:guide id="7" pos="1177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lide with Text &amp; Pictur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38" name="Прямоугольник с одним скругленным углом 527">
            <a:extLst>
              <a:ext uri="{FF2B5EF4-FFF2-40B4-BE49-F238E27FC236}">
                <a16:creationId xmlns:a16="http://schemas.microsoft.com/office/drawing/2014/main" id="{B0220DFE-CDAD-4F70-B1BC-3F1469AEB16D}"/>
              </a:ext>
            </a:extLst>
          </p:cNvPr>
          <p:cNvSpPr/>
          <p:nvPr userDrawn="1"/>
        </p:nvSpPr>
        <p:spPr>
          <a:xfrm>
            <a:off x="680650" y="3287167"/>
            <a:ext cx="5143534" cy="3571104"/>
          </a:xfrm>
          <a:prstGeom prst="round1Rect">
            <a:avLst>
              <a:gd name="adj" fmla="val 3659"/>
            </a:avLst>
          </a:prstGeom>
          <a:solidFill>
            <a:srgbClr val="81D8FF">
              <a:alpha val="50000"/>
            </a:srgbClr>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dirty="0">
              <a:ln>
                <a:noFill/>
              </a:ln>
              <a:solidFill>
                <a:prstClr val="white"/>
              </a:solidFill>
              <a:effectLst/>
              <a:uLnTx/>
              <a:uFillTx/>
              <a:latin typeface="Segoe UI"/>
              <a:ea typeface="+mn-ea"/>
              <a:cs typeface="+mn-cs"/>
            </a:endParaRPr>
          </a:p>
        </p:txBody>
      </p:sp>
      <p:sp>
        <p:nvSpPr>
          <p:cNvPr id="39" name="Прямоугольник с одним скругленным углом 528">
            <a:extLst>
              <a:ext uri="{FF2B5EF4-FFF2-40B4-BE49-F238E27FC236}">
                <a16:creationId xmlns:a16="http://schemas.microsoft.com/office/drawing/2014/main" id="{6B8FD9E8-6B7D-496A-A1D7-293A00258F0D}"/>
              </a:ext>
            </a:extLst>
          </p:cNvPr>
          <p:cNvSpPr/>
          <p:nvPr userDrawn="1"/>
        </p:nvSpPr>
        <p:spPr>
          <a:xfrm>
            <a:off x="673912" y="5722549"/>
            <a:ext cx="4966719" cy="1135722"/>
          </a:xfrm>
          <a:prstGeom prst="round1Rect">
            <a:avLst>
              <a:gd name="adj" fmla="val 10912"/>
            </a:avLst>
          </a:prstGeom>
          <a:solidFill>
            <a:sysClr val="window" lastClr="FFFFFF"/>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r>
              <a:rPr kumimoji="0" lang="ru-RU" sz="1092" b="0" i="0" u="none" strike="noStrike" kern="0" cap="none" spc="0" normalizeH="0" baseline="0" noProof="0" dirty="0">
                <a:ln>
                  <a:noFill/>
                </a:ln>
                <a:solidFill>
                  <a:prstClr val="white"/>
                </a:solidFill>
                <a:effectLst/>
                <a:uLnTx/>
                <a:uFillTx/>
                <a:latin typeface="Segoe UI"/>
                <a:ea typeface="+mn-ea"/>
                <a:cs typeface="+mn-cs"/>
              </a:rPr>
              <a:t>ф</a:t>
            </a:r>
          </a:p>
        </p:txBody>
      </p:sp>
      <p:pic>
        <p:nvPicPr>
          <p:cNvPr id="40" name="Picture 8">
            <a:extLst>
              <a:ext uri="{FF2B5EF4-FFF2-40B4-BE49-F238E27FC236}">
                <a16:creationId xmlns:a16="http://schemas.microsoft.com/office/drawing/2014/main" id="{135C2BD3-8F2C-463F-9831-B28AFB6AA25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18835" y="6219255"/>
            <a:ext cx="4532605" cy="370798"/>
          </a:xfrm>
          <a:prstGeom prst="rect">
            <a:avLst/>
          </a:prstGeom>
        </p:spPr>
      </p:pic>
      <p:sp>
        <p:nvSpPr>
          <p:cNvPr id="41" name="object 36">
            <a:extLst>
              <a:ext uri="{FF2B5EF4-FFF2-40B4-BE49-F238E27FC236}">
                <a16:creationId xmlns:a16="http://schemas.microsoft.com/office/drawing/2014/main" id="{EA2C7427-E8F1-463F-9F72-F1FE5EDE50BD}"/>
              </a:ext>
            </a:extLst>
          </p:cNvPr>
          <p:cNvSpPr txBox="1"/>
          <p:nvPr userDrawn="1"/>
        </p:nvSpPr>
        <p:spPr>
          <a:xfrm>
            <a:off x="3330685" y="5802779"/>
            <a:ext cx="2067219" cy="280680"/>
          </a:xfrm>
          <a:prstGeom prst="rect">
            <a:avLst/>
          </a:prstGeom>
        </p:spPr>
        <p:txBody>
          <a:bodyPr vert="horz" wrap="square" lIns="0" tIns="56223" rIns="0" bIns="0" rtlCol="0">
            <a:spAutoFit/>
          </a:bodyPr>
          <a:lstStyle/>
          <a:p>
            <a:pPr algn="r">
              <a:spcBef>
                <a:spcPts val="443"/>
              </a:spcBef>
            </a:pPr>
            <a:r>
              <a:rPr lang="en-US" sz="1455" b="1" spc="-6" dirty="0">
                <a:solidFill>
                  <a:srgbClr val="008BCB"/>
                </a:solidFill>
                <a:latin typeface="Segoe UI"/>
                <a:cs typeface="Arial Unicode MS"/>
              </a:rPr>
              <a:t>Shareholders</a:t>
            </a:r>
            <a:endParaRPr lang="en-US" sz="1455" b="1" dirty="0">
              <a:solidFill>
                <a:srgbClr val="008BCB"/>
              </a:solidFill>
              <a:latin typeface="Segoe UI"/>
              <a:cs typeface="Arial Unicode MS"/>
            </a:endParaRPr>
          </a:p>
        </p:txBody>
      </p:sp>
      <p:sp>
        <p:nvSpPr>
          <p:cNvPr id="10" name="Text Placeholder 9">
            <a:extLst>
              <a:ext uri="{FF2B5EF4-FFF2-40B4-BE49-F238E27FC236}">
                <a16:creationId xmlns:a16="http://schemas.microsoft.com/office/drawing/2014/main" id="{FEC39FDF-B79D-4C4A-95E2-0E2D3D5F7183}"/>
              </a:ext>
            </a:extLst>
          </p:cNvPr>
          <p:cNvSpPr>
            <a:spLocks noGrp="1"/>
          </p:cNvSpPr>
          <p:nvPr>
            <p:ph type="body" sz="quarter" idx="12" hasCustomPrompt="1"/>
          </p:nvPr>
        </p:nvSpPr>
        <p:spPr>
          <a:xfrm>
            <a:off x="918371" y="3549409"/>
            <a:ext cx="2953054" cy="410599"/>
          </a:xfrm>
          <a:prstGeom prst="rect">
            <a:avLst/>
          </a:prstGeom>
        </p:spPr>
        <p:txBody>
          <a:bodyPr anchor="ctr"/>
          <a:lstStyle>
            <a:lvl1pPr marL="0" indent="0">
              <a:buNone/>
              <a:defRPr sz="2304" b="1">
                <a:solidFill>
                  <a:schemeClr val="bg1"/>
                </a:solidFill>
                <a:latin typeface="Segoe UI" panose="020B0502040204020203" pitchFamily="34" charset="0"/>
                <a:cs typeface="Segoe UI" panose="020B0502040204020203" pitchFamily="34" charset="0"/>
              </a:defRPr>
            </a:lvl1pPr>
          </a:lstStyle>
          <a:p>
            <a:pPr lvl="0"/>
            <a:r>
              <a:rPr lang="en-US" dirty="0"/>
              <a:t>Subtitle</a:t>
            </a:r>
          </a:p>
        </p:txBody>
      </p:sp>
      <p:sp>
        <p:nvSpPr>
          <p:cNvPr id="54" name="Text Placeholder 9">
            <a:extLst>
              <a:ext uri="{FF2B5EF4-FFF2-40B4-BE49-F238E27FC236}">
                <a16:creationId xmlns:a16="http://schemas.microsoft.com/office/drawing/2014/main" id="{FEB5138B-2CB4-4DB8-B705-6F6598FFAF10}"/>
              </a:ext>
            </a:extLst>
          </p:cNvPr>
          <p:cNvSpPr>
            <a:spLocks noGrp="1"/>
          </p:cNvSpPr>
          <p:nvPr>
            <p:ph type="body" sz="quarter" idx="13" hasCustomPrompt="1"/>
          </p:nvPr>
        </p:nvSpPr>
        <p:spPr>
          <a:xfrm>
            <a:off x="918371" y="4046115"/>
            <a:ext cx="2953054" cy="410599"/>
          </a:xfrm>
          <a:prstGeom prst="rect">
            <a:avLst/>
          </a:prstGeom>
        </p:spPr>
        <p:txBody>
          <a:bodyPr anchor="ctr"/>
          <a:lstStyle>
            <a:lvl1pPr marL="0" indent="0">
              <a:buNone/>
              <a:defRPr sz="1940" b="1">
                <a:solidFill>
                  <a:schemeClr val="bg1"/>
                </a:solidFill>
                <a:latin typeface="Segoe UI" panose="020B0502040204020203" pitchFamily="34" charset="0"/>
                <a:cs typeface="Segoe UI" panose="020B0502040204020203" pitchFamily="34" charset="0"/>
              </a:defRPr>
            </a:lvl1pPr>
          </a:lstStyle>
          <a:p>
            <a:pPr lvl="0"/>
            <a:r>
              <a:rPr lang="en-US" dirty="0"/>
              <a:t>Subtitle</a:t>
            </a:r>
          </a:p>
        </p:txBody>
      </p:sp>
      <p:sp>
        <p:nvSpPr>
          <p:cNvPr id="55" name="Text Placeholder 9">
            <a:extLst>
              <a:ext uri="{FF2B5EF4-FFF2-40B4-BE49-F238E27FC236}">
                <a16:creationId xmlns:a16="http://schemas.microsoft.com/office/drawing/2014/main" id="{B56C181C-3E99-43BD-84EC-C11BBA0BE6AD}"/>
              </a:ext>
            </a:extLst>
          </p:cNvPr>
          <p:cNvSpPr>
            <a:spLocks noGrp="1"/>
          </p:cNvSpPr>
          <p:nvPr>
            <p:ph type="body" sz="quarter" idx="14" hasCustomPrompt="1"/>
          </p:nvPr>
        </p:nvSpPr>
        <p:spPr>
          <a:xfrm>
            <a:off x="918371" y="4545702"/>
            <a:ext cx="2953054" cy="410599"/>
          </a:xfrm>
          <a:prstGeom prst="rect">
            <a:avLst/>
          </a:prstGeom>
        </p:spPr>
        <p:txBody>
          <a:bodyPr anchor="ctr"/>
          <a:lstStyle>
            <a:lvl1pPr marL="0" indent="0">
              <a:buNone/>
              <a:defRPr sz="1940" b="1">
                <a:solidFill>
                  <a:srgbClr val="575756"/>
                </a:solidFill>
                <a:latin typeface="Segoe UI" panose="020B0502040204020203" pitchFamily="34" charset="0"/>
                <a:cs typeface="Segoe UI" panose="020B0502040204020203" pitchFamily="34" charset="0"/>
              </a:defRPr>
            </a:lvl1pPr>
          </a:lstStyle>
          <a:p>
            <a:pPr lvl="0"/>
            <a:r>
              <a:rPr lang="en-US" dirty="0"/>
              <a:t>Subtitle</a:t>
            </a:r>
          </a:p>
        </p:txBody>
      </p:sp>
      <p:sp>
        <p:nvSpPr>
          <p:cNvPr id="2" name="Text Placeholder 9">
            <a:extLst>
              <a:ext uri="{FF2B5EF4-FFF2-40B4-BE49-F238E27FC236}">
                <a16:creationId xmlns:a16="http://schemas.microsoft.com/office/drawing/2014/main" id="{1F229FB7-6968-5C79-0F19-D743A965E03B}"/>
              </a:ext>
            </a:extLst>
          </p:cNvPr>
          <p:cNvSpPr>
            <a:spLocks noGrp="1"/>
          </p:cNvSpPr>
          <p:nvPr>
            <p:ph type="body" sz="quarter" idx="15" hasCustomPrompt="1"/>
          </p:nvPr>
        </p:nvSpPr>
        <p:spPr>
          <a:xfrm>
            <a:off x="680651" y="1073312"/>
            <a:ext cx="5143455" cy="339664"/>
          </a:xfrm>
          <a:prstGeom prst="rect">
            <a:avLst/>
          </a:prstGeom>
        </p:spPr>
        <p:txBody>
          <a:bodyPr anchor="ctr"/>
          <a:lstStyle>
            <a:lvl1pPr marL="0" indent="0">
              <a:buNone/>
              <a:defRPr kumimoji="0" lang="en-US" sz="1455" b="1" i="0" u="none" strike="noStrike" kern="1200" cap="none" spc="0" normalizeH="0" baseline="0" dirty="0">
                <a:ln>
                  <a:noFill/>
                </a:ln>
                <a:solidFill>
                  <a:srgbClr val="4D4D4D"/>
                </a:solidFill>
                <a:effectLst/>
                <a:uLnTx/>
                <a:uFillTx/>
                <a:latin typeface="Segoe UI"/>
                <a:ea typeface="+mn-ea"/>
                <a:cs typeface="+mn-cs"/>
              </a:defRPr>
            </a:lvl1pPr>
          </a:lstStyle>
          <a:p>
            <a:pPr lvl="0"/>
            <a:r>
              <a:rPr lang="en-US" dirty="0"/>
              <a:t>Presentation Slide Subtitle</a:t>
            </a:r>
          </a:p>
        </p:txBody>
      </p:sp>
      <p:sp>
        <p:nvSpPr>
          <p:cNvPr id="3" name="Text Placeholder 2">
            <a:extLst>
              <a:ext uri="{FF2B5EF4-FFF2-40B4-BE49-F238E27FC236}">
                <a16:creationId xmlns:a16="http://schemas.microsoft.com/office/drawing/2014/main" id="{0DBBCDD5-E84A-A695-FBCB-49DF4A339ACD}"/>
              </a:ext>
            </a:extLst>
          </p:cNvPr>
          <p:cNvSpPr>
            <a:spLocks noGrp="1"/>
          </p:cNvSpPr>
          <p:nvPr>
            <p:ph type="body" sz="quarter" idx="16"/>
          </p:nvPr>
        </p:nvSpPr>
        <p:spPr>
          <a:xfrm>
            <a:off x="680597" y="1599833"/>
            <a:ext cx="5147433" cy="1418389"/>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A0A8369D-6A11-7FA1-E7B1-EC015BAE9831}"/>
              </a:ext>
            </a:extLst>
          </p:cNvPr>
          <p:cNvSpPr>
            <a:spLocks noGrp="1"/>
          </p:cNvSpPr>
          <p:nvPr>
            <p:ph type="pic" sz="quarter" idx="17"/>
          </p:nvPr>
        </p:nvSpPr>
        <p:spPr>
          <a:xfrm>
            <a:off x="6188925" y="1073369"/>
            <a:ext cx="5147277" cy="5145887"/>
          </a:xfrm>
          <a:prstGeom prst="rect">
            <a:avLst/>
          </a:prstGeom>
        </p:spPr>
        <p:txBody>
          <a:bodyPr/>
          <a:lstStyle/>
          <a:p>
            <a:r>
              <a:rPr lang="en-US"/>
              <a:t>Click icon to add picture</a:t>
            </a:r>
          </a:p>
        </p:txBody>
      </p:sp>
      <p:sp>
        <p:nvSpPr>
          <p:cNvPr id="45" name="Прямоугольник с одним скругленным углом 45">
            <a:extLst>
              <a:ext uri="{FF2B5EF4-FFF2-40B4-BE49-F238E27FC236}">
                <a16:creationId xmlns:a16="http://schemas.microsoft.com/office/drawing/2014/main" id="{58A8955C-86BC-4AF9-9BA8-3718C372DF26}"/>
              </a:ext>
            </a:extLst>
          </p:cNvPr>
          <p:cNvSpPr/>
          <p:nvPr userDrawn="1"/>
        </p:nvSpPr>
        <p:spPr>
          <a:xfrm flipH="1">
            <a:off x="6188925" y="6027428"/>
            <a:ext cx="5147209" cy="830842"/>
          </a:xfrm>
          <a:prstGeom prst="round1Rect">
            <a:avLst>
              <a:gd name="adj" fmla="val 10912"/>
            </a:avLst>
          </a:prstGeom>
          <a:solidFill>
            <a:srgbClr val="C0EBFF"/>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dirty="0">
              <a:ln>
                <a:noFill/>
              </a:ln>
              <a:solidFill>
                <a:prstClr val="white"/>
              </a:solidFill>
              <a:effectLst/>
              <a:uLnTx/>
              <a:uFillTx/>
              <a:latin typeface="Segoe UI"/>
              <a:ea typeface="+mn-ea"/>
              <a:cs typeface="+mn-cs"/>
            </a:endParaRPr>
          </a:p>
        </p:txBody>
      </p:sp>
      <p:sp>
        <p:nvSpPr>
          <p:cNvPr id="6" name="Text Placeholder 12">
            <a:extLst>
              <a:ext uri="{FF2B5EF4-FFF2-40B4-BE49-F238E27FC236}">
                <a16:creationId xmlns:a16="http://schemas.microsoft.com/office/drawing/2014/main" id="{94F65E8A-2295-9CBC-4BCE-678C4D029A2D}"/>
              </a:ext>
            </a:extLst>
          </p:cNvPr>
          <p:cNvSpPr>
            <a:spLocks noGrp="1"/>
          </p:cNvSpPr>
          <p:nvPr>
            <p:ph type="body" sz="quarter" idx="20"/>
          </p:nvPr>
        </p:nvSpPr>
        <p:spPr>
          <a:xfrm>
            <a:off x="6292863" y="6083534"/>
            <a:ext cx="4928783" cy="676276"/>
          </a:xfrm>
          <a:prstGeom prst="rect">
            <a:avLst/>
          </a:prstGeom>
        </p:spPr>
        <p:txBody>
          <a:bodyPr/>
          <a:lstStyle>
            <a:lvl1pPr marL="0" indent="0">
              <a:buFontTx/>
              <a:buNone/>
              <a:defRPr sz="849" b="1">
                <a:solidFill>
                  <a:srgbClr val="008BCB"/>
                </a:solidFill>
                <a:latin typeface="+mj-lt"/>
              </a:defRPr>
            </a:lvl1pPr>
            <a:lvl2pPr marL="277250" indent="0">
              <a:buNone/>
              <a:defRPr/>
            </a:lvl2pPr>
          </a:lstStyle>
          <a:p>
            <a:pPr lvl="0"/>
            <a:r>
              <a:rPr lang="en-US"/>
              <a:t>Click to edit Master text styles</a:t>
            </a:r>
          </a:p>
        </p:txBody>
      </p:sp>
    </p:spTree>
    <p:extLst>
      <p:ext uri="{BB962C8B-B14F-4D97-AF65-F5344CB8AC3E}">
        <p14:creationId xmlns:p14="http://schemas.microsoft.com/office/powerpoint/2010/main" val="2797653443"/>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26">
          <p15:clr>
            <a:srgbClr val="FBAE40"/>
          </p15:clr>
        </p15:guide>
        <p15:guide id="6" orient="horz" pos="6261">
          <p15:clr>
            <a:srgbClr val="FBAE40"/>
          </p15:clr>
        </p15:guide>
        <p15:guide id="7" pos="1177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lide with Text, Charts, Pictures &amp; Ico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38" name="Прямоугольник с одним скругленным углом 527">
            <a:extLst>
              <a:ext uri="{FF2B5EF4-FFF2-40B4-BE49-F238E27FC236}">
                <a16:creationId xmlns:a16="http://schemas.microsoft.com/office/drawing/2014/main" id="{B0220DFE-CDAD-4F70-B1BC-3F1469AEB16D}"/>
              </a:ext>
            </a:extLst>
          </p:cNvPr>
          <p:cNvSpPr/>
          <p:nvPr userDrawn="1"/>
        </p:nvSpPr>
        <p:spPr>
          <a:xfrm>
            <a:off x="680650" y="3287167"/>
            <a:ext cx="5143534" cy="3571104"/>
          </a:xfrm>
          <a:prstGeom prst="round1Rect">
            <a:avLst>
              <a:gd name="adj" fmla="val 3659"/>
            </a:avLst>
          </a:prstGeom>
          <a:solidFill>
            <a:srgbClr val="81D8FF">
              <a:alpha val="50000"/>
            </a:srgbClr>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dirty="0">
              <a:ln>
                <a:noFill/>
              </a:ln>
              <a:solidFill>
                <a:prstClr val="white"/>
              </a:solidFill>
              <a:effectLst/>
              <a:uLnTx/>
              <a:uFillTx/>
              <a:latin typeface="Segoe UI"/>
              <a:ea typeface="+mn-ea"/>
              <a:cs typeface="+mn-cs"/>
            </a:endParaRPr>
          </a:p>
        </p:txBody>
      </p:sp>
      <p:sp>
        <p:nvSpPr>
          <p:cNvPr id="39" name="Прямоугольник с одним скругленным углом 528">
            <a:extLst>
              <a:ext uri="{FF2B5EF4-FFF2-40B4-BE49-F238E27FC236}">
                <a16:creationId xmlns:a16="http://schemas.microsoft.com/office/drawing/2014/main" id="{6B8FD9E8-6B7D-496A-A1D7-293A00258F0D}"/>
              </a:ext>
            </a:extLst>
          </p:cNvPr>
          <p:cNvSpPr/>
          <p:nvPr userDrawn="1"/>
        </p:nvSpPr>
        <p:spPr>
          <a:xfrm>
            <a:off x="673912" y="5722549"/>
            <a:ext cx="4966719" cy="1135722"/>
          </a:xfrm>
          <a:prstGeom prst="round1Rect">
            <a:avLst>
              <a:gd name="adj" fmla="val 10912"/>
            </a:avLst>
          </a:prstGeom>
          <a:solidFill>
            <a:sysClr val="window" lastClr="FFFFFF"/>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r>
              <a:rPr kumimoji="0" lang="ru-RU" sz="1092" b="0" i="0" u="none" strike="noStrike" kern="0" cap="none" spc="0" normalizeH="0" baseline="0" noProof="0" dirty="0">
                <a:ln>
                  <a:noFill/>
                </a:ln>
                <a:solidFill>
                  <a:prstClr val="white"/>
                </a:solidFill>
                <a:effectLst/>
                <a:uLnTx/>
                <a:uFillTx/>
                <a:latin typeface="Segoe UI"/>
                <a:ea typeface="+mn-ea"/>
                <a:cs typeface="+mn-cs"/>
              </a:rPr>
              <a:t>ф</a:t>
            </a:r>
          </a:p>
        </p:txBody>
      </p:sp>
      <p:sp>
        <p:nvSpPr>
          <p:cNvPr id="2" name="Text Placeholder 9">
            <a:extLst>
              <a:ext uri="{FF2B5EF4-FFF2-40B4-BE49-F238E27FC236}">
                <a16:creationId xmlns:a16="http://schemas.microsoft.com/office/drawing/2014/main" id="{1F229FB7-6968-5C79-0F19-D743A965E03B}"/>
              </a:ext>
            </a:extLst>
          </p:cNvPr>
          <p:cNvSpPr>
            <a:spLocks noGrp="1"/>
          </p:cNvSpPr>
          <p:nvPr>
            <p:ph type="body" sz="quarter" idx="15" hasCustomPrompt="1"/>
          </p:nvPr>
        </p:nvSpPr>
        <p:spPr>
          <a:xfrm>
            <a:off x="680651" y="1073312"/>
            <a:ext cx="5143455" cy="339664"/>
          </a:xfrm>
          <a:prstGeom prst="rect">
            <a:avLst/>
          </a:prstGeom>
        </p:spPr>
        <p:txBody>
          <a:bodyPr anchor="ctr"/>
          <a:lstStyle>
            <a:lvl1pPr marL="0" indent="0">
              <a:buNone/>
              <a:defRPr kumimoji="0" lang="en-US" sz="1455" b="1" i="0" u="none" strike="noStrike" kern="1200" cap="none" spc="0" normalizeH="0" baseline="0" dirty="0">
                <a:ln>
                  <a:noFill/>
                </a:ln>
                <a:solidFill>
                  <a:srgbClr val="4D4D4D"/>
                </a:solidFill>
                <a:effectLst/>
                <a:uLnTx/>
                <a:uFillTx/>
                <a:latin typeface="Segoe UI"/>
                <a:ea typeface="+mn-ea"/>
                <a:cs typeface="+mn-cs"/>
              </a:defRPr>
            </a:lvl1pPr>
          </a:lstStyle>
          <a:p>
            <a:pPr lvl="0"/>
            <a:r>
              <a:rPr lang="en-US" dirty="0"/>
              <a:t>Presentation Slide Subtitle</a:t>
            </a:r>
          </a:p>
        </p:txBody>
      </p:sp>
      <p:sp>
        <p:nvSpPr>
          <p:cNvPr id="5" name="Прямоугольник с одним скругленным углом 45">
            <a:extLst>
              <a:ext uri="{FF2B5EF4-FFF2-40B4-BE49-F238E27FC236}">
                <a16:creationId xmlns:a16="http://schemas.microsoft.com/office/drawing/2014/main" id="{2B0D2D78-9F17-0770-AFDF-BCC5B6F82B43}"/>
              </a:ext>
            </a:extLst>
          </p:cNvPr>
          <p:cNvSpPr/>
          <p:nvPr userDrawn="1"/>
        </p:nvSpPr>
        <p:spPr>
          <a:xfrm flipH="1">
            <a:off x="6188925" y="4739287"/>
            <a:ext cx="5147209" cy="2118985"/>
          </a:xfrm>
          <a:prstGeom prst="round1Rect">
            <a:avLst>
              <a:gd name="adj" fmla="val 7302"/>
            </a:avLst>
          </a:prstGeom>
          <a:solidFill>
            <a:srgbClr val="C0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92" dirty="0"/>
          </a:p>
        </p:txBody>
      </p:sp>
      <p:sp>
        <p:nvSpPr>
          <p:cNvPr id="7" name="Picture Placeholder 6">
            <a:extLst>
              <a:ext uri="{FF2B5EF4-FFF2-40B4-BE49-F238E27FC236}">
                <a16:creationId xmlns:a16="http://schemas.microsoft.com/office/drawing/2014/main" id="{5BE9AE91-BC01-9D11-9CE8-DC80A13F19CD}"/>
              </a:ext>
            </a:extLst>
          </p:cNvPr>
          <p:cNvSpPr>
            <a:spLocks noGrp="1"/>
          </p:cNvSpPr>
          <p:nvPr>
            <p:ph type="pic" sz="quarter" idx="16"/>
          </p:nvPr>
        </p:nvSpPr>
        <p:spPr>
          <a:xfrm>
            <a:off x="6183122" y="1201401"/>
            <a:ext cx="5153081" cy="3537885"/>
          </a:xfrm>
          <a:prstGeom prst="rect">
            <a:avLst/>
          </a:prstGeom>
        </p:spPr>
        <p:txBody>
          <a:bodyPr/>
          <a:lstStyle/>
          <a:p>
            <a:r>
              <a:rPr lang="en-US"/>
              <a:t>Click icon to add picture</a:t>
            </a:r>
          </a:p>
        </p:txBody>
      </p:sp>
      <p:sp>
        <p:nvSpPr>
          <p:cNvPr id="11" name="Chart Placeholder 10">
            <a:extLst>
              <a:ext uri="{FF2B5EF4-FFF2-40B4-BE49-F238E27FC236}">
                <a16:creationId xmlns:a16="http://schemas.microsoft.com/office/drawing/2014/main" id="{DC37A32A-B58F-C2D6-F038-32E61C9E1474}"/>
              </a:ext>
            </a:extLst>
          </p:cNvPr>
          <p:cNvSpPr>
            <a:spLocks noGrp="1"/>
          </p:cNvSpPr>
          <p:nvPr>
            <p:ph type="chart" sz="quarter" idx="17"/>
          </p:nvPr>
        </p:nvSpPr>
        <p:spPr>
          <a:xfrm>
            <a:off x="783600" y="3429000"/>
            <a:ext cx="4856584" cy="2141922"/>
          </a:xfrm>
          <a:prstGeom prst="rect">
            <a:avLst/>
          </a:prstGeom>
        </p:spPr>
        <p:txBody>
          <a:bodyPr/>
          <a:lstStyle/>
          <a:p>
            <a:r>
              <a:rPr lang="en-US"/>
              <a:t>Click icon to add chart</a:t>
            </a:r>
          </a:p>
        </p:txBody>
      </p:sp>
      <p:sp>
        <p:nvSpPr>
          <p:cNvPr id="3" name="Text Placeholder 2">
            <a:extLst>
              <a:ext uri="{FF2B5EF4-FFF2-40B4-BE49-F238E27FC236}">
                <a16:creationId xmlns:a16="http://schemas.microsoft.com/office/drawing/2014/main" id="{59396C23-6F57-32BE-8CA0-D41077F74BB2}"/>
              </a:ext>
            </a:extLst>
          </p:cNvPr>
          <p:cNvSpPr>
            <a:spLocks noGrp="1"/>
          </p:cNvSpPr>
          <p:nvPr>
            <p:ph type="body" sz="quarter" idx="18"/>
          </p:nvPr>
        </p:nvSpPr>
        <p:spPr>
          <a:xfrm>
            <a:off x="680597" y="1599833"/>
            <a:ext cx="5147433" cy="1418389"/>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5">
            <a:extLst>
              <a:ext uri="{FF2B5EF4-FFF2-40B4-BE49-F238E27FC236}">
                <a16:creationId xmlns:a16="http://schemas.microsoft.com/office/drawing/2014/main" id="{7BD22F32-98B9-F958-5BB3-4A474A7A4B8A}"/>
              </a:ext>
            </a:extLst>
          </p:cNvPr>
          <p:cNvSpPr>
            <a:spLocks noGrp="1"/>
          </p:cNvSpPr>
          <p:nvPr>
            <p:ph type="body" sz="quarter" idx="19" hasCustomPrompt="1"/>
          </p:nvPr>
        </p:nvSpPr>
        <p:spPr>
          <a:xfrm>
            <a:off x="783601" y="5839869"/>
            <a:ext cx="4614303" cy="903417"/>
          </a:xfrm>
          <a:prstGeom prst="rect">
            <a:avLst/>
          </a:prstGeom>
        </p:spPr>
        <p:txBody>
          <a:bodyPr/>
          <a:lstStyle>
            <a:lvl1pPr marL="0" indent="0" algn="r">
              <a:buNone/>
              <a:defRPr sz="1455" b="1">
                <a:solidFill>
                  <a:srgbClr val="008BCB"/>
                </a:solidFill>
              </a:defRPr>
            </a:lvl1pPr>
            <a:lvl2pPr marL="277250" indent="0">
              <a:buNone/>
              <a:defRPr/>
            </a:lvl2pPr>
          </a:lstStyle>
          <a:p>
            <a:pPr lvl="0"/>
            <a:r>
              <a:rPr lang="en-US" dirty="0"/>
              <a:t>Subtitle</a:t>
            </a:r>
          </a:p>
        </p:txBody>
      </p:sp>
      <p:sp>
        <p:nvSpPr>
          <p:cNvPr id="4" name="Text Placeholder 12">
            <a:extLst>
              <a:ext uri="{FF2B5EF4-FFF2-40B4-BE49-F238E27FC236}">
                <a16:creationId xmlns:a16="http://schemas.microsoft.com/office/drawing/2014/main" id="{26435614-05CC-4E01-1E33-56160C8C375B}"/>
              </a:ext>
            </a:extLst>
          </p:cNvPr>
          <p:cNvSpPr>
            <a:spLocks noGrp="1"/>
          </p:cNvSpPr>
          <p:nvPr>
            <p:ph type="body" sz="quarter" idx="20"/>
          </p:nvPr>
        </p:nvSpPr>
        <p:spPr>
          <a:xfrm>
            <a:off x="6292863" y="4886471"/>
            <a:ext cx="4928783" cy="1873339"/>
          </a:xfrm>
          <a:prstGeom prst="rect">
            <a:avLst/>
          </a:prstGeom>
        </p:spPr>
        <p:txBody>
          <a:bodyPr/>
          <a:lstStyle>
            <a:lvl1pPr marL="0" indent="0">
              <a:buFontTx/>
              <a:buNone/>
              <a:defRPr sz="849" b="1">
                <a:solidFill>
                  <a:srgbClr val="008BCB"/>
                </a:solidFill>
                <a:latin typeface="+mj-lt"/>
              </a:defRPr>
            </a:lvl1pPr>
            <a:lvl2pPr marL="277250" indent="0">
              <a:buNone/>
              <a:defRPr/>
            </a:lvl2pPr>
          </a:lstStyle>
          <a:p>
            <a:pPr lvl="0"/>
            <a:r>
              <a:rPr lang="en-US"/>
              <a:t>Click to edit Master text styles</a:t>
            </a:r>
          </a:p>
        </p:txBody>
      </p:sp>
    </p:spTree>
    <p:extLst>
      <p:ext uri="{BB962C8B-B14F-4D97-AF65-F5344CB8AC3E}">
        <p14:creationId xmlns:p14="http://schemas.microsoft.com/office/powerpoint/2010/main" val="2055523135"/>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26">
          <p15:clr>
            <a:srgbClr val="FBAE40"/>
          </p15:clr>
        </p15:guide>
        <p15:guide id="6" orient="horz" pos="6261">
          <p15:clr>
            <a:srgbClr val="FBAE40"/>
          </p15:clr>
        </p15:guide>
        <p15:guide id="7" pos="1177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lide with Pictures, Rectangles &amp; Tex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45" name="Прямоугольник с одним скругленным углом 45">
            <a:extLst>
              <a:ext uri="{FF2B5EF4-FFF2-40B4-BE49-F238E27FC236}">
                <a16:creationId xmlns:a16="http://schemas.microsoft.com/office/drawing/2014/main" id="{58A8955C-86BC-4AF9-9BA8-3718C372DF26}"/>
              </a:ext>
            </a:extLst>
          </p:cNvPr>
          <p:cNvSpPr/>
          <p:nvPr userDrawn="1"/>
        </p:nvSpPr>
        <p:spPr>
          <a:xfrm flipH="1">
            <a:off x="6188925" y="5852981"/>
            <a:ext cx="5147209" cy="1005289"/>
          </a:xfrm>
          <a:prstGeom prst="round1Rect">
            <a:avLst>
              <a:gd name="adj" fmla="val 10912"/>
            </a:avLst>
          </a:prstGeom>
          <a:solidFill>
            <a:srgbClr val="C0EBFF"/>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dirty="0">
              <a:ln>
                <a:noFill/>
              </a:ln>
              <a:solidFill>
                <a:prstClr val="white"/>
              </a:solidFill>
              <a:effectLst/>
              <a:uLnTx/>
              <a:uFillTx/>
              <a:latin typeface="Segoe UI"/>
              <a:ea typeface="+mn-ea"/>
              <a:cs typeface="+mn-cs"/>
            </a:endParaRPr>
          </a:p>
        </p:txBody>
      </p:sp>
      <p:sp>
        <p:nvSpPr>
          <p:cNvPr id="2" name="Text Placeholder 9">
            <a:extLst>
              <a:ext uri="{FF2B5EF4-FFF2-40B4-BE49-F238E27FC236}">
                <a16:creationId xmlns:a16="http://schemas.microsoft.com/office/drawing/2014/main" id="{1F229FB7-6968-5C79-0F19-D743A965E03B}"/>
              </a:ext>
            </a:extLst>
          </p:cNvPr>
          <p:cNvSpPr>
            <a:spLocks noGrp="1"/>
          </p:cNvSpPr>
          <p:nvPr>
            <p:ph type="body" sz="quarter" idx="15" hasCustomPrompt="1"/>
          </p:nvPr>
        </p:nvSpPr>
        <p:spPr>
          <a:xfrm>
            <a:off x="680650" y="1073312"/>
            <a:ext cx="10459170" cy="339664"/>
          </a:xfrm>
          <a:prstGeom prst="rect">
            <a:avLst/>
          </a:prstGeom>
        </p:spPr>
        <p:txBody>
          <a:bodyPr anchor="ctr"/>
          <a:lstStyle>
            <a:lvl1pPr marL="0" indent="0">
              <a:buNone/>
              <a:defRPr kumimoji="0" lang="en-US" sz="1455" b="1" i="0" u="none" strike="noStrike" kern="1200" cap="none" spc="0" normalizeH="0" baseline="0" dirty="0">
                <a:ln>
                  <a:noFill/>
                </a:ln>
                <a:solidFill>
                  <a:srgbClr val="4D4D4D"/>
                </a:solidFill>
                <a:effectLst/>
                <a:uLnTx/>
                <a:uFillTx/>
                <a:latin typeface="Segoe UI"/>
                <a:ea typeface="+mn-ea"/>
                <a:cs typeface="+mn-cs"/>
              </a:defRPr>
            </a:lvl1pPr>
          </a:lstStyle>
          <a:p>
            <a:pPr lvl="0"/>
            <a:r>
              <a:rPr lang="en-US" dirty="0"/>
              <a:t>Presentation Slide Subtitle</a:t>
            </a:r>
          </a:p>
        </p:txBody>
      </p:sp>
      <p:sp>
        <p:nvSpPr>
          <p:cNvPr id="9" name="Picture Placeholder 8">
            <a:extLst>
              <a:ext uri="{FF2B5EF4-FFF2-40B4-BE49-F238E27FC236}">
                <a16:creationId xmlns:a16="http://schemas.microsoft.com/office/drawing/2014/main" id="{FAA35A19-22DA-124C-3F96-B9AC61FD385A}"/>
              </a:ext>
            </a:extLst>
          </p:cNvPr>
          <p:cNvSpPr>
            <a:spLocks noGrp="1"/>
          </p:cNvSpPr>
          <p:nvPr>
            <p:ph type="pic" sz="quarter" idx="17"/>
          </p:nvPr>
        </p:nvSpPr>
        <p:spPr>
          <a:xfrm>
            <a:off x="676842" y="1680791"/>
            <a:ext cx="5147209" cy="4419595"/>
          </a:xfrm>
          <a:prstGeom prst="rect">
            <a:avLst/>
          </a:prstGeom>
        </p:spPr>
        <p:txBody>
          <a:bodyPr/>
          <a:lstStyle/>
          <a:p>
            <a:r>
              <a:rPr lang="en-US"/>
              <a:t>Click icon to add picture</a:t>
            </a:r>
          </a:p>
        </p:txBody>
      </p:sp>
      <p:sp>
        <p:nvSpPr>
          <p:cNvPr id="13" name="Text Placeholder 12">
            <a:extLst>
              <a:ext uri="{FF2B5EF4-FFF2-40B4-BE49-F238E27FC236}">
                <a16:creationId xmlns:a16="http://schemas.microsoft.com/office/drawing/2014/main" id="{4C6EBA4D-18E1-1974-822F-8860797AAF9F}"/>
              </a:ext>
            </a:extLst>
          </p:cNvPr>
          <p:cNvSpPr>
            <a:spLocks noGrp="1"/>
          </p:cNvSpPr>
          <p:nvPr>
            <p:ph type="body" sz="quarter" idx="18"/>
          </p:nvPr>
        </p:nvSpPr>
        <p:spPr>
          <a:xfrm>
            <a:off x="6292863" y="5976203"/>
            <a:ext cx="4928783" cy="783606"/>
          </a:xfrm>
          <a:prstGeom prst="rect">
            <a:avLst/>
          </a:prstGeom>
        </p:spPr>
        <p:txBody>
          <a:bodyPr/>
          <a:lstStyle>
            <a:lvl1pPr marL="0" indent="0">
              <a:buFontTx/>
              <a:buNone/>
              <a:defRPr sz="1092" b="1">
                <a:solidFill>
                  <a:srgbClr val="008BCB"/>
                </a:solidFill>
                <a:latin typeface="+mj-lt"/>
              </a:defRPr>
            </a:lvl1pPr>
            <a:lvl2pPr marL="277250" indent="0">
              <a:buNone/>
              <a:defRPr/>
            </a:lvl2pPr>
          </a:lstStyle>
          <a:p>
            <a:pPr lvl="0"/>
            <a:r>
              <a:rPr lang="en-US"/>
              <a:t>Click to edit Master text styles</a:t>
            </a:r>
          </a:p>
        </p:txBody>
      </p:sp>
      <p:sp>
        <p:nvSpPr>
          <p:cNvPr id="15" name="Picture Placeholder 14">
            <a:extLst>
              <a:ext uri="{FF2B5EF4-FFF2-40B4-BE49-F238E27FC236}">
                <a16:creationId xmlns:a16="http://schemas.microsoft.com/office/drawing/2014/main" id="{51AF53B0-D18D-511E-D231-625F60D543FA}"/>
              </a:ext>
            </a:extLst>
          </p:cNvPr>
          <p:cNvSpPr>
            <a:spLocks noGrp="1"/>
          </p:cNvSpPr>
          <p:nvPr>
            <p:ph type="pic" sz="quarter" idx="19"/>
          </p:nvPr>
        </p:nvSpPr>
        <p:spPr>
          <a:xfrm>
            <a:off x="6188897" y="1680808"/>
            <a:ext cx="5149230" cy="4172175"/>
          </a:xfrm>
          <a:prstGeom prst="rect">
            <a:avLst/>
          </a:prstGeom>
        </p:spPr>
        <p:txBody>
          <a:bodyPr/>
          <a:lstStyle/>
          <a:p>
            <a:r>
              <a:rPr lang="en-US"/>
              <a:t>Click icon to add picture</a:t>
            </a:r>
          </a:p>
        </p:txBody>
      </p:sp>
    </p:spTree>
    <p:extLst>
      <p:ext uri="{BB962C8B-B14F-4D97-AF65-F5344CB8AC3E}">
        <p14:creationId xmlns:p14="http://schemas.microsoft.com/office/powerpoint/2010/main" val="3962456888"/>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26">
          <p15:clr>
            <a:srgbClr val="FBAE40"/>
          </p15:clr>
        </p15:guide>
        <p15:guide id="6" orient="horz" pos="6261">
          <p15:clr>
            <a:srgbClr val="FBAE40"/>
          </p15:clr>
        </p15:guide>
        <p15:guide id="7" pos="1177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lide with 2 Pictures, Rectangles &amp; Tex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2" name="Text Placeholder 9">
            <a:extLst>
              <a:ext uri="{FF2B5EF4-FFF2-40B4-BE49-F238E27FC236}">
                <a16:creationId xmlns:a16="http://schemas.microsoft.com/office/drawing/2014/main" id="{1F229FB7-6968-5C79-0F19-D743A965E03B}"/>
              </a:ext>
            </a:extLst>
          </p:cNvPr>
          <p:cNvSpPr>
            <a:spLocks noGrp="1"/>
          </p:cNvSpPr>
          <p:nvPr>
            <p:ph type="body" sz="quarter" idx="15" hasCustomPrompt="1"/>
          </p:nvPr>
        </p:nvSpPr>
        <p:spPr>
          <a:xfrm>
            <a:off x="680650" y="1172555"/>
            <a:ext cx="10459170" cy="339664"/>
          </a:xfrm>
          <a:prstGeom prst="rect">
            <a:avLst/>
          </a:prstGeom>
        </p:spPr>
        <p:txBody>
          <a:bodyPr anchor="ctr"/>
          <a:lstStyle>
            <a:lvl1pPr marL="0" indent="0">
              <a:buNone/>
              <a:defRPr kumimoji="0" lang="en-US" sz="1455" b="1" i="0" u="none" strike="noStrike" kern="1200" cap="none" spc="0" normalizeH="0" baseline="0" dirty="0">
                <a:ln>
                  <a:noFill/>
                </a:ln>
                <a:solidFill>
                  <a:srgbClr val="4D4D4D"/>
                </a:solidFill>
                <a:effectLst/>
                <a:uLnTx/>
                <a:uFillTx/>
                <a:latin typeface="Segoe UI"/>
                <a:ea typeface="+mn-ea"/>
                <a:cs typeface="+mn-cs"/>
              </a:defRPr>
            </a:lvl1pPr>
          </a:lstStyle>
          <a:p>
            <a:pPr lvl="0"/>
            <a:r>
              <a:rPr lang="en-US" dirty="0"/>
              <a:t>Presentation Slide Subtitle</a:t>
            </a:r>
          </a:p>
        </p:txBody>
      </p:sp>
      <p:sp>
        <p:nvSpPr>
          <p:cNvPr id="33" name="Прямоугольник с одним скругленным углом 45">
            <a:extLst>
              <a:ext uri="{FF2B5EF4-FFF2-40B4-BE49-F238E27FC236}">
                <a16:creationId xmlns:a16="http://schemas.microsoft.com/office/drawing/2014/main" id="{3682F9B0-276B-00FE-3E14-07AE793FC729}"/>
              </a:ext>
            </a:extLst>
          </p:cNvPr>
          <p:cNvSpPr/>
          <p:nvPr userDrawn="1"/>
        </p:nvSpPr>
        <p:spPr>
          <a:xfrm flipH="1">
            <a:off x="6191278" y="6027431"/>
            <a:ext cx="5155536" cy="830841"/>
          </a:xfrm>
          <a:prstGeom prst="round1Rect">
            <a:avLst>
              <a:gd name="adj" fmla="val 23234"/>
            </a:avLst>
          </a:prstGeom>
          <a:solidFill>
            <a:srgbClr val="C0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92" dirty="0"/>
          </a:p>
        </p:txBody>
      </p:sp>
      <p:sp>
        <p:nvSpPr>
          <p:cNvPr id="53" name="Picture Placeholder 52">
            <a:extLst>
              <a:ext uri="{FF2B5EF4-FFF2-40B4-BE49-F238E27FC236}">
                <a16:creationId xmlns:a16="http://schemas.microsoft.com/office/drawing/2014/main" id="{8B09E83E-F7EC-2366-1289-EBF85A1ECD88}"/>
              </a:ext>
            </a:extLst>
          </p:cNvPr>
          <p:cNvSpPr>
            <a:spLocks noGrp="1"/>
          </p:cNvSpPr>
          <p:nvPr>
            <p:ph type="pic" sz="quarter" idx="16"/>
          </p:nvPr>
        </p:nvSpPr>
        <p:spPr>
          <a:xfrm>
            <a:off x="674821" y="1740370"/>
            <a:ext cx="5152119" cy="2352866"/>
          </a:xfrm>
          <a:prstGeom prst="rect">
            <a:avLst/>
          </a:prstGeom>
        </p:spPr>
        <p:txBody>
          <a:bodyPr/>
          <a:lstStyle/>
          <a:p>
            <a:r>
              <a:rPr lang="en-US"/>
              <a:t>Click icon to add picture</a:t>
            </a:r>
            <a:endParaRPr lang="en-US" dirty="0"/>
          </a:p>
        </p:txBody>
      </p:sp>
      <p:sp>
        <p:nvSpPr>
          <p:cNvPr id="57" name="Picture Placeholder 56">
            <a:extLst>
              <a:ext uri="{FF2B5EF4-FFF2-40B4-BE49-F238E27FC236}">
                <a16:creationId xmlns:a16="http://schemas.microsoft.com/office/drawing/2014/main" id="{C535AF1C-0308-255F-4F20-10F635CD355C}"/>
              </a:ext>
            </a:extLst>
          </p:cNvPr>
          <p:cNvSpPr>
            <a:spLocks noGrp="1"/>
          </p:cNvSpPr>
          <p:nvPr>
            <p:ph type="pic" sz="quarter" idx="18"/>
          </p:nvPr>
        </p:nvSpPr>
        <p:spPr>
          <a:xfrm>
            <a:off x="6190823" y="1740492"/>
            <a:ext cx="5155969" cy="4286732"/>
          </a:xfrm>
          <a:prstGeom prst="rect">
            <a:avLst/>
          </a:prstGeom>
        </p:spPr>
        <p:txBody>
          <a:bodyPr/>
          <a:lstStyle/>
          <a:p>
            <a:r>
              <a:rPr lang="en-US"/>
              <a:t>Click icon to add picture</a:t>
            </a:r>
          </a:p>
        </p:txBody>
      </p:sp>
      <p:sp>
        <p:nvSpPr>
          <p:cNvPr id="59" name="Text Placeholder 58">
            <a:extLst>
              <a:ext uri="{FF2B5EF4-FFF2-40B4-BE49-F238E27FC236}">
                <a16:creationId xmlns:a16="http://schemas.microsoft.com/office/drawing/2014/main" id="{1AC1E809-E7A7-FF2D-284F-9E6475F76871}"/>
              </a:ext>
            </a:extLst>
          </p:cNvPr>
          <p:cNvSpPr>
            <a:spLocks noGrp="1"/>
          </p:cNvSpPr>
          <p:nvPr>
            <p:ph type="body" sz="quarter" idx="19" hasCustomPrompt="1"/>
          </p:nvPr>
        </p:nvSpPr>
        <p:spPr>
          <a:xfrm>
            <a:off x="6345808" y="6186062"/>
            <a:ext cx="4794012" cy="367737"/>
          </a:xfrm>
          <a:prstGeom prst="rect">
            <a:avLst/>
          </a:prstGeom>
        </p:spPr>
        <p:txBody>
          <a:bodyPr/>
          <a:lstStyle>
            <a:lvl1pPr marL="0" indent="0">
              <a:buNone/>
              <a:defRPr sz="1455" b="1">
                <a:solidFill>
                  <a:srgbClr val="008BCB"/>
                </a:solidFill>
              </a:defRPr>
            </a:lvl1pPr>
          </a:lstStyle>
          <a:p>
            <a:pPr lvl="0"/>
            <a:r>
              <a:rPr lang="en-US" dirty="0"/>
              <a:t>Subtitle</a:t>
            </a:r>
          </a:p>
        </p:txBody>
      </p:sp>
      <p:sp>
        <p:nvSpPr>
          <p:cNvPr id="3" name="Text Placeholder 2">
            <a:extLst>
              <a:ext uri="{FF2B5EF4-FFF2-40B4-BE49-F238E27FC236}">
                <a16:creationId xmlns:a16="http://schemas.microsoft.com/office/drawing/2014/main" id="{46F0B825-8BD8-9BCA-1F7E-D6CAA8633B95}"/>
              </a:ext>
            </a:extLst>
          </p:cNvPr>
          <p:cNvSpPr>
            <a:spLocks noGrp="1"/>
          </p:cNvSpPr>
          <p:nvPr>
            <p:ph type="body" sz="quarter" idx="20"/>
          </p:nvPr>
        </p:nvSpPr>
        <p:spPr>
          <a:xfrm>
            <a:off x="680597" y="4321387"/>
            <a:ext cx="5146343" cy="1575876"/>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72732184"/>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26">
          <p15:clr>
            <a:srgbClr val="FBAE40"/>
          </p15:clr>
        </p15:guide>
        <p15:guide id="6" orient="horz" pos="6261">
          <p15:clr>
            <a:srgbClr val="FBAE40"/>
          </p15:clr>
        </p15:guide>
        <p15:guide id="7" pos="1177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lide with Text, Picture &amp; Rectangl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50249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2" name="Прямоугольник с одним скругленным углом 1123">
            <a:extLst>
              <a:ext uri="{FF2B5EF4-FFF2-40B4-BE49-F238E27FC236}">
                <a16:creationId xmlns:a16="http://schemas.microsoft.com/office/drawing/2014/main" id="{09706A04-2AAB-14D2-9DDA-9F06949055D5}"/>
              </a:ext>
            </a:extLst>
          </p:cNvPr>
          <p:cNvSpPr/>
          <p:nvPr userDrawn="1"/>
        </p:nvSpPr>
        <p:spPr>
          <a:xfrm flipH="1">
            <a:off x="6183044" y="4734519"/>
            <a:ext cx="5153089" cy="2123752"/>
          </a:xfrm>
          <a:prstGeom prst="round1Rect">
            <a:avLst>
              <a:gd name="adj" fmla="val 10912"/>
            </a:avLst>
          </a:prstGeom>
          <a:solidFill>
            <a:srgbClr val="81D8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92" dirty="0"/>
          </a:p>
        </p:txBody>
      </p:sp>
      <p:sp>
        <p:nvSpPr>
          <p:cNvPr id="42" name="Text Placeholder 9">
            <a:extLst>
              <a:ext uri="{FF2B5EF4-FFF2-40B4-BE49-F238E27FC236}">
                <a16:creationId xmlns:a16="http://schemas.microsoft.com/office/drawing/2014/main" id="{8C2D7325-F196-0CC3-545A-5A02A4786280}"/>
              </a:ext>
            </a:extLst>
          </p:cNvPr>
          <p:cNvSpPr>
            <a:spLocks noGrp="1"/>
          </p:cNvSpPr>
          <p:nvPr>
            <p:ph type="body" sz="quarter" idx="15" hasCustomPrompt="1"/>
          </p:nvPr>
        </p:nvSpPr>
        <p:spPr>
          <a:xfrm>
            <a:off x="680650" y="1129822"/>
            <a:ext cx="10459170" cy="339664"/>
          </a:xfrm>
          <a:prstGeom prst="rect">
            <a:avLst/>
          </a:prstGeom>
        </p:spPr>
        <p:txBody>
          <a:bodyPr anchor="ctr"/>
          <a:lstStyle>
            <a:lvl1pPr marL="0" indent="0">
              <a:buNone/>
              <a:defRPr kumimoji="0" lang="en-US" sz="1455" b="1" i="0" u="none" strike="noStrike" kern="1200" cap="none" spc="0" normalizeH="0" baseline="0" dirty="0">
                <a:ln>
                  <a:noFill/>
                </a:ln>
                <a:solidFill>
                  <a:srgbClr val="4D4D4D"/>
                </a:solidFill>
                <a:effectLst/>
                <a:uLnTx/>
                <a:uFillTx/>
                <a:latin typeface="Segoe UI"/>
                <a:ea typeface="+mn-ea"/>
                <a:cs typeface="+mn-cs"/>
              </a:defRPr>
            </a:lvl1pPr>
          </a:lstStyle>
          <a:p>
            <a:pPr lvl="0"/>
            <a:r>
              <a:rPr lang="en-US" dirty="0"/>
              <a:t>Presentation Slide Subtitle</a:t>
            </a:r>
          </a:p>
        </p:txBody>
      </p:sp>
      <p:sp>
        <p:nvSpPr>
          <p:cNvPr id="3" name="Text Placeholder 2">
            <a:extLst>
              <a:ext uri="{FF2B5EF4-FFF2-40B4-BE49-F238E27FC236}">
                <a16:creationId xmlns:a16="http://schemas.microsoft.com/office/drawing/2014/main" id="{DEE79857-5671-6404-2E42-84CC2D0B0D12}"/>
              </a:ext>
            </a:extLst>
          </p:cNvPr>
          <p:cNvSpPr>
            <a:spLocks noGrp="1"/>
          </p:cNvSpPr>
          <p:nvPr>
            <p:ph type="body" sz="quarter" idx="14"/>
          </p:nvPr>
        </p:nvSpPr>
        <p:spPr>
          <a:xfrm>
            <a:off x="680597" y="1712850"/>
            <a:ext cx="5174261" cy="4824858"/>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78190724"/>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617">
          <p15:clr>
            <a:srgbClr val="FBAE40"/>
          </p15:clr>
        </p15:guide>
        <p15:guide id="4" orient="horz" pos="1249">
          <p15:clr>
            <a:srgbClr val="FBAE40"/>
          </p15:clr>
        </p15:guide>
        <p15:guide id="6" orient="horz" pos="6261">
          <p15:clr>
            <a:srgbClr val="FBAE40"/>
          </p15:clr>
        </p15:guide>
        <p15:guide id="8" pos="6083">
          <p15:clr>
            <a:srgbClr val="FBAE40"/>
          </p15:clr>
        </p15:guide>
        <p15:guide id="9" pos="6673">
          <p15:clr>
            <a:srgbClr val="FBAE40"/>
          </p15:clr>
        </p15:guide>
        <p15:guide id="10" orient="horz" pos="1407">
          <p15:clr>
            <a:srgbClr val="FBAE40"/>
          </p15:clr>
        </p15:guide>
        <p15:guide id="11" orient="horz" pos="610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16" name="bg object 16"/>
          <p:cNvSpPr/>
          <p:nvPr/>
        </p:nvSpPr>
        <p:spPr>
          <a:xfrm>
            <a:off x="0" y="6032076"/>
            <a:ext cx="12192000" cy="825578"/>
          </a:xfrm>
          <a:custGeom>
            <a:avLst/>
            <a:gdLst/>
            <a:ahLst/>
            <a:cxnLst/>
            <a:rect l="l" t="t" r="r" b="b"/>
            <a:pathLst>
              <a:path w="20104100" h="1361440">
                <a:moveTo>
                  <a:pt x="20104099" y="0"/>
                </a:moveTo>
                <a:lnTo>
                  <a:pt x="0" y="0"/>
                </a:lnTo>
                <a:lnTo>
                  <a:pt x="0" y="1361215"/>
                </a:lnTo>
                <a:lnTo>
                  <a:pt x="20104099" y="1361215"/>
                </a:lnTo>
                <a:lnTo>
                  <a:pt x="20104099" y="0"/>
                </a:lnTo>
                <a:close/>
              </a:path>
            </a:pathLst>
          </a:custGeom>
          <a:solidFill>
            <a:srgbClr val="008AC9"/>
          </a:solidFill>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sp>
        <p:nvSpPr>
          <p:cNvPr id="17" name="bg object 17"/>
          <p:cNvSpPr/>
          <p:nvPr/>
        </p:nvSpPr>
        <p:spPr>
          <a:xfrm>
            <a:off x="4479301" y="6032079"/>
            <a:ext cx="7713000" cy="825578"/>
          </a:xfrm>
          <a:custGeom>
            <a:avLst/>
            <a:gdLst/>
            <a:ahLst/>
            <a:cxnLst/>
            <a:rect l="l" t="t" r="r" b="b"/>
            <a:pathLst>
              <a:path w="12718415" h="1361440">
                <a:moveTo>
                  <a:pt x="5881319" y="215277"/>
                </a:moveTo>
                <a:lnTo>
                  <a:pt x="5827776" y="236626"/>
                </a:lnTo>
                <a:lnTo>
                  <a:pt x="5775388" y="256806"/>
                </a:lnTo>
                <a:lnTo>
                  <a:pt x="5724080" y="275805"/>
                </a:lnTo>
                <a:lnTo>
                  <a:pt x="5673826" y="293636"/>
                </a:lnTo>
                <a:lnTo>
                  <a:pt x="5624576" y="310299"/>
                </a:lnTo>
                <a:lnTo>
                  <a:pt x="5576290" y="325780"/>
                </a:lnTo>
                <a:lnTo>
                  <a:pt x="5528907" y="340093"/>
                </a:lnTo>
                <a:lnTo>
                  <a:pt x="5482374" y="353237"/>
                </a:lnTo>
                <a:lnTo>
                  <a:pt x="5436679" y="365201"/>
                </a:lnTo>
                <a:lnTo>
                  <a:pt x="5391747" y="376008"/>
                </a:lnTo>
                <a:lnTo>
                  <a:pt x="5347538" y="385635"/>
                </a:lnTo>
                <a:lnTo>
                  <a:pt x="5304002" y="394093"/>
                </a:lnTo>
                <a:lnTo>
                  <a:pt x="5261102" y="401383"/>
                </a:lnTo>
                <a:lnTo>
                  <a:pt x="5218785" y="407492"/>
                </a:lnTo>
                <a:lnTo>
                  <a:pt x="5177015" y="412445"/>
                </a:lnTo>
                <a:lnTo>
                  <a:pt x="5135740" y="416217"/>
                </a:lnTo>
                <a:lnTo>
                  <a:pt x="5094910" y="418833"/>
                </a:lnTo>
                <a:lnTo>
                  <a:pt x="5054473" y="420281"/>
                </a:lnTo>
                <a:lnTo>
                  <a:pt x="5014392" y="420547"/>
                </a:lnTo>
                <a:lnTo>
                  <a:pt x="4974628" y="419658"/>
                </a:lnTo>
                <a:lnTo>
                  <a:pt x="4935118" y="417588"/>
                </a:lnTo>
                <a:lnTo>
                  <a:pt x="4895824" y="414362"/>
                </a:lnTo>
                <a:lnTo>
                  <a:pt x="4856696" y="409968"/>
                </a:lnTo>
                <a:lnTo>
                  <a:pt x="4817694" y="404406"/>
                </a:lnTo>
                <a:lnTo>
                  <a:pt x="4778768" y="397675"/>
                </a:lnTo>
                <a:lnTo>
                  <a:pt x="4739881" y="389788"/>
                </a:lnTo>
                <a:lnTo>
                  <a:pt x="4700968" y="380720"/>
                </a:lnTo>
                <a:lnTo>
                  <a:pt x="4661992" y="370497"/>
                </a:lnTo>
                <a:lnTo>
                  <a:pt x="4622914" y="359105"/>
                </a:lnTo>
                <a:lnTo>
                  <a:pt x="4583671" y="346557"/>
                </a:lnTo>
                <a:lnTo>
                  <a:pt x="4544238" y="332841"/>
                </a:lnTo>
                <a:lnTo>
                  <a:pt x="4504550" y="317957"/>
                </a:lnTo>
                <a:lnTo>
                  <a:pt x="4464570" y="301904"/>
                </a:lnTo>
                <a:lnTo>
                  <a:pt x="4424261" y="284695"/>
                </a:lnTo>
                <a:lnTo>
                  <a:pt x="4383557" y="266331"/>
                </a:lnTo>
                <a:lnTo>
                  <a:pt x="4342422" y="246799"/>
                </a:lnTo>
                <a:lnTo>
                  <a:pt x="4300804" y="226098"/>
                </a:lnTo>
                <a:lnTo>
                  <a:pt x="4258665" y="204241"/>
                </a:lnTo>
                <a:lnTo>
                  <a:pt x="4215943" y="181229"/>
                </a:lnTo>
                <a:lnTo>
                  <a:pt x="4172610" y="157048"/>
                </a:lnTo>
                <a:lnTo>
                  <a:pt x="4128617" y="131699"/>
                </a:lnTo>
                <a:lnTo>
                  <a:pt x="4083913" y="105206"/>
                </a:lnTo>
                <a:lnTo>
                  <a:pt x="4038460" y="77546"/>
                </a:lnTo>
                <a:lnTo>
                  <a:pt x="3992194" y="48717"/>
                </a:lnTo>
                <a:lnTo>
                  <a:pt x="3945077" y="18732"/>
                </a:lnTo>
                <a:lnTo>
                  <a:pt x="3916197" y="0"/>
                </a:lnTo>
                <a:lnTo>
                  <a:pt x="1316761" y="0"/>
                </a:lnTo>
                <a:lnTo>
                  <a:pt x="951255" y="100152"/>
                </a:lnTo>
                <a:lnTo>
                  <a:pt x="895946" y="113245"/>
                </a:lnTo>
                <a:lnTo>
                  <a:pt x="838987" y="123761"/>
                </a:lnTo>
                <a:lnTo>
                  <a:pt x="780796" y="131978"/>
                </a:lnTo>
                <a:lnTo>
                  <a:pt x="721804" y="138163"/>
                </a:lnTo>
                <a:lnTo>
                  <a:pt x="662432" y="142570"/>
                </a:lnTo>
                <a:lnTo>
                  <a:pt x="603084" y="145465"/>
                </a:lnTo>
                <a:lnTo>
                  <a:pt x="544195" y="147129"/>
                </a:lnTo>
                <a:lnTo>
                  <a:pt x="486168" y="147815"/>
                </a:lnTo>
                <a:lnTo>
                  <a:pt x="223774" y="145834"/>
                </a:lnTo>
                <a:lnTo>
                  <a:pt x="179768" y="146227"/>
                </a:lnTo>
                <a:lnTo>
                  <a:pt x="139573" y="147485"/>
                </a:lnTo>
                <a:lnTo>
                  <a:pt x="72288" y="153720"/>
                </a:lnTo>
                <a:lnTo>
                  <a:pt x="25247" y="166649"/>
                </a:lnTo>
                <a:lnTo>
                  <a:pt x="0" y="203238"/>
                </a:lnTo>
                <a:lnTo>
                  <a:pt x="3962" y="222046"/>
                </a:lnTo>
                <a:lnTo>
                  <a:pt x="23253" y="259626"/>
                </a:lnTo>
                <a:lnTo>
                  <a:pt x="56769" y="297091"/>
                </a:lnTo>
                <a:lnTo>
                  <a:pt x="103441" y="334429"/>
                </a:lnTo>
                <a:lnTo>
                  <a:pt x="162179" y="371576"/>
                </a:lnTo>
                <a:lnTo>
                  <a:pt x="195732" y="390080"/>
                </a:lnTo>
                <a:lnTo>
                  <a:pt x="231889" y="408533"/>
                </a:lnTo>
                <a:lnTo>
                  <a:pt x="270535" y="426910"/>
                </a:lnTo>
                <a:lnTo>
                  <a:pt x="311505" y="445223"/>
                </a:lnTo>
                <a:lnTo>
                  <a:pt x="354685" y="463473"/>
                </a:lnTo>
                <a:lnTo>
                  <a:pt x="399935" y="481647"/>
                </a:lnTo>
                <a:lnTo>
                  <a:pt x="447128" y="499745"/>
                </a:lnTo>
                <a:lnTo>
                  <a:pt x="496100" y="517753"/>
                </a:lnTo>
                <a:lnTo>
                  <a:pt x="546747" y="535686"/>
                </a:lnTo>
                <a:lnTo>
                  <a:pt x="598919" y="553516"/>
                </a:lnTo>
                <a:lnTo>
                  <a:pt x="652487" y="571246"/>
                </a:lnTo>
                <a:lnTo>
                  <a:pt x="763244" y="606412"/>
                </a:lnTo>
                <a:lnTo>
                  <a:pt x="877951" y="641146"/>
                </a:lnTo>
                <a:lnTo>
                  <a:pt x="1055027" y="692340"/>
                </a:lnTo>
                <a:lnTo>
                  <a:pt x="1754543" y="884097"/>
                </a:lnTo>
                <a:lnTo>
                  <a:pt x="1957158" y="942505"/>
                </a:lnTo>
                <a:lnTo>
                  <a:pt x="2047849" y="970521"/>
                </a:lnTo>
                <a:lnTo>
                  <a:pt x="2090077" y="984211"/>
                </a:lnTo>
                <a:lnTo>
                  <a:pt x="2130044" y="997699"/>
                </a:lnTo>
                <a:lnTo>
                  <a:pt x="2167610" y="1010958"/>
                </a:lnTo>
                <a:lnTo>
                  <a:pt x="2234996" y="1036802"/>
                </a:lnTo>
                <a:lnTo>
                  <a:pt x="2291156" y="1061720"/>
                </a:lnTo>
                <a:lnTo>
                  <a:pt x="2314689" y="1073810"/>
                </a:lnTo>
                <a:lnTo>
                  <a:pt x="1535595" y="1157185"/>
                </a:lnTo>
                <a:lnTo>
                  <a:pt x="1186065" y="1227467"/>
                </a:lnTo>
                <a:lnTo>
                  <a:pt x="1185240" y="1322946"/>
                </a:lnTo>
                <a:lnTo>
                  <a:pt x="1249565" y="1361211"/>
                </a:lnTo>
                <a:lnTo>
                  <a:pt x="5521299" y="1361211"/>
                </a:lnTo>
                <a:lnTo>
                  <a:pt x="5514581" y="1335468"/>
                </a:lnTo>
                <a:lnTo>
                  <a:pt x="5506110" y="1296123"/>
                </a:lnTo>
                <a:lnTo>
                  <a:pt x="5499265" y="1255864"/>
                </a:lnTo>
                <a:lnTo>
                  <a:pt x="5494083" y="1214729"/>
                </a:lnTo>
                <a:lnTo>
                  <a:pt x="5490654" y="1172743"/>
                </a:lnTo>
                <a:lnTo>
                  <a:pt x="5489016" y="1129957"/>
                </a:lnTo>
                <a:lnTo>
                  <a:pt x="5489232" y="1086408"/>
                </a:lnTo>
                <a:lnTo>
                  <a:pt x="5491378" y="1042123"/>
                </a:lnTo>
                <a:lnTo>
                  <a:pt x="5495506" y="997153"/>
                </a:lnTo>
                <a:lnTo>
                  <a:pt x="5501678" y="951534"/>
                </a:lnTo>
                <a:lnTo>
                  <a:pt x="5509958" y="905306"/>
                </a:lnTo>
                <a:lnTo>
                  <a:pt x="5520398" y="858494"/>
                </a:lnTo>
                <a:lnTo>
                  <a:pt x="5533072" y="811161"/>
                </a:lnTo>
                <a:lnTo>
                  <a:pt x="5548046" y="763320"/>
                </a:lnTo>
                <a:lnTo>
                  <a:pt x="5565356" y="715022"/>
                </a:lnTo>
                <a:lnTo>
                  <a:pt x="5585079" y="666305"/>
                </a:lnTo>
                <a:lnTo>
                  <a:pt x="5607278" y="617207"/>
                </a:lnTo>
                <a:lnTo>
                  <a:pt x="5632018" y="567766"/>
                </a:lnTo>
                <a:lnTo>
                  <a:pt x="5659348" y="518020"/>
                </a:lnTo>
                <a:lnTo>
                  <a:pt x="5689346" y="468007"/>
                </a:lnTo>
                <a:lnTo>
                  <a:pt x="5720245" y="420547"/>
                </a:lnTo>
                <a:lnTo>
                  <a:pt x="5757545" y="367322"/>
                </a:lnTo>
                <a:lnTo>
                  <a:pt x="5795873" y="316738"/>
                </a:lnTo>
                <a:lnTo>
                  <a:pt x="5837110" y="266039"/>
                </a:lnTo>
                <a:lnTo>
                  <a:pt x="5881319" y="215277"/>
                </a:lnTo>
                <a:close/>
              </a:path>
              <a:path w="12718415" h="1361440">
                <a:moveTo>
                  <a:pt x="7770177" y="1301369"/>
                </a:moveTo>
                <a:lnTo>
                  <a:pt x="7768628" y="1260436"/>
                </a:lnTo>
                <a:lnTo>
                  <a:pt x="7765567" y="1220266"/>
                </a:lnTo>
                <a:lnTo>
                  <a:pt x="7758646" y="1166279"/>
                </a:lnTo>
                <a:lnTo>
                  <a:pt x="7748473" y="1113942"/>
                </a:lnTo>
                <a:lnTo>
                  <a:pt x="7735202" y="1063294"/>
                </a:lnTo>
                <a:lnTo>
                  <a:pt x="7719009" y="1014323"/>
                </a:lnTo>
                <a:lnTo>
                  <a:pt x="7700023" y="967079"/>
                </a:lnTo>
                <a:lnTo>
                  <a:pt x="7678420" y="921550"/>
                </a:lnTo>
                <a:lnTo>
                  <a:pt x="7654366" y="877760"/>
                </a:lnTo>
                <a:lnTo>
                  <a:pt x="7627988" y="835736"/>
                </a:lnTo>
                <a:lnTo>
                  <a:pt x="7599477" y="795489"/>
                </a:lnTo>
                <a:lnTo>
                  <a:pt x="7575321" y="765035"/>
                </a:lnTo>
                <a:lnTo>
                  <a:pt x="7536612" y="720369"/>
                </a:lnTo>
                <a:lnTo>
                  <a:pt x="7502601" y="685533"/>
                </a:lnTo>
                <a:lnTo>
                  <a:pt x="7467054" y="652538"/>
                </a:lnTo>
                <a:lnTo>
                  <a:pt x="7430148" y="621398"/>
                </a:lnTo>
                <a:lnTo>
                  <a:pt x="7392048" y="592124"/>
                </a:lnTo>
                <a:lnTo>
                  <a:pt x="7352881" y="564743"/>
                </a:lnTo>
                <a:lnTo>
                  <a:pt x="7312838" y="539267"/>
                </a:lnTo>
                <a:lnTo>
                  <a:pt x="7272058" y="515708"/>
                </a:lnTo>
                <a:lnTo>
                  <a:pt x="7230110" y="493839"/>
                </a:lnTo>
                <a:lnTo>
                  <a:pt x="7186879" y="473735"/>
                </a:lnTo>
                <a:lnTo>
                  <a:pt x="7142531" y="455460"/>
                </a:lnTo>
                <a:lnTo>
                  <a:pt x="7097179" y="439077"/>
                </a:lnTo>
                <a:lnTo>
                  <a:pt x="7051002" y="424649"/>
                </a:lnTo>
                <a:lnTo>
                  <a:pt x="7004126" y="412267"/>
                </a:lnTo>
                <a:lnTo>
                  <a:pt x="6956704" y="401980"/>
                </a:lnTo>
                <a:lnTo>
                  <a:pt x="6908889" y="393852"/>
                </a:lnTo>
                <a:lnTo>
                  <a:pt x="6860819" y="387972"/>
                </a:lnTo>
                <a:lnTo>
                  <a:pt x="6812635" y="384403"/>
                </a:lnTo>
                <a:lnTo>
                  <a:pt x="6764490" y="383197"/>
                </a:lnTo>
                <a:lnTo>
                  <a:pt x="6716535" y="384441"/>
                </a:lnTo>
                <a:lnTo>
                  <a:pt x="6668910" y="388188"/>
                </a:lnTo>
                <a:lnTo>
                  <a:pt x="6621754" y="394525"/>
                </a:lnTo>
                <a:lnTo>
                  <a:pt x="6575234" y="403504"/>
                </a:lnTo>
                <a:lnTo>
                  <a:pt x="6529476" y="415201"/>
                </a:lnTo>
                <a:lnTo>
                  <a:pt x="6484633" y="429679"/>
                </a:lnTo>
                <a:lnTo>
                  <a:pt x="6440843" y="447014"/>
                </a:lnTo>
                <a:lnTo>
                  <a:pt x="6398273" y="467271"/>
                </a:lnTo>
                <a:lnTo>
                  <a:pt x="6357048" y="490524"/>
                </a:lnTo>
                <a:lnTo>
                  <a:pt x="6317335" y="516826"/>
                </a:lnTo>
                <a:lnTo>
                  <a:pt x="6279261" y="546265"/>
                </a:lnTo>
                <a:lnTo>
                  <a:pt x="6242977" y="578891"/>
                </a:lnTo>
                <a:lnTo>
                  <a:pt x="6213043" y="608393"/>
                </a:lnTo>
                <a:lnTo>
                  <a:pt x="6185001" y="640118"/>
                </a:lnTo>
                <a:lnTo>
                  <a:pt x="6158954" y="673849"/>
                </a:lnTo>
                <a:lnTo>
                  <a:pt x="6135014" y="709345"/>
                </a:lnTo>
                <a:lnTo>
                  <a:pt x="6113246" y="746404"/>
                </a:lnTo>
                <a:lnTo>
                  <a:pt x="6093777" y="784783"/>
                </a:lnTo>
                <a:lnTo>
                  <a:pt x="6076683" y="824280"/>
                </a:lnTo>
                <a:lnTo>
                  <a:pt x="6062078" y="864641"/>
                </a:lnTo>
                <a:lnTo>
                  <a:pt x="6050038" y="905662"/>
                </a:lnTo>
                <a:lnTo>
                  <a:pt x="6040666" y="947102"/>
                </a:lnTo>
                <a:lnTo>
                  <a:pt x="6034075" y="988758"/>
                </a:lnTo>
                <a:lnTo>
                  <a:pt x="6030328" y="1030401"/>
                </a:lnTo>
                <a:lnTo>
                  <a:pt x="6029553" y="1071791"/>
                </a:lnTo>
                <a:lnTo>
                  <a:pt x="6031839" y="1112710"/>
                </a:lnTo>
                <a:lnTo>
                  <a:pt x="6037262" y="1152944"/>
                </a:lnTo>
                <a:lnTo>
                  <a:pt x="6045949" y="1192250"/>
                </a:lnTo>
                <a:lnTo>
                  <a:pt x="6057976" y="1230414"/>
                </a:lnTo>
                <a:lnTo>
                  <a:pt x="6073432" y="1267218"/>
                </a:lnTo>
                <a:lnTo>
                  <a:pt x="6092431" y="1302435"/>
                </a:lnTo>
                <a:lnTo>
                  <a:pt x="6115075" y="1335836"/>
                </a:lnTo>
                <a:lnTo>
                  <a:pt x="6136411" y="1361211"/>
                </a:lnTo>
                <a:lnTo>
                  <a:pt x="6760946" y="1361211"/>
                </a:lnTo>
                <a:lnTo>
                  <a:pt x="6791655" y="1317358"/>
                </a:lnTo>
                <a:lnTo>
                  <a:pt x="6820789" y="1256398"/>
                </a:lnTo>
                <a:lnTo>
                  <a:pt x="6831279" y="1210830"/>
                </a:lnTo>
                <a:lnTo>
                  <a:pt x="6834797" y="1165669"/>
                </a:lnTo>
                <a:lnTo>
                  <a:pt x="6831622" y="1121410"/>
                </a:lnTo>
                <a:lnTo>
                  <a:pt x="6822046" y="1078547"/>
                </a:lnTo>
                <a:lnTo>
                  <a:pt x="6806362" y="1037590"/>
                </a:lnTo>
                <a:lnTo>
                  <a:pt x="6784886" y="999020"/>
                </a:lnTo>
                <a:lnTo>
                  <a:pt x="6757873" y="963333"/>
                </a:lnTo>
                <a:lnTo>
                  <a:pt x="6725640" y="931049"/>
                </a:lnTo>
                <a:lnTo>
                  <a:pt x="6688468" y="902639"/>
                </a:lnTo>
                <a:lnTo>
                  <a:pt x="6646659" y="878598"/>
                </a:lnTo>
                <a:lnTo>
                  <a:pt x="6600495" y="859447"/>
                </a:lnTo>
                <a:lnTo>
                  <a:pt x="6550266" y="845654"/>
                </a:lnTo>
                <a:lnTo>
                  <a:pt x="6590538" y="820305"/>
                </a:lnTo>
                <a:lnTo>
                  <a:pt x="6632689" y="799693"/>
                </a:lnTo>
                <a:lnTo>
                  <a:pt x="6676352" y="783831"/>
                </a:lnTo>
                <a:lnTo>
                  <a:pt x="6721157" y="772744"/>
                </a:lnTo>
                <a:lnTo>
                  <a:pt x="6766763" y="766470"/>
                </a:lnTo>
                <a:lnTo>
                  <a:pt x="6812775" y="765035"/>
                </a:lnTo>
                <a:lnTo>
                  <a:pt x="6858863" y="768464"/>
                </a:lnTo>
                <a:lnTo>
                  <a:pt x="6904634" y="776770"/>
                </a:lnTo>
                <a:lnTo>
                  <a:pt x="6949732" y="789990"/>
                </a:lnTo>
                <a:lnTo>
                  <a:pt x="6993801" y="808151"/>
                </a:lnTo>
                <a:lnTo>
                  <a:pt x="7036473" y="831278"/>
                </a:lnTo>
                <a:lnTo>
                  <a:pt x="7077430" y="859447"/>
                </a:lnTo>
                <a:lnTo>
                  <a:pt x="7116165" y="892530"/>
                </a:lnTo>
                <a:lnTo>
                  <a:pt x="7146557" y="924928"/>
                </a:lnTo>
                <a:lnTo>
                  <a:pt x="7173849" y="958697"/>
                </a:lnTo>
                <a:lnTo>
                  <a:pt x="7198042" y="993724"/>
                </a:lnTo>
                <a:lnTo>
                  <a:pt x="7219188" y="1029893"/>
                </a:lnTo>
                <a:lnTo>
                  <a:pt x="7237311" y="1067079"/>
                </a:lnTo>
                <a:lnTo>
                  <a:pt x="7252436" y="1105166"/>
                </a:lnTo>
                <a:lnTo>
                  <a:pt x="7264603" y="1144003"/>
                </a:lnTo>
                <a:lnTo>
                  <a:pt x="7273823" y="1183513"/>
                </a:lnTo>
                <a:lnTo>
                  <a:pt x="7280148" y="1223530"/>
                </a:lnTo>
                <a:lnTo>
                  <a:pt x="7283590" y="1263954"/>
                </a:lnTo>
                <a:lnTo>
                  <a:pt x="7284186" y="1304671"/>
                </a:lnTo>
                <a:lnTo>
                  <a:pt x="7281964" y="1345539"/>
                </a:lnTo>
                <a:lnTo>
                  <a:pt x="7280046" y="1361211"/>
                </a:lnTo>
                <a:lnTo>
                  <a:pt x="7769580" y="1361211"/>
                </a:lnTo>
                <a:lnTo>
                  <a:pt x="7770127" y="1345539"/>
                </a:lnTo>
                <a:lnTo>
                  <a:pt x="7770177" y="1301369"/>
                </a:lnTo>
                <a:close/>
              </a:path>
              <a:path w="12718415" h="1361440">
                <a:moveTo>
                  <a:pt x="8062366" y="353961"/>
                </a:moveTo>
                <a:lnTo>
                  <a:pt x="8033525" y="305041"/>
                </a:lnTo>
                <a:lnTo>
                  <a:pt x="8003934" y="257987"/>
                </a:lnTo>
                <a:lnTo>
                  <a:pt x="7973555" y="212750"/>
                </a:lnTo>
                <a:lnTo>
                  <a:pt x="7942389" y="169278"/>
                </a:lnTo>
                <a:lnTo>
                  <a:pt x="7910411" y="127495"/>
                </a:lnTo>
                <a:lnTo>
                  <a:pt x="7877619" y="87376"/>
                </a:lnTo>
                <a:lnTo>
                  <a:pt x="7843977" y="48856"/>
                </a:lnTo>
                <a:lnTo>
                  <a:pt x="7809497" y="11874"/>
                </a:lnTo>
                <a:lnTo>
                  <a:pt x="7797673" y="0"/>
                </a:lnTo>
                <a:lnTo>
                  <a:pt x="7611046" y="0"/>
                </a:lnTo>
                <a:lnTo>
                  <a:pt x="7642974" y="14795"/>
                </a:lnTo>
                <a:lnTo>
                  <a:pt x="7691628" y="40030"/>
                </a:lnTo>
                <a:lnTo>
                  <a:pt x="7737970" y="66763"/>
                </a:lnTo>
                <a:lnTo>
                  <a:pt x="7782065" y="94843"/>
                </a:lnTo>
                <a:lnTo>
                  <a:pt x="7823987" y="124180"/>
                </a:lnTo>
                <a:lnTo>
                  <a:pt x="7863802" y="154622"/>
                </a:lnTo>
                <a:lnTo>
                  <a:pt x="7901572" y="186067"/>
                </a:lnTo>
                <a:lnTo>
                  <a:pt x="7937386" y="218376"/>
                </a:lnTo>
                <a:lnTo>
                  <a:pt x="7971307" y="251447"/>
                </a:lnTo>
                <a:lnTo>
                  <a:pt x="8003387" y="285153"/>
                </a:lnTo>
                <a:lnTo>
                  <a:pt x="8033715" y="319366"/>
                </a:lnTo>
                <a:lnTo>
                  <a:pt x="8062366" y="353961"/>
                </a:lnTo>
                <a:close/>
              </a:path>
              <a:path w="12718415" h="1361440">
                <a:moveTo>
                  <a:pt x="11211052" y="1361211"/>
                </a:moveTo>
                <a:lnTo>
                  <a:pt x="11196015" y="1316977"/>
                </a:lnTo>
                <a:lnTo>
                  <a:pt x="11174247" y="1266405"/>
                </a:lnTo>
                <a:lnTo>
                  <a:pt x="11149241" y="1220228"/>
                </a:lnTo>
                <a:lnTo>
                  <a:pt x="11121123" y="1178394"/>
                </a:lnTo>
                <a:lnTo>
                  <a:pt x="11090034" y="1140866"/>
                </a:lnTo>
                <a:lnTo>
                  <a:pt x="11056099" y="1107592"/>
                </a:lnTo>
                <a:lnTo>
                  <a:pt x="11019434" y="1078496"/>
                </a:lnTo>
                <a:lnTo>
                  <a:pt x="10980179" y="1053553"/>
                </a:lnTo>
                <a:lnTo>
                  <a:pt x="10938459" y="1032713"/>
                </a:lnTo>
                <a:lnTo>
                  <a:pt x="10894390" y="1015898"/>
                </a:lnTo>
                <a:lnTo>
                  <a:pt x="10848111" y="1003084"/>
                </a:lnTo>
                <a:lnTo>
                  <a:pt x="10799750" y="994194"/>
                </a:lnTo>
                <a:lnTo>
                  <a:pt x="10749420" y="989203"/>
                </a:lnTo>
                <a:lnTo>
                  <a:pt x="10697274" y="988034"/>
                </a:lnTo>
                <a:lnTo>
                  <a:pt x="10670553" y="988885"/>
                </a:lnTo>
                <a:lnTo>
                  <a:pt x="10615892" y="993368"/>
                </a:lnTo>
                <a:lnTo>
                  <a:pt x="10559733" y="1001572"/>
                </a:lnTo>
                <a:lnTo>
                  <a:pt x="10502176" y="1013421"/>
                </a:lnTo>
                <a:lnTo>
                  <a:pt x="10443362" y="1028877"/>
                </a:lnTo>
                <a:lnTo>
                  <a:pt x="10383431" y="1047889"/>
                </a:lnTo>
                <a:lnTo>
                  <a:pt x="10322496" y="1070394"/>
                </a:lnTo>
                <a:lnTo>
                  <a:pt x="10260686" y="1096352"/>
                </a:lnTo>
                <a:lnTo>
                  <a:pt x="10198125" y="1125702"/>
                </a:lnTo>
                <a:lnTo>
                  <a:pt x="10134943" y="1158392"/>
                </a:lnTo>
                <a:lnTo>
                  <a:pt x="10071278" y="1194384"/>
                </a:lnTo>
                <a:lnTo>
                  <a:pt x="10007244" y="1233614"/>
                </a:lnTo>
                <a:lnTo>
                  <a:pt x="9975139" y="1254429"/>
                </a:lnTo>
                <a:lnTo>
                  <a:pt x="9942982" y="1276032"/>
                </a:lnTo>
                <a:lnTo>
                  <a:pt x="9910801" y="1298422"/>
                </a:lnTo>
                <a:lnTo>
                  <a:pt x="9878606" y="1321587"/>
                </a:lnTo>
                <a:lnTo>
                  <a:pt x="9846412" y="1345526"/>
                </a:lnTo>
                <a:lnTo>
                  <a:pt x="9825990" y="1361211"/>
                </a:lnTo>
                <a:lnTo>
                  <a:pt x="11211052" y="1361211"/>
                </a:lnTo>
                <a:close/>
              </a:path>
              <a:path w="12718415" h="1361440">
                <a:moveTo>
                  <a:pt x="12717920" y="0"/>
                </a:moveTo>
                <a:lnTo>
                  <a:pt x="8755888" y="0"/>
                </a:lnTo>
                <a:lnTo>
                  <a:pt x="8758555" y="6197"/>
                </a:lnTo>
                <a:lnTo>
                  <a:pt x="8788298" y="43078"/>
                </a:lnTo>
                <a:lnTo>
                  <a:pt x="8832825" y="69342"/>
                </a:lnTo>
                <a:lnTo>
                  <a:pt x="8870048" y="81648"/>
                </a:lnTo>
                <a:lnTo>
                  <a:pt x="8912822" y="90271"/>
                </a:lnTo>
                <a:lnTo>
                  <a:pt x="8960752" y="95631"/>
                </a:lnTo>
                <a:lnTo>
                  <a:pt x="9013419" y="98145"/>
                </a:lnTo>
                <a:lnTo>
                  <a:pt x="9041409" y="98463"/>
                </a:lnTo>
                <a:lnTo>
                  <a:pt x="9070442" y="98221"/>
                </a:lnTo>
                <a:lnTo>
                  <a:pt x="9100452" y="97485"/>
                </a:lnTo>
                <a:lnTo>
                  <a:pt x="9131389" y="96278"/>
                </a:lnTo>
                <a:lnTo>
                  <a:pt x="9195892" y="92748"/>
                </a:lnTo>
                <a:lnTo>
                  <a:pt x="9557233" y="65544"/>
                </a:lnTo>
                <a:lnTo>
                  <a:pt x="9634461" y="61112"/>
                </a:lnTo>
                <a:lnTo>
                  <a:pt x="9712388" y="57988"/>
                </a:lnTo>
                <a:lnTo>
                  <a:pt x="9751492" y="57048"/>
                </a:lnTo>
                <a:lnTo>
                  <a:pt x="9790620" y="56578"/>
                </a:lnTo>
                <a:lnTo>
                  <a:pt x="9829724" y="56654"/>
                </a:lnTo>
                <a:lnTo>
                  <a:pt x="9868751" y="57315"/>
                </a:lnTo>
                <a:lnTo>
                  <a:pt x="9907651" y="58610"/>
                </a:lnTo>
                <a:lnTo>
                  <a:pt x="9946373" y="60604"/>
                </a:lnTo>
                <a:lnTo>
                  <a:pt x="9984867" y="63334"/>
                </a:lnTo>
                <a:lnTo>
                  <a:pt x="10023094" y="66852"/>
                </a:lnTo>
                <a:lnTo>
                  <a:pt x="10060978" y="71221"/>
                </a:lnTo>
                <a:lnTo>
                  <a:pt x="10135578" y="82702"/>
                </a:lnTo>
                <a:lnTo>
                  <a:pt x="10208247" y="98183"/>
                </a:lnTo>
                <a:lnTo>
                  <a:pt x="10278605" y="118097"/>
                </a:lnTo>
                <a:lnTo>
                  <a:pt x="10346233" y="142836"/>
                </a:lnTo>
                <a:lnTo>
                  <a:pt x="10410723" y="172834"/>
                </a:lnTo>
                <a:lnTo>
                  <a:pt x="10471683" y="208508"/>
                </a:lnTo>
                <a:lnTo>
                  <a:pt x="10528694" y="250253"/>
                </a:lnTo>
                <a:lnTo>
                  <a:pt x="10581373" y="298500"/>
                </a:lnTo>
                <a:lnTo>
                  <a:pt x="10605961" y="325183"/>
                </a:lnTo>
                <a:lnTo>
                  <a:pt x="10678668" y="339102"/>
                </a:lnTo>
                <a:lnTo>
                  <a:pt x="10747070" y="354571"/>
                </a:lnTo>
                <a:lnTo>
                  <a:pt x="10811269" y="371538"/>
                </a:lnTo>
                <a:lnTo>
                  <a:pt x="10871365" y="389915"/>
                </a:lnTo>
                <a:lnTo>
                  <a:pt x="10927474" y="409638"/>
                </a:lnTo>
                <a:lnTo>
                  <a:pt x="10979683" y="430644"/>
                </a:lnTo>
                <a:lnTo>
                  <a:pt x="11028109" y="452856"/>
                </a:lnTo>
                <a:lnTo>
                  <a:pt x="11072863" y="476186"/>
                </a:lnTo>
                <a:lnTo>
                  <a:pt x="11114049" y="500595"/>
                </a:lnTo>
                <a:lnTo>
                  <a:pt x="11151768" y="525983"/>
                </a:lnTo>
                <a:lnTo>
                  <a:pt x="11186135" y="552284"/>
                </a:lnTo>
                <a:lnTo>
                  <a:pt x="11217237" y="579450"/>
                </a:lnTo>
                <a:lnTo>
                  <a:pt x="11245190" y="607377"/>
                </a:lnTo>
                <a:lnTo>
                  <a:pt x="11292091" y="665276"/>
                </a:lnTo>
                <a:lnTo>
                  <a:pt x="11327676" y="725424"/>
                </a:lnTo>
                <a:lnTo>
                  <a:pt x="11352784" y="787260"/>
                </a:lnTo>
                <a:lnTo>
                  <a:pt x="11368278" y="850188"/>
                </a:lnTo>
                <a:lnTo>
                  <a:pt x="11374996" y="913650"/>
                </a:lnTo>
                <a:lnTo>
                  <a:pt x="11375327" y="945400"/>
                </a:lnTo>
                <a:lnTo>
                  <a:pt x="11373777" y="977074"/>
                </a:lnTo>
                <a:lnTo>
                  <a:pt x="11365484" y="1039888"/>
                </a:lnTo>
                <a:lnTo>
                  <a:pt x="11350943" y="1101521"/>
                </a:lnTo>
                <a:lnTo>
                  <a:pt x="11331029" y="1161402"/>
                </a:lnTo>
                <a:lnTo>
                  <a:pt x="11306569" y="1218971"/>
                </a:lnTo>
                <a:lnTo>
                  <a:pt x="11278426" y="1273632"/>
                </a:lnTo>
                <a:lnTo>
                  <a:pt x="11247425" y="1324838"/>
                </a:lnTo>
                <a:lnTo>
                  <a:pt x="11222253" y="1361211"/>
                </a:lnTo>
                <a:lnTo>
                  <a:pt x="12717920" y="1361211"/>
                </a:lnTo>
                <a:lnTo>
                  <a:pt x="12717920" y="56578"/>
                </a:lnTo>
                <a:lnTo>
                  <a:pt x="12717920" y="0"/>
                </a:lnTo>
                <a:close/>
              </a:path>
            </a:pathLst>
          </a:custGeom>
          <a:solidFill>
            <a:srgbClr val="007FBA"/>
          </a:solidFill>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grpSp>
        <p:nvGrpSpPr>
          <p:cNvPr id="5" name="Группа 4"/>
          <p:cNvGrpSpPr/>
          <p:nvPr userDrawn="1"/>
        </p:nvGrpSpPr>
        <p:grpSpPr>
          <a:xfrm>
            <a:off x="9047813" y="-1125"/>
            <a:ext cx="2288323" cy="2276767"/>
            <a:chOff x="14970032" y="10843"/>
            <a:chExt cx="3773349" cy="3754558"/>
          </a:xfrm>
        </p:grpSpPr>
        <p:sp>
          <p:nvSpPr>
            <p:cNvPr id="6" name="Прямоугольник с двумя скругленными соседними углами 14"/>
            <p:cNvSpPr/>
            <p:nvPr userDrawn="1"/>
          </p:nvSpPr>
          <p:spPr>
            <a:xfrm flipV="1">
              <a:off x="14970032" y="10843"/>
              <a:ext cx="3773349" cy="3754558"/>
            </a:xfrm>
            <a:custGeom>
              <a:avLst/>
              <a:gdLst>
                <a:gd name="connsiteX0" fmla="*/ 299689 w 3773349"/>
                <a:gd name="connsiteY0" fmla="*/ 0 h 3754558"/>
                <a:gd name="connsiteX1" fmla="*/ 3473660 w 3773349"/>
                <a:gd name="connsiteY1" fmla="*/ 0 h 3754558"/>
                <a:gd name="connsiteX2" fmla="*/ 3773349 w 3773349"/>
                <a:gd name="connsiteY2" fmla="*/ 299689 h 3754558"/>
                <a:gd name="connsiteX3" fmla="*/ 3773349 w 3773349"/>
                <a:gd name="connsiteY3" fmla="*/ 3754558 h 3754558"/>
                <a:gd name="connsiteX4" fmla="*/ 3773349 w 3773349"/>
                <a:gd name="connsiteY4" fmla="*/ 3754558 h 3754558"/>
                <a:gd name="connsiteX5" fmla="*/ 0 w 3773349"/>
                <a:gd name="connsiteY5" fmla="*/ 3754558 h 3754558"/>
                <a:gd name="connsiteX6" fmla="*/ 0 w 3773349"/>
                <a:gd name="connsiteY6" fmla="*/ 3754558 h 3754558"/>
                <a:gd name="connsiteX7" fmla="*/ 0 w 3773349"/>
                <a:gd name="connsiteY7" fmla="*/ 299689 h 3754558"/>
                <a:gd name="connsiteX8" fmla="*/ 299689 w 3773349"/>
                <a:gd name="connsiteY8" fmla="*/ 0 h 3754558"/>
                <a:gd name="connsiteX0" fmla="*/ 299689 w 3773349"/>
                <a:gd name="connsiteY0" fmla="*/ 0 h 3758775"/>
                <a:gd name="connsiteX1" fmla="*/ 3473660 w 3773349"/>
                <a:gd name="connsiteY1" fmla="*/ 0 h 3758775"/>
                <a:gd name="connsiteX2" fmla="*/ 3773349 w 3773349"/>
                <a:gd name="connsiteY2" fmla="*/ 299689 h 3758775"/>
                <a:gd name="connsiteX3" fmla="*/ 3773349 w 3773349"/>
                <a:gd name="connsiteY3" fmla="*/ 3754558 h 3758775"/>
                <a:gd name="connsiteX4" fmla="*/ 3773349 w 3773349"/>
                <a:gd name="connsiteY4" fmla="*/ 3754558 h 3758775"/>
                <a:gd name="connsiteX5" fmla="*/ 839811 w 3773349"/>
                <a:gd name="connsiteY5" fmla="*/ 3758775 h 3758775"/>
                <a:gd name="connsiteX6" fmla="*/ 0 w 3773349"/>
                <a:gd name="connsiteY6" fmla="*/ 3754558 h 3758775"/>
                <a:gd name="connsiteX7" fmla="*/ 0 w 3773349"/>
                <a:gd name="connsiteY7" fmla="*/ 3754558 h 3758775"/>
                <a:gd name="connsiteX8" fmla="*/ 0 w 3773349"/>
                <a:gd name="connsiteY8" fmla="*/ 299689 h 3758775"/>
                <a:gd name="connsiteX9" fmla="*/ 299689 w 3773349"/>
                <a:gd name="connsiteY9" fmla="*/ 0 h 3758775"/>
                <a:gd name="connsiteX0" fmla="*/ 839811 w 3773349"/>
                <a:gd name="connsiteY0" fmla="*/ 3758775 h 3850215"/>
                <a:gd name="connsiteX1" fmla="*/ 0 w 3773349"/>
                <a:gd name="connsiteY1" fmla="*/ 3754558 h 3850215"/>
                <a:gd name="connsiteX2" fmla="*/ 0 w 3773349"/>
                <a:gd name="connsiteY2" fmla="*/ 3754558 h 3850215"/>
                <a:gd name="connsiteX3" fmla="*/ 0 w 3773349"/>
                <a:gd name="connsiteY3" fmla="*/ 299689 h 3850215"/>
                <a:gd name="connsiteX4" fmla="*/ 299689 w 3773349"/>
                <a:gd name="connsiteY4" fmla="*/ 0 h 3850215"/>
                <a:gd name="connsiteX5" fmla="*/ 3473660 w 3773349"/>
                <a:gd name="connsiteY5" fmla="*/ 0 h 3850215"/>
                <a:gd name="connsiteX6" fmla="*/ 3773349 w 3773349"/>
                <a:gd name="connsiteY6" fmla="*/ 299689 h 3850215"/>
                <a:gd name="connsiteX7" fmla="*/ 3773349 w 3773349"/>
                <a:gd name="connsiteY7" fmla="*/ 3754558 h 3850215"/>
                <a:gd name="connsiteX8" fmla="*/ 3773349 w 3773349"/>
                <a:gd name="connsiteY8" fmla="*/ 3754558 h 3850215"/>
                <a:gd name="connsiteX9" fmla="*/ 931251 w 3773349"/>
                <a:gd name="connsiteY9" fmla="*/ 3850215 h 3850215"/>
                <a:gd name="connsiteX0" fmla="*/ 839811 w 3773349"/>
                <a:gd name="connsiteY0" fmla="*/ 3758775 h 3850215"/>
                <a:gd name="connsiteX1" fmla="*/ 0 w 3773349"/>
                <a:gd name="connsiteY1" fmla="*/ 3754558 h 3850215"/>
                <a:gd name="connsiteX2" fmla="*/ 0 w 3773349"/>
                <a:gd name="connsiteY2" fmla="*/ 3754558 h 3850215"/>
                <a:gd name="connsiteX3" fmla="*/ 0 w 3773349"/>
                <a:gd name="connsiteY3" fmla="*/ 299689 h 3850215"/>
                <a:gd name="connsiteX4" fmla="*/ 299689 w 3773349"/>
                <a:gd name="connsiteY4" fmla="*/ 0 h 3850215"/>
                <a:gd name="connsiteX5" fmla="*/ 3473660 w 3773349"/>
                <a:gd name="connsiteY5" fmla="*/ 0 h 3850215"/>
                <a:gd name="connsiteX6" fmla="*/ 3773349 w 3773349"/>
                <a:gd name="connsiteY6" fmla="*/ 299689 h 3850215"/>
                <a:gd name="connsiteX7" fmla="*/ 3773349 w 3773349"/>
                <a:gd name="connsiteY7" fmla="*/ 3754558 h 3850215"/>
                <a:gd name="connsiteX8" fmla="*/ 3773349 w 3773349"/>
                <a:gd name="connsiteY8" fmla="*/ 3754558 h 3850215"/>
                <a:gd name="connsiteX9" fmla="*/ 904747 w 3773349"/>
                <a:gd name="connsiteY9" fmla="*/ 3850215 h 3850215"/>
                <a:gd name="connsiteX0" fmla="*/ 839811 w 3773349"/>
                <a:gd name="connsiteY0" fmla="*/ 3758775 h 3758775"/>
                <a:gd name="connsiteX1" fmla="*/ 0 w 3773349"/>
                <a:gd name="connsiteY1" fmla="*/ 3754558 h 3758775"/>
                <a:gd name="connsiteX2" fmla="*/ 0 w 3773349"/>
                <a:gd name="connsiteY2" fmla="*/ 3754558 h 3758775"/>
                <a:gd name="connsiteX3" fmla="*/ 0 w 3773349"/>
                <a:gd name="connsiteY3" fmla="*/ 299689 h 3758775"/>
                <a:gd name="connsiteX4" fmla="*/ 299689 w 3773349"/>
                <a:gd name="connsiteY4" fmla="*/ 0 h 3758775"/>
                <a:gd name="connsiteX5" fmla="*/ 3473660 w 3773349"/>
                <a:gd name="connsiteY5" fmla="*/ 0 h 3758775"/>
                <a:gd name="connsiteX6" fmla="*/ 3773349 w 3773349"/>
                <a:gd name="connsiteY6" fmla="*/ 299689 h 3758775"/>
                <a:gd name="connsiteX7" fmla="*/ 3773349 w 3773349"/>
                <a:gd name="connsiteY7" fmla="*/ 3754558 h 3758775"/>
                <a:gd name="connsiteX8" fmla="*/ 3773349 w 3773349"/>
                <a:gd name="connsiteY8" fmla="*/ 3754558 h 3758775"/>
                <a:gd name="connsiteX0" fmla="*/ 0 w 3773349"/>
                <a:gd name="connsiteY0" fmla="*/ 3754558 h 3754558"/>
                <a:gd name="connsiteX1" fmla="*/ 0 w 3773349"/>
                <a:gd name="connsiteY1" fmla="*/ 3754558 h 3754558"/>
                <a:gd name="connsiteX2" fmla="*/ 0 w 3773349"/>
                <a:gd name="connsiteY2" fmla="*/ 299689 h 3754558"/>
                <a:gd name="connsiteX3" fmla="*/ 299689 w 3773349"/>
                <a:gd name="connsiteY3" fmla="*/ 0 h 3754558"/>
                <a:gd name="connsiteX4" fmla="*/ 3473660 w 3773349"/>
                <a:gd name="connsiteY4" fmla="*/ 0 h 3754558"/>
                <a:gd name="connsiteX5" fmla="*/ 3773349 w 3773349"/>
                <a:gd name="connsiteY5" fmla="*/ 299689 h 3754558"/>
                <a:gd name="connsiteX6" fmla="*/ 3773349 w 3773349"/>
                <a:gd name="connsiteY6" fmla="*/ 3754558 h 3754558"/>
                <a:gd name="connsiteX7" fmla="*/ 3773349 w 3773349"/>
                <a:gd name="connsiteY7" fmla="*/ 3754558 h 375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3349" h="3754558">
                  <a:moveTo>
                    <a:pt x="0" y="3754558"/>
                  </a:moveTo>
                  <a:lnTo>
                    <a:pt x="0" y="3754558"/>
                  </a:lnTo>
                  <a:lnTo>
                    <a:pt x="0" y="299689"/>
                  </a:lnTo>
                  <a:cubicBezTo>
                    <a:pt x="0" y="134175"/>
                    <a:pt x="134175" y="0"/>
                    <a:pt x="299689" y="0"/>
                  </a:cubicBezTo>
                  <a:lnTo>
                    <a:pt x="3473660" y="0"/>
                  </a:lnTo>
                  <a:cubicBezTo>
                    <a:pt x="3639174" y="0"/>
                    <a:pt x="3773349" y="134175"/>
                    <a:pt x="3773349" y="299689"/>
                  </a:cubicBezTo>
                  <a:lnTo>
                    <a:pt x="3773349" y="3754558"/>
                  </a:lnTo>
                  <a:lnTo>
                    <a:pt x="3773349" y="3754558"/>
                  </a:lnTo>
                </a:path>
              </a:pathLst>
            </a:custGeom>
            <a:solidFill>
              <a:schemeClr val="bg1"/>
            </a:solidFill>
            <a:ln>
              <a:solidFill>
                <a:srgbClr val="008F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pic>
          <p:nvPicPr>
            <p:cNvPr id="7" name="Рисунок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268700" y="320675"/>
              <a:ext cx="3176011" cy="2971800"/>
            </a:xfrm>
            <a:prstGeom prst="rect">
              <a:avLst/>
            </a:prstGeom>
          </p:spPr>
        </p:pic>
      </p:grpSp>
      <p:grpSp>
        <p:nvGrpSpPr>
          <p:cNvPr id="43" name="Группа 27">
            <a:extLst>
              <a:ext uri="{FF2B5EF4-FFF2-40B4-BE49-F238E27FC236}">
                <a16:creationId xmlns:a16="http://schemas.microsoft.com/office/drawing/2014/main" id="{C00D69EB-68C6-4B9C-A7D8-B0E4D669D25A}"/>
              </a:ext>
            </a:extLst>
          </p:cNvPr>
          <p:cNvGrpSpPr/>
          <p:nvPr userDrawn="1"/>
        </p:nvGrpSpPr>
        <p:grpSpPr>
          <a:xfrm>
            <a:off x="1174338" y="5195304"/>
            <a:ext cx="5859169" cy="1513781"/>
            <a:chOff x="1348517" y="8855075"/>
            <a:chExt cx="9661525" cy="2496140"/>
          </a:xfrm>
        </p:grpSpPr>
        <p:sp>
          <p:nvSpPr>
            <p:cNvPr id="44" name="object 2">
              <a:extLst>
                <a:ext uri="{FF2B5EF4-FFF2-40B4-BE49-F238E27FC236}">
                  <a16:creationId xmlns:a16="http://schemas.microsoft.com/office/drawing/2014/main" id="{072A0D51-06B7-4E59-9D49-D2F92299439B}"/>
                </a:ext>
              </a:extLst>
            </p:cNvPr>
            <p:cNvSpPr txBox="1"/>
            <p:nvPr/>
          </p:nvSpPr>
          <p:spPr>
            <a:xfrm>
              <a:off x="1348517" y="10426388"/>
              <a:ext cx="9661525" cy="924827"/>
            </a:xfrm>
            <a:prstGeom prst="rect">
              <a:avLst/>
            </a:prstGeom>
          </p:spPr>
          <p:txBody>
            <a:bodyPr vert="horz" wrap="square" lIns="0" tIns="11431" rIns="0" bIns="0" rtlCol="0">
              <a:spAutoFit/>
            </a:bodyPr>
            <a:lstStyle/>
            <a:p>
              <a:pPr marL="7702" marR="3081" lvl="0" indent="0" defTabSz="554500" eaLnBrk="1" fontAlgn="auto" latinLnBrk="0" hangingPunct="1">
                <a:lnSpc>
                  <a:spcPct val="101499"/>
                </a:lnSpc>
                <a:spcBef>
                  <a:spcPts val="55"/>
                </a:spcBef>
                <a:spcAft>
                  <a:spcPts val="0"/>
                </a:spcAft>
                <a:buClrTx/>
                <a:buSzTx/>
                <a:buFontTx/>
                <a:buNone/>
                <a:tabLst/>
                <a:defRPr/>
              </a:pPr>
              <a:r>
                <a:rPr kumimoji="0" sz="1182" b="0" i="0" u="none" strike="noStrike" kern="0" cap="none" spc="0" normalizeH="0" baseline="0" noProof="0" dirty="0">
                  <a:ln>
                    <a:noFill/>
                  </a:ln>
                  <a:solidFill>
                    <a:prstClr val="white"/>
                  </a:solidFill>
                  <a:effectLst/>
                  <a:uLnTx/>
                  <a:uFillTx/>
                  <a:latin typeface="Segoe UI"/>
                  <a:cs typeface="Segoe UI"/>
                </a:rPr>
                <a:t>Қазақстан</a:t>
              </a:r>
              <a:r>
                <a:rPr kumimoji="0" sz="1182" b="0" i="0" u="none" strike="noStrike" kern="0" cap="none" spc="27"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Республикасы,</a:t>
              </a:r>
              <a:r>
                <a:rPr kumimoji="0" sz="1182" b="0" i="0" u="none" strike="noStrike" kern="0" cap="none" spc="27"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060002,</a:t>
              </a:r>
              <a:r>
                <a:rPr kumimoji="0" sz="1182" b="0" i="0" u="none" strike="noStrike" kern="0" cap="none" spc="30"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Атырау</a:t>
              </a:r>
              <a:r>
                <a:rPr kumimoji="0" sz="1182" b="0" i="0" u="none" strike="noStrike" kern="0" cap="none" spc="27"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қаласы,</a:t>
              </a:r>
              <a:r>
                <a:rPr kumimoji="0" sz="1182" b="0" i="0" u="none" strike="noStrike" kern="0" cap="none" spc="30"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Смағұлов</a:t>
              </a:r>
              <a:r>
                <a:rPr kumimoji="0" sz="1182" b="0" i="0" u="none" strike="noStrike" kern="0" cap="none" spc="27"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көшесі,</a:t>
              </a:r>
              <a:r>
                <a:rPr kumimoji="0" sz="1182" b="0" i="0" u="none" strike="noStrike" kern="0" cap="none" spc="30"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1,</a:t>
              </a:r>
              <a:r>
                <a:rPr kumimoji="0" sz="1182" b="0" i="0" u="none" strike="noStrike" kern="0" cap="none" spc="27"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НКОК</a:t>
              </a:r>
              <a:r>
                <a:rPr kumimoji="0" sz="1182" b="0" i="0" u="none" strike="noStrike" kern="0" cap="none" spc="30" normalizeH="0" baseline="0" noProof="0" dirty="0">
                  <a:ln>
                    <a:noFill/>
                  </a:ln>
                  <a:solidFill>
                    <a:prstClr val="white"/>
                  </a:solidFill>
                  <a:effectLst/>
                  <a:uLnTx/>
                  <a:uFillTx/>
                  <a:latin typeface="Segoe UI"/>
                  <a:cs typeface="Segoe UI"/>
                </a:rPr>
                <a:t> </a:t>
              </a:r>
              <a:r>
                <a:rPr kumimoji="0" sz="1182" b="0" i="0" u="none" strike="noStrike" kern="0" cap="none" spc="-6" normalizeH="0" baseline="0" noProof="0" dirty="0">
                  <a:ln>
                    <a:noFill/>
                  </a:ln>
                  <a:solidFill>
                    <a:prstClr val="white"/>
                  </a:solidFill>
                  <a:effectLst/>
                  <a:uLnTx/>
                  <a:uFillTx/>
                  <a:latin typeface="Segoe UI"/>
                  <a:cs typeface="Segoe UI"/>
                </a:rPr>
                <a:t>кеңсесі </a:t>
              </a:r>
              <a:r>
                <a:rPr kumimoji="0" sz="1182" b="0" i="0" u="none" strike="noStrike" kern="0" cap="none" spc="0" normalizeH="0" baseline="0" noProof="0" dirty="0">
                  <a:ln>
                    <a:noFill/>
                  </a:ln>
                  <a:solidFill>
                    <a:prstClr val="white"/>
                  </a:solidFill>
                  <a:effectLst/>
                  <a:uLnTx/>
                  <a:uFillTx/>
                  <a:latin typeface="Segoe UI"/>
                  <a:cs typeface="Segoe UI"/>
                </a:rPr>
                <a:t>Республика</a:t>
              </a:r>
              <a:r>
                <a:rPr kumimoji="0" sz="1182" b="0" i="0" u="none" strike="noStrike" kern="0" cap="none" spc="24"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Казахстан,</a:t>
              </a:r>
              <a:r>
                <a:rPr kumimoji="0" sz="1182" b="0" i="0" u="none" strike="noStrike" kern="0" cap="none" spc="24"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060002,</a:t>
              </a:r>
              <a:r>
                <a:rPr kumimoji="0" sz="1182" b="0" i="0" u="none" strike="noStrike" kern="0" cap="none" spc="24"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г.</a:t>
              </a:r>
              <a:r>
                <a:rPr kumimoji="0" sz="1182" b="0" i="0" u="none" strike="noStrike" kern="0" cap="none" spc="24"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Атырау,</a:t>
              </a:r>
              <a:r>
                <a:rPr kumimoji="0" sz="1182" b="0" i="0" u="none" strike="noStrike" kern="0" cap="none" spc="27"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ул.</a:t>
              </a:r>
              <a:r>
                <a:rPr kumimoji="0" sz="1182" b="0" i="0" u="none" strike="noStrike" kern="0" cap="none" spc="24"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Смагулова,</a:t>
              </a:r>
              <a:r>
                <a:rPr kumimoji="0" sz="1182" b="0" i="0" u="none" strike="noStrike" kern="0" cap="none" spc="24"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1,</a:t>
              </a:r>
              <a:r>
                <a:rPr kumimoji="0" sz="1182" b="0" i="0" u="none" strike="noStrike" kern="0" cap="none" spc="24"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офис</a:t>
              </a:r>
              <a:r>
                <a:rPr kumimoji="0" sz="1182" b="0" i="0" u="none" strike="noStrike" kern="0" cap="none" spc="27" normalizeH="0" baseline="0" noProof="0" dirty="0">
                  <a:ln>
                    <a:noFill/>
                  </a:ln>
                  <a:solidFill>
                    <a:prstClr val="white"/>
                  </a:solidFill>
                  <a:effectLst/>
                  <a:uLnTx/>
                  <a:uFillTx/>
                  <a:latin typeface="Segoe UI"/>
                  <a:cs typeface="Segoe UI"/>
                </a:rPr>
                <a:t> </a:t>
              </a:r>
              <a:r>
                <a:rPr kumimoji="0" sz="1182" b="0" i="0" u="none" strike="noStrike" kern="0" cap="none" spc="-12" normalizeH="0" baseline="0" noProof="0" dirty="0">
                  <a:ln>
                    <a:noFill/>
                  </a:ln>
                  <a:solidFill>
                    <a:prstClr val="white"/>
                  </a:solidFill>
                  <a:effectLst/>
                  <a:uLnTx/>
                  <a:uFillTx/>
                  <a:latin typeface="Segoe UI"/>
                  <a:cs typeface="Segoe UI"/>
                </a:rPr>
                <a:t>НКОК</a:t>
              </a:r>
              <a:endParaRPr kumimoji="0" sz="1182" b="0" i="0" u="none" strike="noStrike" kern="0" cap="none" spc="0" normalizeH="0" baseline="0" noProof="0" dirty="0">
                <a:ln>
                  <a:noFill/>
                </a:ln>
                <a:solidFill>
                  <a:prstClr val="white"/>
                </a:solidFill>
                <a:effectLst/>
                <a:uLnTx/>
                <a:uFillTx/>
                <a:latin typeface="Segoe UI"/>
                <a:cs typeface="Segoe UI"/>
              </a:endParaRPr>
            </a:p>
            <a:p>
              <a:pPr marL="7702" marR="0" lvl="0" indent="0" defTabSz="554500" eaLnBrk="1" fontAlgn="auto" latinLnBrk="0" hangingPunct="1">
                <a:lnSpc>
                  <a:spcPct val="100000"/>
                </a:lnSpc>
                <a:spcBef>
                  <a:spcPts val="21"/>
                </a:spcBef>
                <a:spcAft>
                  <a:spcPts val="0"/>
                </a:spcAft>
                <a:buClrTx/>
                <a:buSzTx/>
                <a:buFontTx/>
                <a:buNone/>
                <a:tabLst/>
                <a:defRPr/>
              </a:pPr>
              <a:r>
                <a:rPr kumimoji="0" sz="1182" b="0" i="0" u="none" strike="noStrike" kern="0" cap="none" spc="0" normalizeH="0" baseline="0" noProof="0" dirty="0">
                  <a:ln>
                    <a:noFill/>
                  </a:ln>
                  <a:solidFill>
                    <a:prstClr val="white"/>
                  </a:solidFill>
                  <a:effectLst/>
                  <a:uLnTx/>
                  <a:uFillTx/>
                  <a:latin typeface="Segoe UI"/>
                  <a:cs typeface="Segoe UI"/>
                </a:rPr>
                <a:t>1,</a:t>
              </a:r>
              <a:r>
                <a:rPr kumimoji="0" sz="1182" b="0" i="0" u="none" strike="noStrike" kern="0" cap="none" spc="18"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Smagulov</a:t>
              </a:r>
              <a:r>
                <a:rPr kumimoji="0" sz="1182" b="0" i="0" u="none" strike="noStrike" kern="0" cap="none" spc="18"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Street,</a:t>
              </a:r>
              <a:r>
                <a:rPr kumimoji="0" sz="1182" b="0" i="0" u="none" strike="noStrike" kern="0" cap="none" spc="21"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NCOC</a:t>
              </a:r>
              <a:r>
                <a:rPr kumimoji="0" sz="1182" b="0" i="0" u="none" strike="noStrike" kern="0" cap="none" spc="18"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office,</a:t>
              </a:r>
              <a:r>
                <a:rPr kumimoji="0" sz="1182" b="0" i="0" u="none" strike="noStrike" kern="0" cap="none" spc="18"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060002,</a:t>
              </a:r>
              <a:r>
                <a:rPr kumimoji="0" sz="1182" b="0" i="0" u="none" strike="noStrike" kern="0" cap="none" spc="21"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Atyrau,</a:t>
              </a:r>
              <a:r>
                <a:rPr kumimoji="0" sz="1182" b="0" i="0" u="none" strike="noStrike" kern="0" cap="none" spc="18"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Republic</a:t>
              </a:r>
              <a:r>
                <a:rPr kumimoji="0" sz="1182" b="0" i="0" u="none" strike="noStrike" kern="0" cap="none" spc="18"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of</a:t>
              </a:r>
              <a:r>
                <a:rPr kumimoji="0" sz="1182" b="0" i="0" u="none" strike="noStrike" kern="0" cap="none" spc="21" normalizeH="0" baseline="0" noProof="0" dirty="0">
                  <a:ln>
                    <a:noFill/>
                  </a:ln>
                  <a:solidFill>
                    <a:prstClr val="white"/>
                  </a:solidFill>
                  <a:effectLst/>
                  <a:uLnTx/>
                  <a:uFillTx/>
                  <a:latin typeface="Segoe UI"/>
                  <a:cs typeface="Segoe UI"/>
                </a:rPr>
                <a:t> </a:t>
              </a:r>
              <a:r>
                <a:rPr kumimoji="0" sz="1182" b="0" i="0" u="none" strike="noStrike" kern="0" cap="none" spc="-6" normalizeH="0" baseline="0" noProof="0" dirty="0">
                  <a:ln>
                    <a:noFill/>
                  </a:ln>
                  <a:solidFill>
                    <a:prstClr val="white"/>
                  </a:solidFill>
                  <a:effectLst/>
                  <a:uLnTx/>
                  <a:uFillTx/>
                  <a:latin typeface="Segoe UI"/>
                  <a:cs typeface="Segoe UI"/>
                </a:rPr>
                <a:t>Kazakhstan</a:t>
              </a:r>
              <a:endParaRPr kumimoji="0" sz="1182" b="0" i="0" u="none" strike="noStrike" kern="0" cap="none" spc="0" normalizeH="0" baseline="0" noProof="0" dirty="0">
                <a:ln>
                  <a:noFill/>
                </a:ln>
                <a:solidFill>
                  <a:prstClr val="white"/>
                </a:solidFill>
                <a:effectLst/>
                <a:uLnTx/>
                <a:uFillTx/>
                <a:latin typeface="Segoe UI"/>
                <a:cs typeface="Segoe UI"/>
              </a:endParaRPr>
            </a:p>
          </p:txBody>
        </p:sp>
        <p:sp>
          <p:nvSpPr>
            <p:cNvPr id="45" name="Овал 29">
              <a:hlinkClick r:id="rId3"/>
              <a:extLst>
                <a:ext uri="{FF2B5EF4-FFF2-40B4-BE49-F238E27FC236}">
                  <a16:creationId xmlns:a16="http://schemas.microsoft.com/office/drawing/2014/main" id="{32C7E36F-CBBA-4F47-8EF3-44E660622C7C}"/>
                </a:ext>
              </a:extLst>
            </p:cNvPr>
            <p:cNvSpPr/>
            <p:nvPr/>
          </p:nvSpPr>
          <p:spPr>
            <a:xfrm>
              <a:off x="2051050" y="8855075"/>
              <a:ext cx="550133" cy="550133"/>
            </a:xfrm>
            <a:prstGeom prst="ellipse">
              <a:avLst/>
            </a:prstGeom>
            <a:no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46" name="object 2">
              <a:extLst>
                <a:ext uri="{FF2B5EF4-FFF2-40B4-BE49-F238E27FC236}">
                  <a16:creationId xmlns:a16="http://schemas.microsoft.com/office/drawing/2014/main" id="{726E5E97-2C6E-4575-85DB-C70CA1EBBDE4}"/>
                </a:ext>
              </a:extLst>
            </p:cNvPr>
            <p:cNvSpPr txBox="1"/>
            <p:nvPr/>
          </p:nvSpPr>
          <p:spPr>
            <a:xfrm>
              <a:off x="1348517" y="9333440"/>
              <a:ext cx="1540734" cy="302814"/>
            </a:xfrm>
            <a:prstGeom prst="rect">
              <a:avLst/>
            </a:prstGeom>
          </p:spPr>
          <p:txBody>
            <a:bodyPr vert="horz" wrap="square" lIns="0" tIns="11431" rIns="0" bIns="0" rtlCol="0">
              <a:spAutoFit/>
            </a:bodyPr>
            <a:lstStyle/>
            <a:p>
              <a:pPr marL="7702" marR="3081" lvl="0" indent="0" defTabSz="554500" eaLnBrk="1" fontAlgn="auto" latinLnBrk="0" hangingPunct="1">
                <a:lnSpc>
                  <a:spcPct val="101499"/>
                </a:lnSpc>
                <a:spcBef>
                  <a:spcPts val="55"/>
                </a:spcBef>
                <a:spcAft>
                  <a:spcPts val="0"/>
                </a:spcAft>
                <a:buClrTx/>
                <a:buSzTx/>
                <a:buFontTx/>
                <a:buNone/>
                <a:tabLst/>
                <a:defRPr/>
              </a:pPr>
              <a:r>
                <a:rPr kumimoji="0" lang="en-US" sz="1182" b="0" i="0" u="none" strike="noStrike" kern="0" cap="none" spc="-6" normalizeH="0" baseline="0" noProof="0" dirty="0">
                  <a:ln>
                    <a:noFill/>
                  </a:ln>
                  <a:solidFill>
                    <a:srgbClr val="008FD1"/>
                  </a:solidFill>
                  <a:effectLst/>
                  <a:uLnTx/>
                  <a:uFillTx/>
                  <a:latin typeface="Segoe UI"/>
                  <a:cs typeface="Segoe UI"/>
                  <a:hlinkClick r:id="rId4"/>
                </a:rPr>
                <a:t>www.ncoc.kz</a:t>
              </a:r>
              <a:endParaRPr kumimoji="0" sz="1182" b="0" i="0" u="none" strike="noStrike" kern="0" cap="none" spc="0" normalizeH="0" baseline="0" noProof="0" dirty="0">
                <a:ln>
                  <a:noFill/>
                </a:ln>
                <a:solidFill>
                  <a:sysClr val="windowText" lastClr="000000"/>
                </a:solidFill>
                <a:effectLst/>
                <a:uLnTx/>
                <a:uFillTx/>
                <a:latin typeface="Segoe UI"/>
                <a:cs typeface="Segoe UI"/>
              </a:endParaRPr>
            </a:p>
          </p:txBody>
        </p:sp>
      </p:grpSp>
      <p:sp>
        <p:nvSpPr>
          <p:cNvPr id="47" name="object 13">
            <a:extLst>
              <a:ext uri="{FF2B5EF4-FFF2-40B4-BE49-F238E27FC236}">
                <a16:creationId xmlns:a16="http://schemas.microsoft.com/office/drawing/2014/main" id="{5C353F93-3EF3-445C-BA1C-18F3565FBED7}"/>
              </a:ext>
            </a:extLst>
          </p:cNvPr>
          <p:cNvSpPr/>
          <p:nvPr userDrawn="1"/>
        </p:nvSpPr>
        <p:spPr>
          <a:xfrm>
            <a:off x="855867" y="4879652"/>
            <a:ext cx="4151983" cy="1152689"/>
          </a:xfrm>
          <a:custGeom>
            <a:avLst/>
            <a:gdLst/>
            <a:ahLst/>
            <a:cxnLst/>
            <a:rect l="l" t="t" r="r" b="b"/>
            <a:pathLst>
              <a:path w="10711815" h="3675379">
                <a:moveTo>
                  <a:pt x="10711715" y="3675280"/>
                </a:moveTo>
                <a:lnTo>
                  <a:pt x="10711715" y="213700"/>
                </a:lnTo>
                <a:lnTo>
                  <a:pt x="10706692" y="170630"/>
                </a:lnTo>
                <a:lnTo>
                  <a:pt x="10692283" y="130516"/>
                </a:lnTo>
                <a:lnTo>
                  <a:pt x="10669485" y="94216"/>
                </a:lnTo>
                <a:lnTo>
                  <a:pt x="10639292" y="62589"/>
                </a:lnTo>
                <a:lnTo>
                  <a:pt x="10602698" y="36495"/>
                </a:lnTo>
                <a:lnTo>
                  <a:pt x="10560697" y="16793"/>
                </a:lnTo>
                <a:lnTo>
                  <a:pt x="10514285" y="4341"/>
                </a:lnTo>
                <a:lnTo>
                  <a:pt x="10464456" y="0"/>
                </a:lnTo>
                <a:lnTo>
                  <a:pt x="247259" y="0"/>
                </a:lnTo>
                <a:lnTo>
                  <a:pt x="197430" y="4341"/>
                </a:lnTo>
                <a:lnTo>
                  <a:pt x="151017" y="16793"/>
                </a:lnTo>
                <a:lnTo>
                  <a:pt x="109017" y="36495"/>
                </a:lnTo>
                <a:lnTo>
                  <a:pt x="72423" y="62589"/>
                </a:lnTo>
                <a:lnTo>
                  <a:pt x="42229" y="94216"/>
                </a:lnTo>
                <a:lnTo>
                  <a:pt x="19431" y="130516"/>
                </a:lnTo>
                <a:lnTo>
                  <a:pt x="5023" y="170630"/>
                </a:lnTo>
                <a:lnTo>
                  <a:pt x="0" y="213700"/>
                </a:lnTo>
                <a:lnTo>
                  <a:pt x="0" y="3675280"/>
                </a:lnTo>
              </a:path>
            </a:pathLst>
          </a:custGeom>
          <a:ln w="19050">
            <a:solidFill>
              <a:srgbClr val="038CCA"/>
            </a:solidFill>
          </a:ln>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grpSp>
        <p:nvGrpSpPr>
          <p:cNvPr id="48" name="Группа 33">
            <a:extLst>
              <a:ext uri="{FF2B5EF4-FFF2-40B4-BE49-F238E27FC236}">
                <a16:creationId xmlns:a16="http://schemas.microsoft.com/office/drawing/2014/main" id="{175C7180-FB14-4DA2-81A1-D514F498F803}"/>
              </a:ext>
            </a:extLst>
          </p:cNvPr>
          <p:cNvGrpSpPr/>
          <p:nvPr userDrawn="1"/>
        </p:nvGrpSpPr>
        <p:grpSpPr>
          <a:xfrm>
            <a:off x="1105214" y="5077421"/>
            <a:ext cx="1628874" cy="335972"/>
            <a:chOff x="1822450" y="8855075"/>
            <a:chExt cx="2685945" cy="553999"/>
          </a:xfrm>
        </p:grpSpPr>
        <p:grpSp>
          <p:nvGrpSpPr>
            <p:cNvPr id="49" name="Группа 35">
              <a:extLst>
                <a:ext uri="{FF2B5EF4-FFF2-40B4-BE49-F238E27FC236}">
                  <a16:creationId xmlns:a16="http://schemas.microsoft.com/office/drawing/2014/main" id="{CAFE4B8C-3986-45F0-8375-88053BAE3814}"/>
                </a:ext>
              </a:extLst>
            </p:cNvPr>
            <p:cNvGrpSpPr/>
            <p:nvPr/>
          </p:nvGrpSpPr>
          <p:grpSpPr>
            <a:xfrm>
              <a:off x="2524983" y="8855075"/>
              <a:ext cx="550133" cy="550133"/>
              <a:chOff x="2524983" y="8855075"/>
              <a:chExt cx="550133" cy="550133"/>
            </a:xfrm>
          </p:grpSpPr>
          <p:grpSp>
            <p:nvGrpSpPr>
              <p:cNvPr id="64" name="object 6">
                <a:extLst>
                  <a:ext uri="{FF2B5EF4-FFF2-40B4-BE49-F238E27FC236}">
                    <a16:creationId xmlns:a16="http://schemas.microsoft.com/office/drawing/2014/main" id="{6605ACAD-9A03-447D-8F7D-9B63A0BE7A33}"/>
                  </a:ext>
                </a:extLst>
              </p:cNvPr>
              <p:cNvGrpSpPr/>
              <p:nvPr/>
            </p:nvGrpSpPr>
            <p:grpSpPr>
              <a:xfrm>
                <a:off x="2524983" y="8858372"/>
                <a:ext cx="546100" cy="546100"/>
                <a:chOff x="2562092" y="8858372"/>
                <a:chExt cx="546100" cy="546100"/>
              </a:xfrm>
            </p:grpSpPr>
            <p:sp>
              <p:nvSpPr>
                <p:cNvPr id="66" name="object 7">
                  <a:extLst>
                    <a:ext uri="{FF2B5EF4-FFF2-40B4-BE49-F238E27FC236}">
                      <a16:creationId xmlns:a16="http://schemas.microsoft.com/office/drawing/2014/main" id="{2338F550-B482-4987-8F1D-255E0E693D73}"/>
                    </a:ext>
                  </a:extLst>
                </p:cNvPr>
                <p:cNvSpPr/>
                <p:nvPr/>
              </p:nvSpPr>
              <p:spPr>
                <a:xfrm>
                  <a:off x="2562092" y="8858372"/>
                  <a:ext cx="546100" cy="546100"/>
                </a:xfrm>
                <a:custGeom>
                  <a:avLst/>
                  <a:gdLst/>
                  <a:ahLst/>
                  <a:cxnLst/>
                  <a:rect l="l" t="t" r="r" b="b"/>
                  <a:pathLst>
                    <a:path w="546100" h="546100">
                      <a:moveTo>
                        <a:pt x="272777" y="0"/>
                      </a:moveTo>
                      <a:lnTo>
                        <a:pt x="223746" y="4394"/>
                      </a:lnTo>
                      <a:lnTo>
                        <a:pt x="177598" y="17065"/>
                      </a:lnTo>
                      <a:lnTo>
                        <a:pt x="135103" y="37241"/>
                      </a:lnTo>
                      <a:lnTo>
                        <a:pt x="97032" y="64152"/>
                      </a:lnTo>
                      <a:lnTo>
                        <a:pt x="64155" y="97028"/>
                      </a:lnTo>
                      <a:lnTo>
                        <a:pt x="37243" y="135099"/>
                      </a:lnTo>
                      <a:lnTo>
                        <a:pt x="17066" y="177594"/>
                      </a:lnTo>
                      <a:lnTo>
                        <a:pt x="4394" y="223743"/>
                      </a:lnTo>
                      <a:lnTo>
                        <a:pt x="0" y="272777"/>
                      </a:lnTo>
                      <a:lnTo>
                        <a:pt x="4394" y="321810"/>
                      </a:lnTo>
                      <a:lnTo>
                        <a:pt x="17066" y="367959"/>
                      </a:lnTo>
                      <a:lnTo>
                        <a:pt x="37243" y="410454"/>
                      </a:lnTo>
                      <a:lnTo>
                        <a:pt x="64155" y="448525"/>
                      </a:lnTo>
                      <a:lnTo>
                        <a:pt x="97032" y="481401"/>
                      </a:lnTo>
                      <a:lnTo>
                        <a:pt x="135103" y="508313"/>
                      </a:lnTo>
                      <a:lnTo>
                        <a:pt x="177598" y="528488"/>
                      </a:lnTo>
                      <a:lnTo>
                        <a:pt x="223746" y="541159"/>
                      </a:lnTo>
                      <a:lnTo>
                        <a:pt x="272777" y="545554"/>
                      </a:lnTo>
                      <a:lnTo>
                        <a:pt x="321810" y="541159"/>
                      </a:lnTo>
                      <a:lnTo>
                        <a:pt x="367960" y="528488"/>
                      </a:lnTo>
                      <a:lnTo>
                        <a:pt x="410457" y="508313"/>
                      </a:lnTo>
                      <a:lnTo>
                        <a:pt x="448530" y="481401"/>
                      </a:lnTo>
                      <a:lnTo>
                        <a:pt x="481407" y="448525"/>
                      </a:lnTo>
                      <a:lnTo>
                        <a:pt x="508320" y="410454"/>
                      </a:lnTo>
                      <a:lnTo>
                        <a:pt x="528498" y="367959"/>
                      </a:lnTo>
                      <a:lnTo>
                        <a:pt x="541169" y="321810"/>
                      </a:lnTo>
                      <a:lnTo>
                        <a:pt x="545564" y="272777"/>
                      </a:lnTo>
                      <a:lnTo>
                        <a:pt x="541169" y="223743"/>
                      </a:lnTo>
                      <a:lnTo>
                        <a:pt x="528498" y="177594"/>
                      </a:lnTo>
                      <a:lnTo>
                        <a:pt x="508320" y="135099"/>
                      </a:lnTo>
                      <a:lnTo>
                        <a:pt x="481407" y="97028"/>
                      </a:lnTo>
                      <a:lnTo>
                        <a:pt x="448530" y="64152"/>
                      </a:lnTo>
                      <a:lnTo>
                        <a:pt x="410457" y="37241"/>
                      </a:lnTo>
                      <a:lnTo>
                        <a:pt x="367960" y="17065"/>
                      </a:lnTo>
                      <a:lnTo>
                        <a:pt x="321810" y="4394"/>
                      </a:lnTo>
                      <a:lnTo>
                        <a:pt x="272777" y="0"/>
                      </a:lnTo>
                      <a:close/>
                    </a:path>
                  </a:pathLst>
                </a:custGeom>
                <a:solidFill>
                  <a:srgbClr val="008FD1"/>
                </a:solidFill>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pic>
              <p:nvPicPr>
                <p:cNvPr id="67" name="object 8">
                  <a:extLst>
                    <a:ext uri="{FF2B5EF4-FFF2-40B4-BE49-F238E27FC236}">
                      <a16:creationId xmlns:a16="http://schemas.microsoft.com/office/drawing/2014/main" id="{39BF07AE-FE69-44FA-9F05-9A0A8A8B3F21}"/>
                    </a:ext>
                  </a:extLst>
                </p:cNvPr>
                <p:cNvPicPr/>
                <p:nvPr/>
              </p:nvPicPr>
              <p:blipFill>
                <a:blip r:embed="rId5" cstate="email">
                  <a:extLst>
                    <a:ext uri="{28A0092B-C50C-407E-A947-70E740481C1C}">
                      <a14:useLocalDpi xmlns:a14="http://schemas.microsoft.com/office/drawing/2010/main"/>
                    </a:ext>
                  </a:extLst>
                </a:blip>
                <a:stretch>
                  <a:fillRect/>
                </a:stretch>
              </p:blipFill>
              <p:spPr>
                <a:xfrm>
                  <a:off x="2726731" y="9013320"/>
                  <a:ext cx="238882" cy="232432"/>
                </a:xfrm>
                <a:prstGeom prst="rect">
                  <a:avLst/>
                </a:prstGeom>
              </p:spPr>
            </p:pic>
          </p:grpSp>
          <p:sp>
            <p:nvSpPr>
              <p:cNvPr id="65" name="Овал 51">
                <a:hlinkClick r:id="rId3"/>
                <a:extLst>
                  <a:ext uri="{FF2B5EF4-FFF2-40B4-BE49-F238E27FC236}">
                    <a16:creationId xmlns:a16="http://schemas.microsoft.com/office/drawing/2014/main" id="{69C4FEF8-5D39-4885-BC9F-629FB8ECB4AA}"/>
                  </a:ext>
                </a:extLst>
              </p:cNvPr>
              <p:cNvSpPr/>
              <p:nvPr/>
            </p:nvSpPr>
            <p:spPr>
              <a:xfrm>
                <a:off x="2524983" y="8855075"/>
                <a:ext cx="550133" cy="550133"/>
              </a:xfrm>
              <a:prstGeom prst="ellipse">
                <a:avLst/>
              </a:prstGeom>
              <a:no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grpSp>
        <p:grpSp>
          <p:nvGrpSpPr>
            <p:cNvPr id="50" name="Группа 36">
              <a:extLst>
                <a:ext uri="{FF2B5EF4-FFF2-40B4-BE49-F238E27FC236}">
                  <a16:creationId xmlns:a16="http://schemas.microsoft.com/office/drawing/2014/main" id="{8686C5C0-0716-430A-BEFF-BBFE5D94BE2F}"/>
                </a:ext>
              </a:extLst>
            </p:cNvPr>
            <p:cNvGrpSpPr/>
            <p:nvPr/>
          </p:nvGrpSpPr>
          <p:grpSpPr>
            <a:xfrm>
              <a:off x="1822450" y="8855075"/>
              <a:ext cx="559954" cy="550133"/>
              <a:chOff x="1822450" y="8855075"/>
              <a:chExt cx="559954" cy="550133"/>
            </a:xfrm>
          </p:grpSpPr>
          <p:grpSp>
            <p:nvGrpSpPr>
              <p:cNvPr id="58" name="Группа 44">
                <a:extLst>
                  <a:ext uri="{FF2B5EF4-FFF2-40B4-BE49-F238E27FC236}">
                    <a16:creationId xmlns:a16="http://schemas.microsoft.com/office/drawing/2014/main" id="{20F50B40-4AA6-4265-BD3A-A61A1D1B0FC2}"/>
                  </a:ext>
                </a:extLst>
              </p:cNvPr>
              <p:cNvGrpSpPr/>
              <p:nvPr/>
            </p:nvGrpSpPr>
            <p:grpSpPr>
              <a:xfrm>
                <a:off x="1822450" y="8855075"/>
                <a:ext cx="555625" cy="550133"/>
                <a:chOff x="1348517" y="8855075"/>
                <a:chExt cx="555625" cy="550133"/>
              </a:xfrm>
            </p:grpSpPr>
            <p:grpSp>
              <p:nvGrpSpPr>
                <p:cNvPr id="60" name="object 3">
                  <a:extLst>
                    <a:ext uri="{FF2B5EF4-FFF2-40B4-BE49-F238E27FC236}">
                      <a16:creationId xmlns:a16="http://schemas.microsoft.com/office/drawing/2014/main" id="{E4EDBD10-A7DB-49DB-AE80-A8BEB4B09D23}"/>
                    </a:ext>
                  </a:extLst>
                </p:cNvPr>
                <p:cNvGrpSpPr/>
                <p:nvPr/>
              </p:nvGrpSpPr>
              <p:grpSpPr>
                <a:xfrm>
                  <a:off x="1361217" y="8858372"/>
                  <a:ext cx="542925" cy="546100"/>
                  <a:chOff x="1361215" y="8858372"/>
                  <a:chExt cx="542925" cy="546100"/>
                </a:xfrm>
              </p:grpSpPr>
              <p:sp>
                <p:nvSpPr>
                  <p:cNvPr id="62" name="object 4">
                    <a:extLst>
                      <a:ext uri="{FF2B5EF4-FFF2-40B4-BE49-F238E27FC236}">
                        <a16:creationId xmlns:a16="http://schemas.microsoft.com/office/drawing/2014/main" id="{354C1C08-03B6-40D8-8A7B-A76AF56401F7}"/>
                      </a:ext>
                    </a:extLst>
                  </p:cNvPr>
                  <p:cNvSpPr/>
                  <p:nvPr/>
                </p:nvSpPr>
                <p:spPr>
                  <a:xfrm>
                    <a:off x="1361215" y="8858372"/>
                    <a:ext cx="542925" cy="546100"/>
                  </a:xfrm>
                  <a:custGeom>
                    <a:avLst/>
                    <a:gdLst/>
                    <a:ahLst/>
                    <a:cxnLst/>
                    <a:rect l="l" t="t" r="r" b="b"/>
                    <a:pathLst>
                      <a:path w="542925" h="546100">
                        <a:moveTo>
                          <a:pt x="271164" y="0"/>
                        </a:moveTo>
                        <a:lnTo>
                          <a:pt x="222421" y="4394"/>
                        </a:lnTo>
                        <a:lnTo>
                          <a:pt x="176544" y="17065"/>
                        </a:lnTo>
                        <a:lnTo>
                          <a:pt x="134300" y="37241"/>
                        </a:lnTo>
                        <a:lnTo>
                          <a:pt x="96454" y="64152"/>
                        </a:lnTo>
                        <a:lnTo>
                          <a:pt x="63772" y="97028"/>
                        </a:lnTo>
                        <a:lnTo>
                          <a:pt x="37020" y="135099"/>
                        </a:lnTo>
                        <a:lnTo>
                          <a:pt x="16964" y="177594"/>
                        </a:lnTo>
                        <a:lnTo>
                          <a:pt x="4368" y="223743"/>
                        </a:lnTo>
                        <a:lnTo>
                          <a:pt x="0" y="272777"/>
                        </a:lnTo>
                        <a:lnTo>
                          <a:pt x="4368" y="321810"/>
                        </a:lnTo>
                        <a:lnTo>
                          <a:pt x="16964" y="367959"/>
                        </a:lnTo>
                        <a:lnTo>
                          <a:pt x="37020" y="410454"/>
                        </a:lnTo>
                        <a:lnTo>
                          <a:pt x="63772" y="448525"/>
                        </a:lnTo>
                        <a:lnTo>
                          <a:pt x="96454" y="481401"/>
                        </a:lnTo>
                        <a:lnTo>
                          <a:pt x="134300" y="508313"/>
                        </a:lnTo>
                        <a:lnTo>
                          <a:pt x="176544" y="528488"/>
                        </a:lnTo>
                        <a:lnTo>
                          <a:pt x="222421" y="541159"/>
                        </a:lnTo>
                        <a:lnTo>
                          <a:pt x="271164" y="545554"/>
                        </a:lnTo>
                        <a:lnTo>
                          <a:pt x="319908" y="541159"/>
                        </a:lnTo>
                        <a:lnTo>
                          <a:pt x="365784" y="528488"/>
                        </a:lnTo>
                        <a:lnTo>
                          <a:pt x="408028" y="508313"/>
                        </a:lnTo>
                        <a:lnTo>
                          <a:pt x="445874" y="481401"/>
                        </a:lnTo>
                        <a:lnTo>
                          <a:pt x="478556" y="448525"/>
                        </a:lnTo>
                        <a:lnTo>
                          <a:pt x="505308" y="410454"/>
                        </a:lnTo>
                        <a:lnTo>
                          <a:pt x="525364" y="367959"/>
                        </a:lnTo>
                        <a:lnTo>
                          <a:pt x="537960" y="321810"/>
                        </a:lnTo>
                        <a:lnTo>
                          <a:pt x="542329" y="272777"/>
                        </a:lnTo>
                        <a:lnTo>
                          <a:pt x="537960" y="223743"/>
                        </a:lnTo>
                        <a:lnTo>
                          <a:pt x="525364" y="177594"/>
                        </a:lnTo>
                        <a:lnTo>
                          <a:pt x="505308" y="135099"/>
                        </a:lnTo>
                        <a:lnTo>
                          <a:pt x="478556" y="97028"/>
                        </a:lnTo>
                        <a:lnTo>
                          <a:pt x="445874" y="64152"/>
                        </a:lnTo>
                        <a:lnTo>
                          <a:pt x="408028" y="37241"/>
                        </a:lnTo>
                        <a:lnTo>
                          <a:pt x="365784" y="17065"/>
                        </a:lnTo>
                        <a:lnTo>
                          <a:pt x="319908" y="4394"/>
                        </a:lnTo>
                        <a:lnTo>
                          <a:pt x="271164" y="0"/>
                        </a:lnTo>
                        <a:close/>
                      </a:path>
                    </a:pathLst>
                  </a:custGeom>
                  <a:solidFill>
                    <a:srgbClr val="008FD1"/>
                  </a:solidFill>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pic>
                <p:nvPicPr>
                  <p:cNvPr id="63" name="object 5">
                    <a:extLst>
                      <a:ext uri="{FF2B5EF4-FFF2-40B4-BE49-F238E27FC236}">
                        <a16:creationId xmlns:a16="http://schemas.microsoft.com/office/drawing/2014/main" id="{46E38F83-0CB3-4478-A159-AAFD32FC9E01}"/>
                      </a:ext>
                    </a:extLst>
                  </p:cNvPr>
                  <p:cNvPicPr/>
                  <p:nvPr/>
                </p:nvPicPr>
                <p:blipFill>
                  <a:blip r:embed="rId6" cstate="email">
                    <a:extLst>
                      <a:ext uri="{28A0092B-C50C-407E-A947-70E740481C1C}">
                        <a14:useLocalDpi xmlns:a14="http://schemas.microsoft.com/office/drawing/2010/main"/>
                      </a:ext>
                    </a:extLst>
                  </a:blip>
                  <a:stretch>
                    <a:fillRect/>
                  </a:stretch>
                </p:blipFill>
                <p:spPr>
                  <a:xfrm>
                    <a:off x="1558134" y="9010091"/>
                    <a:ext cx="122666" cy="242118"/>
                  </a:xfrm>
                  <a:prstGeom prst="rect">
                    <a:avLst/>
                  </a:prstGeom>
                </p:spPr>
              </p:pic>
            </p:grpSp>
            <p:sp>
              <p:nvSpPr>
                <p:cNvPr id="61" name="Овал 47">
                  <a:hlinkClick r:id="rId7"/>
                  <a:extLst>
                    <a:ext uri="{FF2B5EF4-FFF2-40B4-BE49-F238E27FC236}">
                      <a16:creationId xmlns:a16="http://schemas.microsoft.com/office/drawing/2014/main" id="{018D941D-76C4-4FB9-B23F-88891A01A6D4}"/>
                    </a:ext>
                  </a:extLst>
                </p:cNvPr>
                <p:cNvSpPr/>
                <p:nvPr/>
              </p:nvSpPr>
              <p:spPr>
                <a:xfrm>
                  <a:off x="1348517" y="8855075"/>
                  <a:ext cx="550133" cy="550133"/>
                </a:xfrm>
                <a:prstGeom prst="ellipse">
                  <a:avLst/>
                </a:prstGeom>
                <a:no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grpSp>
          <p:sp>
            <p:nvSpPr>
              <p:cNvPr id="59" name="Овал 45">
                <a:hlinkClick r:id="rId7"/>
                <a:extLst>
                  <a:ext uri="{FF2B5EF4-FFF2-40B4-BE49-F238E27FC236}">
                    <a16:creationId xmlns:a16="http://schemas.microsoft.com/office/drawing/2014/main" id="{7EAFDC44-D53A-4571-B26E-3D7929EBEF55}"/>
                  </a:ext>
                </a:extLst>
              </p:cNvPr>
              <p:cNvSpPr/>
              <p:nvPr/>
            </p:nvSpPr>
            <p:spPr>
              <a:xfrm>
                <a:off x="1832271" y="8855075"/>
                <a:ext cx="550133" cy="550133"/>
              </a:xfrm>
              <a:prstGeom prst="ellipse">
                <a:avLst/>
              </a:prstGeom>
              <a:no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grpSp>
        <p:grpSp>
          <p:nvGrpSpPr>
            <p:cNvPr id="51" name="Группа 37">
              <a:extLst>
                <a:ext uri="{FF2B5EF4-FFF2-40B4-BE49-F238E27FC236}">
                  <a16:creationId xmlns:a16="http://schemas.microsoft.com/office/drawing/2014/main" id="{539C5D37-CB7A-4D46-8A67-D8AD957EFD71}"/>
                </a:ext>
              </a:extLst>
            </p:cNvPr>
            <p:cNvGrpSpPr/>
            <p:nvPr/>
          </p:nvGrpSpPr>
          <p:grpSpPr>
            <a:xfrm>
              <a:off x="3213662" y="8867207"/>
              <a:ext cx="541867" cy="541867"/>
              <a:chOff x="3798698" y="8867207"/>
              <a:chExt cx="541867" cy="541867"/>
            </a:xfrm>
          </p:grpSpPr>
          <p:sp>
            <p:nvSpPr>
              <p:cNvPr id="56" name="Овал 42">
                <a:extLst>
                  <a:ext uri="{FF2B5EF4-FFF2-40B4-BE49-F238E27FC236}">
                    <a16:creationId xmlns:a16="http://schemas.microsoft.com/office/drawing/2014/main" id="{94D4079F-D777-431D-B5D5-639C1B35EE28}"/>
                  </a:ext>
                </a:extLst>
              </p:cNvPr>
              <p:cNvSpPr/>
              <p:nvPr/>
            </p:nvSpPr>
            <p:spPr>
              <a:xfrm>
                <a:off x="3798698" y="8867207"/>
                <a:ext cx="541867" cy="541867"/>
              </a:xfrm>
              <a:prstGeom prst="ellipse">
                <a:avLst/>
              </a:prstGeom>
              <a:solidFill>
                <a:srgbClr val="008BCB"/>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57" name="Равнобедренный треугольник 43">
                <a:extLst>
                  <a:ext uri="{FF2B5EF4-FFF2-40B4-BE49-F238E27FC236}">
                    <a16:creationId xmlns:a16="http://schemas.microsoft.com/office/drawing/2014/main" id="{3EFCFEAF-2012-408B-BD79-39B2070B25F2}"/>
                  </a:ext>
                </a:extLst>
              </p:cNvPr>
              <p:cNvSpPr/>
              <p:nvPr/>
            </p:nvSpPr>
            <p:spPr>
              <a:xfrm rot="5400000">
                <a:off x="3996267" y="9045599"/>
                <a:ext cx="194733" cy="167873"/>
              </a:xfrm>
              <a:prstGeom prst="triangle">
                <a:avLst/>
              </a:prstGeom>
              <a:solidFill>
                <a:sysClr val="window" lastClr="FFFFFF"/>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grpSp>
        <p:grpSp>
          <p:nvGrpSpPr>
            <p:cNvPr id="52" name="Группа 38">
              <a:extLst>
                <a:ext uri="{FF2B5EF4-FFF2-40B4-BE49-F238E27FC236}">
                  <a16:creationId xmlns:a16="http://schemas.microsoft.com/office/drawing/2014/main" id="{A39E5235-909E-4255-B227-5926654CE297}"/>
                </a:ext>
              </a:extLst>
            </p:cNvPr>
            <p:cNvGrpSpPr/>
            <p:nvPr/>
          </p:nvGrpSpPr>
          <p:grpSpPr>
            <a:xfrm>
              <a:off x="3966528" y="8867207"/>
              <a:ext cx="541867" cy="541867"/>
              <a:chOff x="3957109" y="8867207"/>
              <a:chExt cx="541867" cy="541867"/>
            </a:xfrm>
          </p:grpSpPr>
          <p:sp>
            <p:nvSpPr>
              <p:cNvPr id="53" name="Овал 39">
                <a:extLst>
                  <a:ext uri="{FF2B5EF4-FFF2-40B4-BE49-F238E27FC236}">
                    <a16:creationId xmlns:a16="http://schemas.microsoft.com/office/drawing/2014/main" id="{1279928F-DFFB-441B-A024-D68B63B2DD26}"/>
                  </a:ext>
                </a:extLst>
              </p:cNvPr>
              <p:cNvSpPr/>
              <p:nvPr/>
            </p:nvSpPr>
            <p:spPr>
              <a:xfrm>
                <a:off x="3957109" y="8867207"/>
                <a:ext cx="541867" cy="541867"/>
              </a:xfrm>
              <a:prstGeom prst="ellipse">
                <a:avLst/>
              </a:prstGeom>
              <a:solidFill>
                <a:srgbClr val="008BCB"/>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54" name="Скругленный прямоугольник 40">
                <a:extLst>
                  <a:ext uri="{FF2B5EF4-FFF2-40B4-BE49-F238E27FC236}">
                    <a16:creationId xmlns:a16="http://schemas.microsoft.com/office/drawing/2014/main" id="{F1AD6C2F-765B-47D9-8E6E-9EAC631BADA7}"/>
                  </a:ext>
                </a:extLst>
              </p:cNvPr>
              <p:cNvSpPr/>
              <p:nvPr/>
            </p:nvSpPr>
            <p:spPr>
              <a:xfrm>
                <a:off x="4079875" y="8989973"/>
                <a:ext cx="296333" cy="296333"/>
              </a:xfrm>
              <a:prstGeom prst="roundRect">
                <a:avLst/>
              </a:prstGeom>
              <a:solidFill>
                <a:srgbClr val="008BCB"/>
              </a:solidFill>
              <a:ln w="12700" cap="flat" cmpd="sng" algn="ctr">
                <a:solidFill>
                  <a:sysClr val="window" lastClr="FFFFFF"/>
                </a:solid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55" name="Овал 41">
                <a:extLst>
                  <a:ext uri="{FF2B5EF4-FFF2-40B4-BE49-F238E27FC236}">
                    <a16:creationId xmlns:a16="http://schemas.microsoft.com/office/drawing/2014/main" id="{4916BE03-DB7A-4666-8508-FBC9BD6525CC}"/>
                  </a:ext>
                </a:extLst>
              </p:cNvPr>
              <p:cNvSpPr/>
              <p:nvPr/>
            </p:nvSpPr>
            <p:spPr>
              <a:xfrm>
                <a:off x="4165432" y="9081093"/>
                <a:ext cx="119306" cy="119306"/>
              </a:xfrm>
              <a:prstGeom prst="ellipse">
                <a:avLst/>
              </a:prstGeom>
              <a:solidFill>
                <a:sysClr val="window" lastClr="FFFFFF"/>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grpSp>
      </p:grpSp>
      <p:sp>
        <p:nvSpPr>
          <p:cNvPr id="68" name="Holder 2">
            <a:extLst>
              <a:ext uri="{FF2B5EF4-FFF2-40B4-BE49-F238E27FC236}">
                <a16:creationId xmlns:a16="http://schemas.microsoft.com/office/drawing/2014/main" id="{5635D61B-550B-44A5-9990-5E072D56C75D}"/>
              </a:ext>
            </a:extLst>
          </p:cNvPr>
          <p:cNvSpPr txBox="1">
            <a:spLocks/>
          </p:cNvSpPr>
          <p:nvPr userDrawn="1"/>
        </p:nvSpPr>
        <p:spPr>
          <a:xfrm>
            <a:off x="4574052" y="2821320"/>
            <a:ext cx="3043898" cy="616002"/>
          </a:xfrm>
          <a:prstGeom prst="rect">
            <a:avLst/>
          </a:prstGeom>
        </p:spPr>
        <p:txBody>
          <a:bodyPr wrap="square" lIns="0" tIns="0" rIns="0" bIns="0" anchor="b" anchorCtr="0">
            <a:spAutoFit/>
          </a:bodyPr>
          <a:lstStyle>
            <a:lvl1pPr>
              <a:defRPr sz="3200" b="1" i="0" baseline="0">
                <a:solidFill>
                  <a:srgbClr val="008FD1"/>
                </a:solidFill>
                <a:latin typeface="Segoe UI Black" panose="020B0A02040204020203" pitchFamily="34" charset="0"/>
                <a:ea typeface="+mj-ea"/>
                <a:cs typeface="Segoe UI"/>
              </a:defRPr>
            </a:lvl1pPr>
          </a:lstStyle>
          <a:p>
            <a:pPr marL="0" marR="0" lvl="0" indent="0" defTabSz="554500" eaLnBrk="1" fontAlgn="auto" latinLnBrk="0" hangingPunct="1">
              <a:lnSpc>
                <a:spcPct val="100000"/>
              </a:lnSpc>
              <a:spcBef>
                <a:spcPts val="0"/>
              </a:spcBef>
              <a:spcAft>
                <a:spcPts val="0"/>
              </a:spcAft>
              <a:buClrTx/>
              <a:buSzTx/>
              <a:buFontTx/>
              <a:buNone/>
              <a:tabLst/>
              <a:defRPr/>
            </a:pPr>
            <a:r>
              <a:rPr kumimoji="0" lang="en-US" sz="4003" b="0" i="0" u="none" strike="noStrike" kern="0" cap="none" spc="0" normalizeH="0" baseline="0" noProof="0" dirty="0">
                <a:ln>
                  <a:noFill/>
                </a:ln>
                <a:solidFill>
                  <a:srgbClr val="008FD1"/>
                </a:solidFill>
                <a:effectLst/>
                <a:uLnTx/>
                <a:uFillTx/>
                <a:latin typeface="Segoe UI Black" panose="020B0A02040204020203" pitchFamily="34" charset="0"/>
                <a:ea typeface="+mj-ea"/>
                <a:cs typeface="Segoe UI"/>
              </a:rPr>
              <a:t>Thank you!</a:t>
            </a:r>
            <a:endParaRPr kumimoji="0" lang="ru-RU" sz="4003" b="1" i="0" u="none" strike="noStrike" kern="0" cap="none" spc="0" normalizeH="0" baseline="0" noProof="0" dirty="0">
              <a:ln>
                <a:noFill/>
              </a:ln>
              <a:solidFill>
                <a:srgbClr val="008FD1"/>
              </a:solidFill>
              <a:effectLst/>
              <a:uLnTx/>
              <a:uFillTx/>
              <a:latin typeface="Segoe UI Black" panose="020B0A02040204020203" pitchFamily="34" charset="0"/>
              <a:ea typeface="+mj-ea"/>
              <a:cs typeface="Segoe UI"/>
            </a:endParaRPr>
          </a:p>
        </p:txBody>
      </p:sp>
      <p:sp>
        <p:nvSpPr>
          <p:cNvPr id="2" name="object 8">
            <a:extLst>
              <a:ext uri="{FF2B5EF4-FFF2-40B4-BE49-F238E27FC236}">
                <a16:creationId xmlns:a16="http://schemas.microsoft.com/office/drawing/2014/main" id="{6A10EDC1-C141-DB1D-B1E3-0F3D719FB2A6}"/>
              </a:ext>
            </a:extLst>
          </p:cNvPr>
          <p:cNvSpPr txBox="1"/>
          <p:nvPr userDrawn="1"/>
        </p:nvSpPr>
        <p:spPr>
          <a:xfrm>
            <a:off x="9387861" y="6325875"/>
            <a:ext cx="950609" cy="237985"/>
          </a:xfrm>
          <a:prstGeom prst="rect">
            <a:avLst/>
          </a:prstGeom>
        </p:spPr>
        <p:txBody>
          <a:bodyPr vert="horz" wrap="square" lIns="0" tIns="9242" rIns="0" bIns="0" rtlCol="0">
            <a:spAutoFit/>
          </a:bodyPr>
          <a:lstStyle/>
          <a:p>
            <a:pPr marL="7702">
              <a:spcBef>
                <a:spcPts val="73"/>
              </a:spcBef>
              <a:tabLst>
                <a:tab pos="1085896" algn="l"/>
              </a:tabLst>
            </a:pPr>
            <a:r>
              <a:rPr lang="en-US" sz="1486" dirty="0">
                <a:solidFill>
                  <a:srgbClr val="FFFFFF"/>
                </a:solidFill>
                <a:latin typeface="Segoe UI"/>
                <a:cs typeface="Segoe UI"/>
              </a:rPr>
              <a:t>INTERNAL</a:t>
            </a:r>
          </a:p>
        </p:txBody>
      </p:sp>
      <p:sp>
        <p:nvSpPr>
          <p:cNvPr id="3" name="object 8">
            <a:extLst>
              <a:ext uri="{FF2B5EF4-FFF2-40B4-BE49-F238E27FC236}">
                <a16:creationId xmlns:a16="http://schemas.microsoft.com/office/drawing/2014/main" id="{8CD7CD07-E5A1-7492-7D6A-292E2567044F}"/>
              </a:ext>
            </a:extLst>
          </p:cNvPr>
          <p:cNvSpPr txBox="1"/>
          <p:nvPr userDrawn="1"/>
        </p:nvSpPr>
        <p:spPr>
          <a:xfrm>
            <a:off x="10692561" y="6325875"/>
            <a:ext cx="1041123" cy="237985"/>
          </a:xfrm>
          <a:prstGeom prst="rect">
            <a:avLst/>
          </a:prstGeom>
        </p:spPr>
        <p:txBody>
          <a:bodyPr vert="horz" wrap="square" lIns="0" tIns="9242" rIns="0" bIns="0" rtlCol="0">
            <a:spAutoFit/>
          </a:bodyPr>
          <a:lstStyle/>
          <a:p>
            <a:pPr marL="7702">
              <a:spcBef>
                <a:spcPts val="73"/>
              </a:spcBef>
              <a:tabLst>
                <a:tab pos="1085896" algn="l"/>
              </a:tabLst>
            </a:pPr>
            <a:fld id="{44695926-E7DC-45A8-B974-A534BAC47907}" type="datetime1">
              <a:rPr lang="en-US" sz="1486" smtClean="0">
                <a:solidFill>
                  <a:srgbClr val="FFFFFF"/>
                </a:solidFill>
                <a:latin typeface="Segoe UI"/>
                <a:cs typeface="Segoe UI"/>
              </a:rPr>
              <a:pPr marL="7702">
                <a:spcBef>
                  <a:spcPts val="73"/>
                </a:spcBef>
                <a:tabLst>
                  <a:tab pos="1085896" algn="l"/>
                </a:tabLst>
              </a:pPr>
              <a:t>06/02/26</a:t>
            </a:fld>
            <a:endParaRPr lang="en-US" sz="1486" dirty="0">
              <a:solidFill>
                <a:srgbClr val="FFFFFF"/>
              </a:solidFill>
              <a:latin typeface="Segoe UI"/>
              <a:cs typeface="Segoe UI"/>
            </a:endParaRPr>
          </a:p>
        </p:txBody>
      </p:sp>
    </p:spTree>
    <p:extLst>
      <p:ext uri="{BB962C8B-B14F-4D97-AF65-F5344CB8AC3E}">
        <p14:creationId xmlns:p14="http://schemas.microsoft.com/office/powerpoint/2010/main" val="1196712319"/>
      </p:ext>
    </p:extLst>
  </p:cSld>
  <p:clrMapOvr>
    <a:masterClrMapping/>
  </p:clrMapOvr>
  <p:extLst>
    <p:ext uri="{DCECCB84-F9BA-43D5-87BE-67443E8EF086}">
      <p15:sldGuideLst xmlns:p15="http://schemas.microsoft.com/office/powerpoint/2012/main">
        <p15:guide id="1" orient="horz" pos="2927">
          <p15:clr>
            <a:srgbClr val="FBAE40"/>
          </p15:clr>
        </p15:guide>
        <p15:guide id="2" pos="663">
          <p15:clr>
            <a:srgbClr val="FBAE40"/>
          </p15:clr>
        </p15:guide>
        <p15:guide id="3" pos="8941">
          <p15:clr>
            <a:srgbClr val="FBAE40"/>
          </p15:clr>
        </p15:guide>
        <p15:guide id="4" pos="792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chnical: Colors &amp; Logos">
    <p:spTree>
      <p:nvGrpSpPr>
        <p:cNvPr id="1" name=""/>
        <p:cNvGrpSpPr/>
        <p:nvPr/>
      </p:nvGrpSpPr>
      <p:grpSpPr>
        <a:xfrm>
          <a:off x="0" y="0"/>
          <a:ext cx="0" cy="0"/>
          <a:chOff x="0" y="0"/>
          <a:chExt cx="0" cy="0"/>
        </a:xfrm>
      </p:grpSpPr>
      <p:sp>
        <p:nvSpPr>
          <p:cNvPr id="7" name="Текст 7"/>
          <p:cNvSpPr>
            <a:spLocks noGrp="1"/>
          </p:cNvSpPr>
          <p:nvPr>
            <p:ph type="body" idx="1"/>
          </p:nvPr>
        </p:nvSpPr>
        <p:spPr>
          <a:xfrm>
            <a:off x="671770" y="1210066"/>
            <a:ext cx="1993351" cy="239885"/>
          </a:xfrm>
          <a:prstGeom prst="rect">
            <a:avLst/>
          </a:prstGeom>
        </p:spPr>
        <p:txBody>
          <a:bodyPr/>
          <a:lstStyle/>
          <a:p>
            <a:pPr lvl="0"/>
            <a:r>
              <a:rPr lang="en-US" sz="1698" b="1">
                <a:solidFill>
                  <a:srgbClr val="008BCB"/>
                </a:solidFill>
              </a:rPr>
              <a:t>Click to edit Master text styles</a:t>
            </a:r>
          </a:p>
        </p:txBody>
      </p:sp>
      <p:sp>
        <p:nvSpPr>
          <p:cNvPr id="8" name="Прямоугольник 7"/>
          <p:cNvSpPr/>
          <p:nvPr userDrawn="1"/>
        </p:nvSpPr>
        <p:spPr>
          <a:xfrm>
            <a:off x="671769" y="1610150"/>
            <a:ext cx="1046596" cy="104652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9" name="Прямоугольник 8"/>
          <p:cNvSpPr/>
          <p:nvPr userDrawn="1"/>
        </p:nvSpPr>
        <p:spPr>
          <a:xfrm>
            <a:off x="1856999" y="1610150"/>
            <a:ext cx="1046596" cy="1046522"/>
          </a:xfrm>
          <a:prstGeom prst="rect">
            <a:avLst/>
          </a:prstGeom>
          <a:solidFill>
            <a:srgbClr val="FDC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0" name="Прямоугольник 9"/>
          <p:cNvSpPr/>
          <p:nvPr userDrawn="1"/>
        </p:nvSpPr>
        <p:spPr>
          <a:xfrm>
            <a:off x="3042227" y="1610150"/>
            <a:ext cx="1046596" cy="1046522"/>
          </a:xfrm>
          <a:prstGeom prst="rect">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1" name="Текст 7"/>
          <p:cNvSpPr txBox="1">
            <a:spLocks/>
          </p:cNvSpPr>
          <p:nvPr userDrawn="1"/>
        </p:nvSpPr>
        <p:spPr>
          <a:xfrm>
            <a:off x="671770" y="3650926"/>
            <a:ext cx="2617255" cy="239885"/>
          </a:xfrm>
          <a:prstGeom prst="rect">
            <a:avLst/>
          </a:prstGeom>
        </p:spPr>
        <p:txBody>
          <a:bodyPr lIns="0" tIns="0" rIns="0" bIns="0"/>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marR="0" lvl="0" indent="0" defTabSz="554500" eaLnBrk="1" fontAlgn="auto" latinLnBrk="0" hangingPunct="1">
              <a:lnSpc>
                <a:spcPct val="100000"/>
              </a:lnSpc>
              <a:spcBef>
                <a:spcPts val="0"/>
              </a:spcBef>
              <a:spcAft>
                <a:spcPts val="0"/>
              </a:spcAft>
              <a:buClrTx/>
              <a:buSzTx/>
              <a:buFontTx/>
              <a:buNone/>
              <a:tabLst/>
              <a:defRPr/>
            </a:pPr>
            <a:r>
              <a:rPr kumimoji="0" lang="en-US" sz="1698" b="1" i="0" u="none" strike="noStrike" kern="0" cap="none" spc="0" normalizeH="0" baseline="0" noProof="0" dirty="0">
                <a:ln>
                  <a:noFill/>
                </a:ln>
                <a:solidFill>
                  <a:srgbClr val="008BCB"/>
                </a:solidFill>
                <a:effectLst/>
                <a:uLnTx/>
                <a:uFillTx/>
                <a:latin typeface="Segoe UI"/>
                <a:ea typeface="+mn-ea"/>
                <a:cs typeface="+mn-cs"/>
              </a:rPr>
              <a:t>ADDITIONAL PALETTE</a:t>
            </a:r>
            <a:endParaRPr kumimoji="0" lang="ru-RU" sz="1698" b="1" i="0" u="none" strike="noStrike" kern="0" cap="none" spc="0" normalizeH="0" baseline="0" noProof="0" dirty="0">
              <a:ln>
                <a:noFill/>
              </a:ln>
              <a:solidFill>
                <a:srgbClr val="008BCB"/>
              </a:solidFill>
              <a:effectLst/>
              <a:uLnTx/>
              <a:uFillTx/>
              <a:latin typeface="Segoe UI"/>
              <a:ea typeface="+mn-ea"/>
              <a:cs typeface="+mn-cs"/>
            </a:endParaRPr>
          </a:p>
        </p:txBody>
      </p:sp>
      <p:sp>
        <p:nvSpPr>
          <p:cNvPr id="12" name="Прямоугольник 11"/>
          <p:cNvSpPr/>
          <p:nvPr userDrawn="1"/>
        </p:nvSpPr>
        <p:spPr>
          <a:xfrm>
            <a:off x="671769" y="4051009"/>
            <a:ext cx="1046596" cy="1046522"/>
          </a:xfrm>
          <a:prstGeom prst="rect">
            <a:avLst/>
          </a:prstGeom>
          <a:solidFill>
            <a:srgbClr val="806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3" name="Прямоугольник 12"/>
          <p:cNvSpPr/>
          <p:nvPr userDrawn="1"/>
        </p:nvSpPr>
        <p:spPr>
          <a:xfrm>
            <a:off x="3042227" y="4051009"/>
            <a:ext cx="1046596" cy="1046522"/>
          </a:xfrm>
          <a:prstGeom prst="rect">
            <a:avLst/>
          </a:prstGeom>
          <a:solidFill>
            <a:srgbClr val="59B0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4" name="Прямоугольник 13"/>
          <p:cNvSpPr/>
          <p:nvPr userDrawn="1"/>
        </p:nvSpPr>
        <p:spPr>
          <a:xfrm>
            <a:off x="4227456" y="4051009"/>
            <a:ext cx="1046596" cy="104652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5" name="Прямоугольник 14"/>
          <p:cNvSpPr/>
          <p:nvPr userDrawn="1"/>
        </p:nvSpPr>
        <p:spPr>
          <a:xfrm>
            <a:off x="671769" y="2704076"/>
            <a:ext cx="309583" cy="309562"/>
          </a:xfrm>
          <a:prstGeom prst="rect">
            <a:avLst/>
          </a:prstGeom>
          <a:solidFill>
            <a:srgbClr val="B3E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6" name="Прямоугольник 15"/>
          <p:cNvSpPr/>
          <p:nvPr userDrawn="1"/>
        </p:nvSpPr>
        <p:spPr>
          <a:xfrm>
            <a:off x="1040275" y="2704076"/>
            <a:ext cx="309583" cy="309562"/>
          </a:xfrm>
          <a:prstGeom prst="rect">
            <a:avLst/>
          </a:prstGeom>
          <a:solidFill>
            <a:srgbClr val="6DD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7" name="Прямоугольник 16"/>
          <p:cNvSpPr/>
          <p:nvPr userDrawn="1"/>
        </p:nvSpPr>
        <p:spPr>
          <a:xfrm>
            <a:off x="1408782" y="2704076"/>
            <a:ext cx="309583" cy="309562"/>
          </a:xfrm>
          <a:prstGeom prst="rect">
            <a:avLst/>
          </a:prstGeom>
          <a:solidFill>
            <a:srgbClr val="11B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8" name="Прямоугольник 17"/>
          <p:cNvSpPr/>
          <p:nvPr userDrawn="1"/>
        </p:nvSpPr>
        <p:spPr>
          <a:xfrm>
            <a:off x="1856999" y="2704076"/>
            <a:ext cx="309583" cy="309562"/>
          </a:xfrm>
          <a:prstGeom prst="rect">
            <a:avLst/>
          </a:prstGeom>
          <a:solidFill>
            <a:srgbClr val="FFF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9" name="Прямоугольник 18"/>
          <p:cNvSpPr/>
          <p:nvPr userDrawn="1"/>
        </p:nvSpPr>
        <p:spPr>
          <a:xfrm>
            <a:off x="2225505" y="2704076"/>
            <a:ext cx="309583" cy="309562"/>
          </a:xfrm>
          <a:prstGeom prst="rect">
            <a:avLst/>
          </a:prstGeom>
          <a:solidFill>
            <a:srgbClr val="FFE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0" name="Прямоугольник 19"/>
          <p:cNvSpPr/>
          <p:nvPr userDrawn="1"/>
        </p:nvSpPr>
        <p:spPr>
          <a:xfrm>
            <a:off x="2594012" y="2704076"/>
            <a:ext cx="309583" cy="309562"/>
          </a:xfrm>
          <a:prstGeom prst="rect">
            <a:avLst/>
          </a:prstGeom>
          <a:solidFill>
            <a:srgbClr val="FFDC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1" name="Прямоугольник 20"/>
          <p:cNvSpPr/>
          <p:nvPr userDrawn="1"/>
        </p:nvSpPr>
        <p:spPr>
          <a:xfrm>
            <a:off x="3042228" y="2704076"/>
            <a:ext cx="309583" cy="309562"/>
          </a:xfrm>
          <a:prstGeom prst="rect">
            <a:avLst/>
          </a:prstGeom>
          <a:solidFill>
            <a:srgbClr val="AEA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2" name="Прямоугольник 21"/>
          <p:cNvSpPr/>
          <p:nvPr userDrawn="1"/>
        </p:nvSpPr>
        <p:spPr>
          <a:xfrm>
            <a:off x="3410734" y="2704076"/>
            <a:ext cx="309583" cy="309562"/>
          </a:xfrm>
          <a:prstGeom prst="rect">
            <a:avLst/>
          </a:prstGeom>
          <a:solidFill>
            <a:srgbClr val="828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3" name="Прямоугольник 22"/>
          <p:cNvSpPr/>
          <p:nvPr userDrawn="1"/>
        </p:nvSpPr>
        <p:spPr>
          <a:xfrm>
            <a:off x="3779240" y="2704076"/>
            <a:ext cx="309583" cy="309562"/>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4" name="Прямоугольник 23"/>
          <p:cNvSpPr/>
          <p:nvPr userDrawn="1"/>
        </p:nvSpPr>
        <p:spPr>
          <a:xfrm>
            <a:off x="671769" y="5144935"/>
            <a:ext cx="309583" cy="309562"/>
          </a:xfrm>
          <a:prstGeom prst="rect">
            <a:avLst/>
          </a:prstGeom>
          <a:solidFill>
            <a:srgbClr val="D4CA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5" name="Прямоугольник 24"/>
          <p:cNvSpPr/>
          <p:nvPr userDrawn="1"/>
        </p:nvSpPr>
        <p:spPr>
          <a:xfrm>
            <a:off x="1040275" y="5144935"/>
            <a:ext cx="309583" cy="309562"/>
          </a:xfrm>
          <a:prstGeom prst="rect">
            <a:avLst/>
          </a:prstGeom>
          <a:solidFill>
            <a:srgbClr val="B2A1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6" name="Прямоугольник 25"/>
          <p:cNvSpPr/>
          <p:nvPr userDrawn="1"/>
        </p:nvSpPr>
        <p:spPr>
          <a:xfrm>
            <a:off x="1408782" y="5144935"/>
            <a:ext cx="309583" cy="309562"/>
          </a:xfrm>
          <a:prstGeom prst="rect">
            <a:avLst/>
          </a:prstGeom>
          <a:solidFill>
            <a:srgbClr val="8F77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7" name="Прямоугольник 26"/>
          <p:cNvSpPr/>
          <p:nvPr userDrawn="1"/>
        </p:nvSpPr>
        <p:spPr>
          <a:xfrm>
            <a:off x="1856999" y="5144935"/>
            <a:ext cx="309583" cy="309562"/>
          </a:xfrm>
          <a:prstGeom prst="rect">
            <a:avLst/>
          </a:prstGeom>
          <a:solidFill>
            <a:srgbClr val="9BFF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8" name="Прямоугольник 27"/>
          <p:cNvSpPr/>
          <p:nvPr userDrawn="1"/>
        </p:nvSpPr>
        <p:spPr>
          <a:xfrm>
            <a:off x="2225505" y="5144935"/>
            <a:ext cx="309583" cy="309562"/>
          </a:xfrm>
          <a:prstGeom prst="rect">
            <a:avLst/>
          </a:prstGeom>
          <a:solidFill>
            <a:srgbClr val="2DFF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9" name="Прямоугольник 28"/>
          <p:cNvSpPr/>
          <p:nvPr userDrawn="1"/>
        </p:nvSpPr>
        <p:spPr>
          <a:xfrm>
            <a:off x="2594012" y="5144935"/>
            <a:ext cx="309583" cy="309562"/>
          </a:xfrm>
          <a:prstGeom prst="rect">
            <a:avLst/>
          </a:prstGeom>
          <a:solidFill>
            <a:srgbClr val="50D6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30" name="Прямоугольник 29"/>
          <p:cNvSpPr/>
          <p:nvPr userDrawn="1"/>
        </p:nvSpPr>
        <p:spPr>
          <a:xfrm>
            <a:off x="3042228" y="5144935"/>
            <a:ext cx="309583" cy="309562"/>
          </a:xfrm>
          <a:prstGeom prst="rect">
            <a:avLst/>
          </a:prstGeom>
          <a:solidFill>
            <a:srgbClr val="59B0A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31" name="Прямоугольник 30"/>
          <p:cNvSpPr/>
          <p:nvPr userDrawn="1"/>
        </p:nvSpPr>
        <p:spPr>
          <a:xfrm>
            <a:off x="3410734" y="5144935"/>
            <a:ext cx="309583" cy="309562"/>
          </a:xfrm>
          <a:prstGeom prst="rect">
            <a:avLst/>
          </a:prstGeom>
          <a:solidFill>
            <a:srgbClr val="59B0AE">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32" name="Прямоугольник 31"/>
          <p:cNvSpPr/>
          <p:nvPr userDrawn="1"/>
        </p:nvSpPr>
        <p:spPr>
          <a:xfrm>
            <a:off x="3779240" y="5144935"/>
            <a:ext cx="309583" cy="309562"/>
          </a:xfrm>
          <a:prstGeom prst="rect">
            <a:avLst/>
          </a:prstGeom>
          <a:solidFill>
            <a:srgbClr val="59B0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33" name="Прямоугольник 32"/>
          <p:cNvSpPr/>
          <p:nvPr userDrawn="1"/>
        </p:nvSpPr>
        <p:spPr>
          <a:xfrm>
            <a:off x="4227456" y="5144935"/>
            <a:ext cx="309583" cy="309562"/>
          </a:xfrm>
          <a:prstGeom prst="rect">
            <a:avLst/>
          </a:prstGeom>
          <a:solidFill>
            <a:srgbClr val="A3A3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34" name="Прямоугольник 33"/>
          <p:cNvSpPr/>
          <p:nvPr userDrawn="1"/>
        </p:nvSpPr>
        <p:spPr>
          <a:xfrm>
            <a:off x="4595962" y="5144935"/>
            <a:ext cx="309583" cy="309562"/>
          </a:xfrm>
          <a:prstGeom prst="rect">
            <a:avLst/>
          </a:prstGeom>
          <a:solidFill>
            <a:srgbClr val="6868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35" name="Прямоугольник 34"/>
          <p:cNvSpPr/>
          <p:nvPr userDrawn="1"/>
        </p:nvSpPr>
        <p:spPr>
          <a:xfrm>
            <a:off x="4964468" y="5144935"/>
            <a:ext cx="309583" cy="309562"/>
          </a:xfrm>
          <a:prstGeom prst="rect">
            <a:avLst/>
          </a:prstGeom>
          <a:solidFill>
            <a:srgbClr val="3A3A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pic>
        <p:nvPicPr>
          <p:cNvPr id="36" name="Рисунок 3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875070" y="2257058"/>
            <a:ext cx="2243170" cy="558096"/>
          </a:xfrm>
          <a:prstGeom prst="rect">
            <a:avLst/>
          </a:prstGeom>
        </p:spPr>
      </p:pic>
      <p:pic>
        <p:nvPicPr>
          <p:cNvPr id="37" name="Рисунок 36"/>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875072" y="3276831"/>
            <a:ext cx="579397" cy="706921"/>
          </a:xfrm>
          <a:prstGeom prst="rect">
            <a:avLst/>
          </a:prstGeom>
        </p:spPr>
      </p:pic>
      <p:pic>
        <p:nvPicPr>
          <p:cNvPr id="38" name="Рисунок 37"/>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904767" y="3325305"/>
            <a:ext cx="807966" cy="738812"/>
          </a:xfrm>
          <a:prstGeom prst="rect">
            <a:avLst/>
          </a:prstGeom>
        </p:spPr>
      </p:pic>
      <p:pic>
        <p:nvPicPr>
          <p:cNvPr id="39" name="Рисунок 38"/>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9091779" y="3630291"/>
            <a:ext cx="1552146" cy="297649"/>
          </a:xfrm>
          <a:prstGeom prst="rect">
            <a:avLst/>
          </a:prstGeom>
        </p:spPr>
      </p:pic>
      <p:pic>
        <p:nvPicPr>
          <p:cNvPr id="40" name="Рисунок 39"/>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6778740" y="4673722"/>
            <a:ext cx="868392" cy="634639"/>
          </a:xfrm>
          <a:prstGeom prst="rect">
            <a:avLst/>
          </a:prstGeom>
        </p:spPr>
      </p:pic>
      <p:pic>
        <p:nvPicPr>
          <p:cNvPr id="41" name="Рисунок 40"/>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7949949" y="4574269"/>
            <a:ext cx="717602" cy="770703"/>
          </a:xfrm>
          <a:prstGeom prst="rect">
            <a:avLst/>
          </a:prstGeom>
        </p:spPr>
      </p:pic>
      <p:pic>
        <p:nvPicPr>
          <p:cNvPr id="42" name="Рисунок 41"/>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a:off x="9174171" y="4858633"/>
            <a:ext cx="1387364" cy="244498"/>
          </a:xfrm>
          <a:prstGeom prst="rect">
            <a:avLst/>
          </a:prstGeom>
        </p:spPr>
      </p:pic>
      <p:sp>
        <p:nvSpPr>
          <p:cNvPr id="43" name="Заголовок 2"/>
          <p:cNvSpPr>
            <a:spLocks noGrp="1"/>
          </p:cNvSpPr>
          <p:nvPr>
            <p:ph type="ctrTitle"/>
          </p:nvPr>
        </p:nvSpPr>
        <p:spPr>
          <a:xfrm>
            <a:off x="695964" y="553206"/>
            <a:ext cx="5065880" cy="298618"/>
          </a:xfrm>
        </p:spPr>
        <p:txBody>
          <a:bodyPr/>
          <a:lstStyle>
            <a:lvl1pPr>
              <a:defRPr kumimoji="0" lang="ru-RU" sz="1940" b="1" i="0" u="none" strike="noStrike" kern="0" cap="none" spc="0" normalizeH="0" baseline="0" dirty="0">
                <a:ln>
                  <a:noFill/>
                </a:ln>
                <a:solidFill>
                  <a:srgbClr val="008FD1"/>
                </a:solidFill>
                <a:effectLst/>
                <a:uLnTx/>
                <a:uFillTx/>
                <a:latin typeface="Segoe UI Black" panose="020B0A02040204020203" pitchFamily="34" charset="0"/>
                <a:ea typeface="+mj-ea"/>
                <a:cs typeface="Segoe UI"/>
              </a:defRPr>
            </a:lvl1pPr>
          </a:lstStyle>
          <a:p>
            <a:pPr marL="0" marR="0" lvl="0" indent="0" defTabSz="554500" eaLnBrk="1" fontAlgn="auto" latinLnBrk="0" hangingPunct="1">
              <a:lnSpc>
                <a:spcPct val="100000"/>
              </a:lnSpc>
              <a:spcBef>
                <a:spcPts val="0"/>
              </a:spcBef>
              <a:spcAft>
                <a:spcPts val="0"/>
              </a:spcAft>
              <a:buClrTx/>
              <a:buSzTx/>
              <a:buFontTx/>
              <a:buNone/>
              <a:tabLst/>
              <a:defRPr/>
            </a:pPr>
            <a:r>
              <a:rPr lang="en-US"/>
              <a:t>Click to edit Master title style</a:t>
            </a:r>
            <a:endParaRPr lang="ru-RU" dirty="0"/>
          </a:p>
        </p:txBody>
      </p:sp>
      <p:sp>
        <p:nvSpPr>
          <p:cNvPr id="44" name="object 3"/>
          <p:cNvSpPr txBox="1"/>
          <p:nvPr userDrawn="1"/>
        </p:nvSpPr>
        <p:spPr>
          <a:xfrm>
            <a:off x="671769" y="3131303"/>
            <a:ext cx="1046596" cy="305543"/>
          </a:xfrm>
          <a:prstGeom prst="rect">
            <a:avLst/>
          </a:prstGeom>
        </p:spPr>
        <p:txBody>
          <a:bodyPr vert="horz" wrap="square" lIns="0" tIns="6932" rIns="0" bIns="0" rtlCol="0">
            <a:spAutoFit/>
          </a:bodyPr>
          <a:lstStyle/>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Blue</a:t>
            </a:r>
          </a:p>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RGB – 0 139 203</a:t>
            </a:r>
            <a:endParaRPr kumimoji="0" sz="970" b="0" i="0" u="none" strike="noStrike" kern="0" cap="none" spc="0" normalizeH="0" baseline="0" noProof="0" dirty="0">
              <a:ln>
                <a:noFill/>
              </a:ln>
              <a:solidFill>
                <a:sysClr val="windowText" lastClr="000000"/>
              </a:solidFill>
              <a:effectLst/>
              <a:uLnTx/>
              <a:uFillTx/>
              <a:latin typeface="Segoe UI"/>
              <a:cs typeface="Segoe UI"/>
            </a:endParaRPr>
          </a:p>
        </p:txBody>
      </p:sp>
      <p:sp>
        <p:nvSpPr>
          <p:cNvPr id="45" name="object 3"/>
          <p:cNvSpPr txBox="1"/>
          <p:nvPr userDrawn="1"/>
        </p:nvSpPr>
        <p:spPr>
          <a:xfrm>
            <a:off x="1856998" y="3131303"/>
            <a:ext cx="1046596" cy="305543"/>
          </a:xfrm>
          <a:prstGeom prst="rect">
            <a:avLst/>
          </a:prstGeom>
        </p:spPr>
        <p:txBody>
          <a:bodyPr vert="horz" wrap="square" lIns="0" tIns="6932" rIns="0" bIns="0" rtlCol="0">
            <a:spAutoFit/>
          </a:bodyPr>
          <a:lstStyle/>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Yellow</a:t>
            </a:r>
          </a:p>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RGB – 253 198 0</a:t>
            </a:r>
            <a:endParaRPr kumimoji="0" sz="970" b="0" i="0" u="none" strike="noStrike" kern="0" cap="none" spc="0" normalizeH="0" baseline="0" noProof="0" dirty="0">
              <a:ln>
                <a:noFill/>
              </a:ln>
              <a:solidFill>
                <a:sysClr val="windowText" lastClr="000000"/>
              </a:solidFill>
              <a:effectLst/>
              <a:uLnTx/>
              <a:uFillTx/>
              <a:latin typeface="Segoe UI"/>
              <a:cs typeface="Segoe UI"/>
            </a:endParaRPr>
          </a:p>
        </p:txBody>
      </p:sp>
      <p:sp>
        <p:nvSpPr>
          <p:cNvPr id="46" name="object 3"/>
          <p:cNvSpPr txBox="1"/>
          <p:nvPr userDrawn="1"/>
        </p:nvSpPr>
        <p:spPr>
          <a:xfrm>
            <a:off x="3042226" y="3131303"/>
            <a:ext cx="1046596" cy="305543"/>
          </a:xfrm>
          <a:prstGeom prst="rect">
            <a:avLst/>
          </a:prstGeom>
        </p:spPr>
        <p:txBody>
          <a:bodyPr vert="horz" wrap="square" lIns="0" tIns="6932" rIns="0" bIns="0" rtlCol="0">
            <a:spAutoFit/>
          </a:bodyPr>
          <a:lstStyle/>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Gray</a:t>
            </a:r>
          </a:p>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RGB – 77 77 77</a:t>
            </a:r>
            <a:endParaRPr kumimoji="0" sz="970" b="0" i="0" u="none" strike="noStrike" kern="0" cap="none" spc="0" normalizeH="0" baseline="0" noProof="0" dirty="0">
              <a:ln>
                <a:noFill/>
              </a:ln>
              <a:solidFill>
                <a:sysClr val="windowText" lastClr="000000"/>
              </a:solidFill>
              <a:effectLst/>
              <a:uLnTx/>
              <a:uFillTx/>
              <a:latin typeface="Segoe UI"/>
              <a:cs typeface="Segoe UI"/>
            </a:endParaRPr>
          </a:p>
        </p:txBody>
      </p:sp>
      <p:sp>
        <p:nvSpPr>
          <p:cNvPr id="47" name="Прямоугольник 46"/>
          <p:cNvSpPr/>
          <p:nvPr userDrawn="1"/>
        </p:nvSpPr>
        <p:spPr>
          <a:xfrm>
            <a:off x="1856999" y="4051009"/>
            <a:ext cx="1046596" cy="1046522"/>
          </a:xfrm>
          <a:prstGeom prst="rect">
            <a:avLst/>
          </a:prstGeom>
          <a:solidFill>
            <a:srgbClr val="50D6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48" name="object 3"/>
          <p:cNvSpPr txBox="1"/>
          <p:nvPr userDrawn="1"/>
        </p:nvSpPr>
        <p:spPr>
          <a:xfrm>
            <a:off x="1856998" y="5595717"/>
            <a:ext cx="1046596" cy="305543"/>
          </a:xfrm>
          <a:prstGeom prst="rect">
            <a:avLst/>
          </a:prstGeom>
        </p:spPr>
        <p:txBody>
          <a:bodyPr vert="horz" wrap="square" lIns="0" tIns="6932" rIns="0" bIns="0" rtlCol="0">
            <a:spAutoFit/>
          </a:bodyPr>
          <a:lstStyle/>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Green </a:t>
            </a:r>
          </a:p>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RGB – 080 204 145</a:t>
            </a:r>
            <a:endParaRPr kumimoji="0" sz="970" b="0" i="0" u="none" strike="noStrike" kern="0" cap="none" spc="0" normalizeH="0" baseline="0" noProof="0" dirty="0">
              <a:ln>
                <a:noFill/>
              </a:ln>
              <a:solidFill>
                <a:sysClr val="windowText" lastClr="000000"/>
              </a:solidFill>
              <a:effectLst/>
              <a:uLnTx/>
              <a:uFillTx/>
              <a:latin typeface="Segoe UI"/>
              <a:cs typeface="Segoe UI"/>
            </a:endParaRPr>
          </a:p>
        </p:txBody>
      </p:sp>
      <p:sp>
        <p:nvSpPr>
          <p:cNvPr id="49" name="object 3"/>
          <p:cNvSpPr txBox="1"/>
          <p:nvPr userDrawn="1"/>
        </p:nvSpPr>
        <p:spPr>
          <a:xfrm>
            <a:off x="671769" y="5595717"/>
            <a:ext cx="1046596" cy="305543"/>
          </a:xfrm>
          <a:prstGeom prst="rect">
            <a:avLst/>
          </a:prstGeom>
        </p:spPr>
        <p:txBody>
          <a:bodyPr vert="horz" wrap="square" lIns="0" tIns="6932" rIns="0" bIns="0" rtlCol="0">
            <a:spAutoFit/>
          </a:bodyPr>
          <a:lstStyle/>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Violet</a:t>
            </a:r>
          </a:p>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RGB – 091 087 162</a:t>
            </a:r>
            <a:endParaRPr kumimoji="0" sz="970" b="0" i="0" u="none" strike="noStrike" kern="0" cap="none" spc="0" normalizeH="0" baseline="0" noProof="0" dirty="0">
              <a:ln>
                <a:noFill/>
              </a:ln>
              <a:solidFill>
                <a:sysClr val="windowText" lastClr="000000"/>
              </a:solidFill>
              <a:effectLst/>
              <a:uLnTx/>
              <a:uFillTx/>
              <a:latin typeface="Segoe UI"/>
              <a:cs typeface="Segoe UI"/>
            </a:endParaRPr>
          </a:p>
        </p:txBody>
      </p:sp>
      <p:sp>
        <p:nvSpPr>
          <p:cNvPr id="50" name="object 3"/>
          <p:cNvSpPr txBox="1"/>
          <p:nvPr userDrawn="1"/>
        </p:nvSpPr>
        <p:spPr>
          <a:xfrm>
            <a:off x="3042226" y="5595717"/>
            <a:ext cx="1046596" cy="305543"/>
          </a:xfrm>
          <a:prstGeom prst="rect">
            <a:avLst/>
          </a:prstGeom>
        </p:spPr>
        <p:txBody>
          <a:bodyPr vert="horz" wrap="square" lIns="0" tIns="6932" rIns="0" bIns="0" rtlCol="0">
            <a:spAutoFit/>
          </a:bodyPr>
          <a:lstStyle/>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Turquoise</a:t>
            </a:r>
          </a:p>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RGB – </a:t>
            </a:r>
            <a:r>
              <a:rPr kumimoji="0" lang="ru-RU"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089 176</a:t>
            </a:r>
            <a:r>
              <a:rPr kumimoji="0" 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 </a:t>
            </a:r>
            <a:r>
              <a:rPr kumimoji="0" lang="ru-RU"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174</a:t>
            </a:r>
            <a:endParaRPr kumimoji="0" sz="970" b="0" i="0" u="none" strike="noStrike" kern="0" cap="none" spc="0" normalizeH="0" baseline="0" noProof="0" dirty="0">
              <a:ln>
                <a:noFill/>
              </a:ln>
              <a:solidFill>
                <a:sysClr val="windowText" lastClr="000000"/>
              </a:solidFill>
              <a:effectLst/>
              <a:uLnTx/>
              <a:uFillTx/>
              <a:latin typeface="Segoe UI"/>
              <a:cs typeface="Segoe UI"/>
            </a:endParaRPr>
          </a:p>
        </p:txBody>
      </p:sp>
      <p:sp>
        <p:nvSpPr>
          <p:cNvPr id="51" name="object 3"/>
          <p:cNvSpPr txBox="1"/>
          <p:nvPr userDrawn="1"/>
        </p:nvSpPr>
        <p:spPr>
          <a:xfrm>
            <a:off x="4227456" y="5595717"/>
            <a:ext cx="1046596" cy="305543"/>
          </a:xfrm>
          <a:prstGeom prst="rect">
            <a:avLst/>
          </a:prstGeom>
        </p:spPr>
        <p:txBody>
          <a:bodyPr vert="horz" wrap="square" lIns="0" tIns="6932" rIns="0" bIns="0" rtlCol="0">
            <a:spAutoFit/>
          </a:bodyPr>
          <a:lstStyle/>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Black</a:t>
            </a:r>
          </a:p>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RGB – 000 000 000</a:t>
            </a:r>
            <a:endParaRPr kumimoji="0" sz="970" b="0" i="0" u="none" strike="noStrike" kern="0" cap="none" spc="0" normalizeH="0" baseline="0" noProof="0" dirty="0">
              <a:ln>
                <a:noFill/>
              </a:ln>
              <a:solidFill>
                <a:sysClr val="windowText" lastClr="000000"/>
              </a:solidFill>
              <a:effectLst/>
              <a:uLnTx/>
              <a:uFillTx/>
              <a:latin typeface="Segoe UI"/>
              <a:cs typeface="Segoe UI"/>
            </a:endParaRPr>
          </a:p>
        </p:txBody>
      </p:sp>
      <p:sp>
        <p:nvSpPr>
          <p:cNvPr id="53" name="Holder 2"/>
          <p:cNvSpPr txBox="1">
            <a:spLocks/>
          </p:cNvSpPr>
          <p:nvPr userDrawn="1"/>
        </p:nvSpPr>
        <p:spPr>
          <a:xfrm>
            <a:off x="6407014" y="553282"/>
            <a:ext cx="4756680" cy="298543"/>
          </a:xfrm>
          <a:prstGeom prst="rect">
            <a:avLst/>
          </a:prstGeom>
        </p:spPr>
        <p:txBody>
          <a:bodyPr wrap="square" lIns="0" tIns="0" rIns="0" bIns="0" anchor="b" anchorCtr="0">
            <a:spAutoFit/>
          </a:bodyPr>
          <a:lstStyle>
            <a:lvl1pPr>
              <a:defRPr sz="3200" b="1" i="0" baseline="0">
                <a:solidFill>
                  <a:srgbClr val="008FD1"/>
                </a:solidFill>
                <a:latin typeface="Segoe UI Black" panose="020B0A02040204020203" pitchFamily="34" charset="0"/>
                <a:ea typeface="+mj-ea"/>
                <a:cs typeface="Segoe UI"/>
              </a:defRPr>
            </a:lvl1pPr>
          </a:lstStyle>
          <a:p>
            <a:pPr marL="0" marR="0" lvl="0" indent="0" defTabSz="554500" eaLnBrk="1" fontAlgn="auto" latinLnBrk="0" hangingPunct="1">
              <a:lnSpc>
                <a:spcPct val="100000"/>
              </a:lnSpc>
              <a:spcBef>
                <a:spcPts val="0"/>
              </a:spcBef>
              <a:spcAft>
                <a:spcPts val="0"/>
              </a:spcAft>
              <a:buClrTx/>
              <a:buSzTx/>
              <a:buFontTx/>
              <a:buNone/>
              <a:tabLst/>
              <a:defRPr/>
            </a:pPr>
            <a:r>
              <a:rPr kumimoji="0" lang="en-US" sz="1940" b="1" i="0" u="none" strike="noStrike" kern="0" cap="none" spc="0" normalizeH="0" baseline="0" noProof="0" dirty="0">
                <a:ln>
                  <a:noFill/>
                </a:ln>
                <a:solidFill>
                  <a:srgbClr val="008FD1"/>
                </a:solidFill>
                <a:effectLst/>
                <a:uLnTx/>
                <a:uFillTx/>
                <a:latin typeface="Segoe UI Black" panose="020B0A02040204020203" pitchFamily="34" charset="0"/>
                <a:ea typeface="+mj-ea"/>
                <a:cs typeface="Segoe UI"/>
              </a:rPr>
              <a:t>Shareholders </a:t>
            </a:r>
            <a:endParaRPr kumimoji="0" lang="ru-RU" sz="1940" b="1" i="0" u="none" strike="noStrike" kern="0" cap="none" spc="0" normalizeH="0" baseline="0" noProof="0" dirty="0">
              <a:ln>
                <a:noFill/>
              </a:ln>
              <a:solidFill>
                <a:srgbClr val="008FD1"/>
              </a:solidFill>
              <a:effectLst/>
              <a:uLnTx/>
              <a:uFillTx/>
              <a:latin typeface="Segoe UI Black" panose="020B0A02040204020203" pitchFamily="34" charset="0"/>
              <a:ea typeface="+mj-ea"/>
              <a:cs typeface="Segoe UI"/>
            </a:endParaRPr>
          </a:p>
        </p:txBody>
      </p:sp>
    </p:spTree>
    <p:extLst>
      <p:ext uri="{BB962C8B-B14F-4D97-AF65-F5344CB8AC3E}">
        <p14:creationId xmlns:p14="http://schemas.microsoft.com/office/powerpoint/2010/main" val="760753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Прямоугольник с двумя скругленными соседними углами 3">
            <a:extLst>
              <a:ext uri="{FF2B5EF4-FFF2-40B4-BE49-F238E27FC236}">
                <a16:creationId xmlns:a16="http://schemas.microsoft.com/office/drawing/2014/main" id="{86ECABF4-FCA2-4F5F-A8AF-4632AC050857}"/>
              </a:ext>
            </a:extLst>
          </p:cNvPr>
          <p:cNvSpPr/>
          <p:nvPr userDrawn="1"/>
        </p:nvSpPr>
        <p:spPr>
          <a:xfrm flipV="1">
            <a:off x="11336136" y="1"/>
            <a:ext cx="855865" cy="855805"/>
          </a:xfrm>
          <a:prstGeom prst="round2SameRect">
            <a:avLst>
              <a:gd name="adj1" fmla="val 10368"/>
              <a:gd name="adj2" fmla="val 0"/>
            </a:avLst>
          </a:prstGeom>
          <a:solidFill>
            <a:srgbClr val="81D8FF">
              <a:alpha val="50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ru-RU" sz="1092" dirty="0"/>
          </a:p>
        </p:txBody>
      </p:sp>
      <p:pic>
        <p:nvPicPr>
          <p:cNvPr id="8" name="Рисунок 87">
            <a:extLst>
              <a:ext uri="{FF2B5EF4-FFF2-40B4-BE49-F238E27FC236}">
                <a16:creationId xmlns:a16="http://schemas.microsoft.com/office/drawing/2014/main" id="{67C34D01-AD72-4823-85AB-8A0C8FA66221}"/>
              </a:ext>
            </a:extLst>
          </p:cNvPr>
          <p:cNvPicPr>
            <a:picLocks noChangeAspect="1"/>
          </p:cNvPicPr>
          <p:nvPr userDrawn="1"/>
        </p:nvPicPr>
        <p:blipFill>
          <a:blip r:embed="rId21" cstate="email">
            <a:extLst>
              <a:ext uri="{28A0092B-C50C-407E-A947-70E740481C1C}">
                <a14:useLocalDpi xmlns:a14="http://schemas.microsoft.com/office/drawing/2010/main"/>
              </a:ext>
            </a:extLst>
          </a:blip>
          <a:stretch>
            <a:fillRect/>
          </a:stretch>
        </p:blipFill>
        <p:spPr>
          <a:xfrm>
            <a:off x="11410132" y="92706"/>
            <a:ext cx="716511" cy="670394"/>
          </a:xfrm>
          <a:prstGeom prst="rect">
            <a:avLst/>
          </a:prstGeom>
        </p:spPr>
      </p:pic>
      <p:sp>
        <p:nvSpPr>
          <p:cNvPr id="10" name="Прямоугольник с одним скругленным углом 10">
            <a:extLst>
              <a:ext uri="{FF2B5EF4-FFF2-40B4-BE49-F238E27FC236}">
                <a16:creationId xmlns:a16="http://schemas.microsoft.com/office/drawing/2014/main" id="{5CC9A1F0-FDDE-465F-A976-17113911F1F8}"/>
              </a:ext>
            </a:extLst>
          </p:cNvPr>
          <p:cNvSpPr/>
          <p:nvPr userDrawn="1"/>
        </p:nvSpPr>
        <p:spPr>
          <a:xfrm flipV="1">
            <a:off x="680650" y="1"/>
            <a:ext cx="178426" cy="221797"/>
          </a:xfrm>
          <a:prstGeom prst="round1Rect">
            <a:avLst/>
          </a:prstGeom>
          <a:solidFill>
            <a:srgbClr val="008BCB"/>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29690503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Lst>
  <p:hf hdr="0" ftr="0" dt="0"/>
  <p:txStyles>
    <p:titleStyle>
      <a:lvl1pPr algn="l" defTabSz="554500" rtl="0" eaLnBrk="1" latinLnBrk="0" hangingPunct="1">
        <a:lnSpc>
          <a:spcPct val="90000"/>
        </a:lnSpc>
        <a:spcBef>
          <a:spcPct val="0"/>
        </a:spcBef>
        <a:buNone/>
        <a:defRPr sz="2668" kern="1200">
          <a:solidFill>
            <a:schemeClr val="tx1"/>
          </a:solidFill>
          <a:latin typeface="+mj-lt"/>
          <a:ea typeface="+mj-ea"/>
          <a:cs typeface="+mj-cs"/>
        </a:defRPr>
      </a:lvl1pPr>
    </p:titleStyle>
    <p:bodyStyle>
      <a:lvl1pPr marL="138625" indent="-138625" algn="l" defTabSz="554500" rtl="0" eaLnBrk="1" latinLnBrk="0" hangingPunct="1">
        <a:lnSpc>
          <a:spcPct val="90000"/>
        </a:lnSpc>
        <a:spcBef>
          <a:spcPts val="606"/>
        </a:spcBef>
        <a:buFont typeface="Arial" panose="020B0604020202020204" pitchFamily="34" charset="0"/>
        <a:buChar char="•"/>
        <a:defRPr sz="1698" kern="1200">
          <a:solidFill>
            <a:schemeClr val="tx1"/>
          </a:solidFill>
          <a:latin typeface="+mn-lt"/>
          <a:ea typeface="+mn-ea"/>
          <a:cs typeface="+mn-cs"/>
        </a:defRPr>
      </a:lvl1pPr>
      <a:lvl2pPr marL="415875" indent="-138625" algn="l" defTabSz="554500" rtl="0" eaLnBrk="1" latinLnBrk="0" hangingPunct="1">
        <a:lnSpc>
          <a:spcPct val="90000"/>
        </a:lnSpc>
        <a:spcBef>
          <a:spcPts val="303"/>
        </a:spcBef>
        <a:buFont typeface="Arial" panose="020B0604020202020204" pitchFamily="34" charset="0"/>
        <a:buChar char="•"/>
        <a:defRPr sz="1455" kern="1200">
          <a:solidFill>
            <a:schemeClr val="tx1"/>
          </a:solidFill>
          <a:latin typeface="+mn-lt"/>
          <a:ea typeface="+mn-ea"/>
          <a:cs typeface="+mn-cs"/>
        </a:defRPr>
      </a:lvl2pPr>
      <a:lvl3pPr marL="693125" indent="-138625" algn="l" defTabSz="554500" rtl="0" eaLnBrk="1" latinLnBrk="0" hangingPunct="1">
        <a:lnSpc>
          <a:spcPct val="90000"/>
        </a:lnSpc>
        <a:spcBef>
          <a:spcPts val="303"/>
        </a:spcBef>
        <a:buFont typeface="Arial" panose="020B0604020202020204" pitchFamily="34" charset="0"/>
        <a:buChar char="•"/>
        <a:defRPr sz="1213" kern="1200">
          <a:solidFill>
            <a:schemeClr val="tx1"/>
          </a:solidFill>
          <a:latin typeface="+mn-lt"/>
          <a:ea typeface="+mn-ea"/>
          <a:cs typeface="+mn-cs"/>
        </a:defRPr>
      </a:lvl3pPr>
      <a:lvl4pPr marL="970375" indent="-138625" algn="l" defTabSz="554500" rtl="0" eaLnBrk="1" latinLnBrk="0" hangingPunct="1">
        <a:lnSpc>
          <a:spcPct val="90000"/>
        </a:lnSpc>
        <a:spcBef>
          <a:spcPts val="303"/>
        </a:spcBef>
        <a:buFont typeface="Arial" panose="020B0604020202020204" pitchFamily="34" charset="0"/>
        <a:buChar char="•"/>
        <a:defRPr sz="1092" kern="1200">
          <a:solidFill>
            <a:schemeClr val="tx1"/>
          </a:solidFill>
          <a:latin typeface="+mn-lt"/>
          <a:ea typeface="+mn-ea"/>
          <a:cs typeface="+mn-cs"/>
        </a:defRPr>
      </a:lvl4pPr>
      <a:lvl5pPr marL="1247625" indent="-138625" algn="l" defTabSz="554500" rtl="0" eaLnBrk="1" latinLnBrk="0" hangingPunct="1">
        <a:lnSpc>
          <a:spcPct val="90000"/>
        </a:lnSpc>
        <a:spcBef>
          <a:spcPts val="303"/>
        </a:spcBef>
        <a:buFont typeface="Arial" panose="020B0604020202020204" pitchFamily="34" charset="0"/>
        <a:buChar char="•"/>
        <a:defRPr sz="1092" kern="1200">
          <a:solidFill>
            <a:schemeClr val="tx1"/>
          </a:solidFill>
          <a:latin typeface="+mn-lt"/>
          <a:ea typeface="+mn-ea"/>
          <a:cs typeface="+mn-cs"/>
        </a:defRPr>
      </a:lvl5pPr>
      <a:lvl6pPr marL="1524875" indent="-138625" algn="l" defTabSz="554500" rtl="0" eaLnBrk="1" latinLnBrk="0" hangingPunct="1">
        <a:lnSpc>
          <a:spcPct val="90000"/>
        </a:lnSpc>
        <a:spcBef>
          <a:spcPts val="303"/>
        </a:spcBef>
        <a:buFont typeface="Arial" panose="020B0604020202020204" pitchFamily="34" charset="0"/>
        <a:buChar char="•"/>
        <a:defRPr sz="1092" kern="1200">
          <a:solidFill>
            <a:schemeClr val="tx1"/>
          </a:solidFill>
          <a:latin typeface="+mn-lt"/>
          <a:ea typeface="+mn-ea"/>
          <a:cs typeface="+mn-cs"/>
        </a:defRPr>
      </a:lvl6pPr>
      <a:lvl7pPr marL="1802126" indent="-138625" algn="l" defTabSz="554500" rtl="0" eaLnBrk="1" latinLnBrk="0" hangingPunct="1">
        <a:lnSpc>
          <a:spcPct val="90000"/>
        </a:lnSpc>
        <a:spcBef>
          <a:spcPts val="303"/>
        </a:spcBef>
        <a:buFont typeface="Arial" panose="020B0604020202020204" pitchFamily="34" charset="0"/>
        <a:buChar char="•"/>
        <a:defRPr sz="1092" kern="1200">
          <a:solidFill>
            <a:schemeClr val="tx1"/>
          </a:solidFill>
          <a:latin typeface="+mn-lt"/>
          <a:ea typeface="+mn-ea"/>
          <a:cs typeface="+mn-cs"/>
        </a:defRPr>
      </a:lvl7pPr>
      <a:lvl8pPr marL="2079375" indent="-138625" algn="l" defTabSz="554500" rtl="0" eaLnBrk="1" latinLnBrk="0" hangingPunct="1">
        <a:lnSpc>
          <a:spcPct val="90000"/>
        </a:lnSpc>
        <a:spcBef>
          <a:spcPts val="303"/>
        </a:spcBef>
        <a:buFont typeface="Arial" panose="020B0604020202020204" pitchFamily="34" charset="0"/>
        <a:buChar char="•"/>
        <a:defRPr sz="1092" kern="1200">
          <a:solidFill>
            <a:schemeClr val="tx1"/>
          </a:solidFill>
          <a:latin typeface="+mn-lt"/>
          <a:ea typeface="+mn-ea"/>
          <a:cs typeface="+mn-cs"/>
        </a:defRPr>
      </a:lvl8pPr>
      <a:lvl9pPr marL="2356626" indent="-138625" algn="l" defTabSz="554500" rtl="0" eaLnBrk="1" latinLnBrk="0" hangingPunct="1">
        <a:lnSpc>
          <a:spcPct val="90000"/>
        </a:lnSpc>
        <a:spcBef>
          <a:spcPts val="303"/>
        </a:spcBef>
        <a:buFont typeface="Arial" panose="020B0604020202020204" pitchFamily="34" charset="0"/>
        <a:buChar char="•"/>
        <a:defRPr sz="1092" kern="1200">
          <a:solidFill>
            <a:schemeClr val="tx1"/>
          </a:solidFill>
          <a:latin typeface="+mn-lt"/>
          <a:ea typeface="+mn-ea"/>
          <a:cs typeface="+mn-cs"/>
        </a:defRPr>
      </a:lvl9pPr>
    </p:bodyStyle>
    <p:otherStyle>
      <a:defPPr>
        <a:defRPr lang="en-US"/>
      </a:defPPr>
      <a:lvl1pPr marL="0" algn="l" defTabSz="554500" rtl="0" eaLnBrk="1" latinLnBrk="0" hangingPunct="1">
        <a:defRPr sz="1092" kern="1200">
          <a:solidFill>
            <a:schemeClr val="tx1"/>
          </a:solidFill>
          <a:latin typeface="+mn-lt"/>
          <a:ea typeface="+mn-ea"/>
          <a:cs typeface="+mn-cs"/>
        </a:defRPr>
      </a:lvl1pPr>
      <a:lvl2pPr marL="277250" algn="l" defTabSz="554500" rtl="0" eaLnBrk="1" latinLnBrk="0" hangingPunct="1">
        <a:defRPr sz="1092" kern="1200">
          <a:solidFill>
            <a:schemeClr val="tx1"/>
          </a:solidFill>
          <a:latin typeface="+mn-lt"/>
          <a:ea typeface="+mn-ea"/>
          <a:cs typeface="+mn-cs"/>
        </a:defRPr>
      </a:lvl2pPr>
      <a:lvl3pPr marL="554500" algn="l" defTabSz="554500" rtl="0" eaLnBrk="1" latinLnBrk="0" hangingPunct="1">
        <a:defRPr sz="1092" kern="1200">
          <a:solidFill>
            <a:schemeClr val="tx1"/>
          </a:solidFill>
          <a:latin typeface="+mn-lt"/>
          <a:ea typeface="+mn-ea"/>
          <a:cs typeface="+mn-cs"/>
        </a:defRPr>
      </a:lvl3pPr>
      <a:lvl4pPr marL="831750" algn="l" defTabSz="554500" rtl="0" eaLnBrk="1" latinLnBrk="0" hangingPunct="1">
        <a:defRPr sz="1092" kern="1200">
          <a:solidFill>
            <a:schemeClr val="tx1"/>
          </a:solidFill>
          <a:latin typeface="+mn-lt"/>
          <a:ea typeface="+mn-ea"/>
          <a:cs typeface="+mn-cs"/>
        </a:defRPr>
      </a:lvl4pPr>
      <a:lvl5pPr marL="1109000" algn="l" defTabSz="554500" rtl="0" eaLnBrk="1" latinLnBrk="0" hangingPunct="1">
        <a:defRPr sz="1092" kern="1200">
          <a:solidFill>
            <a:schemeClr val="tx1"/>
          </a:solidFill>
          <a:latin typeface="+mn-lt"/>
          <a:ea typeface="+mn-ea"/>
          <a:cs typeface="+mn-cs"/>
        </a:defRPr>
      </a:lvl5pPr>
      <a:lvl6pPr marL="1386250" algn="l" defTabSz="554500" rtl="0" eaLnBrk="1" latinLnBrk="0" hangingPunct="1">
        <a:defRPr sz="1092" kern="1200">
          <a:solidFill>
            <a:schemeClr val="tx1"/>
          </a:solidFill>
          <a:latin typeface="+mn-lt"/>
          <a:ea typeface="+mn-ea"/>
          <a:cs typeface="+mn-cs"/>
        </a:defRPr>
      </a:lvl6pPr>
      <a:lvl7pPr marL="1663500" algn="l" defTabSz="554500" rtl="0" eaLnBrk="1" latinLnBrk="0" hangingPunct="1">
        <a:defRPr sz="1092" kern="1200">
          <a:solidFill>
            <a:schemeClr val="tx1"/>
          </a:solidFill>
          <a:latin typeface="+mn-lt"/>
          <a:ea typeface="+mn-ea"/>
          <a:cs typeface="+mn-cs"/>
        </a:defRPr>
      </a:lvl7pPr>
      <a:lvl8pPr marL="1940750" algn="l" defTabSz="554500" rtl="0" eaLnBrk="1" latinLnBrk="0" hangingPunct="1">
        <a:defRPr sz="1092" kern="1200">
          <a:solidFill>
            <a:schemeClr val="tx1"/>
          </a:solidFill>
          <a:latin typeface="+mn-lt"/>
          <a:ea typeface="+mn-ea"/>
          <a:cs typeface="+mn-cs"/>
        </a:defRPr>
      </a:lvl8pPr>
      <a:lvl9pPr marL="2218001" algn="l" defTabSz="554500" rtl="0" eaLnBrk="1" latinLnBrk="0" hangingPunct="1">
        <a:defRPr sz="109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a:extLst>
              <a:ext uri="{FF2B5EF4-FFF2-40B4-BE49-F238E27FC236}">
                <a16:creationId xmlns:a16="http://schemas.microsoft.com/office/drawing/2014/main" id="{17E9D482-5796-7B51-8468-48AB6B706D3E}"/>
              </a:ext>
            </a:extLst>
          </p:cNvPr>
          <p:cNvSpPr txBox="1">
            <a:spLocks/>
          </p:cNvSpPr>
          <p:nvPr/>
        </p:nvSpPr>
        <p:spPr>
          <a:xfrm>
            <a:off x="580356" y="742548"/>
            <a:ext cx="11031287" cy="4464423"/>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ru-RU" sz="800" b="1" dirty="0">
                <a:solidFill>
                  <a:schemeClr val="tx1"/>
                </a:solidFill>
                <a:latin typeface="Times New Roman" panose="02020603050405020304" pitchFamily="18" charset="0"/>
                <a:cs typeface="Times New Roman" panose="02020603050405020304" pitchFamily="18" charset="0"/>
              </a:rPr>
              <a:t>Приложение 2 </a:t>
            </a:r>
          </a:p>
          <a:p>
            <a:pPr algn="r"/>
            <a:r>
              <a:rPr lang="ru-RU" sz="800" dirty="0">
                <a:solidFill>
                  <a:schemeClr val="tx1"/>
                </a:solidFill>
                <a:latin typeface="Times New Roman" panose="02020603050405020304" pitchFamily="18" charset="0"/>
                <a:cs typeface="Times New Roman" panose="02020603050405020304" pitchFamily="18" charset="0"/>
              </a:rPr>
              <a:t>к приказу Компании «О внесении изменений в организационную структуру и штатное расписание по Директорату </a:t>
            </a:r>
          </a:p>
          <a:p>
            <a:pPr algn="r"/>
            <a:r>
              <a:rPr lang="ru-RU" sz="800" dirty="0">
                <a:solidFill>
                  <a:schemeClr val="tx1"/>
                </a:solidFill>
                <a:latin typeface="Times New Roman" panose="02020603050405020304" pitchFamily="18" charset="0"/>
                <a:cs typeface="Times New Roman" panose="02020603050405020304" pitchFamily="18" charset="0"/>
              </a:rPr>
              <a:t>по охране здоровья, труда, окружающей среды и обеспечению безопасности Компании»</a:t>
            </a:r>
          </a:p>
          <a:p>
            <a:pPr algn="r"/>
            <a:r>
              <a:rPr lang="ru-RU" sz="800" dirty="0">
                <a:solidFill>
                  <a:schemeClr val="tx1"/>
                </a:solidFill>
                <a:latin typeface="Times New Roman" panose="02020603050405020304" pitchFamily="18" charset="0"/>
                <a:cs typeface="Times New Roman" panose="02020603050405020304" pitchFamily="18" charset="0"/>
              </a:rPr>
              <a:t>от 21</a:t>
            </a:r>
            <a:r>
              <a:rPr lang="en-US" sz="800" dirty="0">
                <a:solidFill>
                  <a:schemeClr val="tx1"/>
                </a:solidFill>
                <a:latin typeface="Times New Roman" panose="02020603050405020304" pitchFamily="18" charset="0"/>
                <a:cs typeface="Times New Roman" panose="02020603050405020304" pitchFamily="18" charset="0"/>
              </a:rPr>
              <a:t> </a:t>
            </a:r>
            <a:r>
              <a:rPr lang="ru-RU" sz="800" dirty="0">
                <a:solidFill>
                  <a:schemeClr val="tx1"/>
                </a:solidFill>
                <a:latin typeface="Times New Roman" panose="02020603050405020304" pitchFamily="18" charset="0"/>
                <a:cs typeface="Times New Roman" panose="02020603050405020304" pitchFamily="18" charset="0"/>
              </a:rPr>
              <a:t>января 2026 года № </a:t>
            </a:r>
            <a:r>
              <a:rPr lang="en-US" sz="800" dirty="0">
                <a:solidFill>
                  <a:schemeClr val="tx1"/>
                </a:solidFill>
                <a:latin typeface="Times New Roman" panose="02020603050405020304" pitchFamily="18" charset="0"/>
                <a:cs typeface="Times New Roman" panose="02020603050405020304" pitchFamily="18" charset="0"/>
              </a:rPr>
              <a:t>2026-K4-0002</a:t>
            </a:r>
            <a:endParaRPr lang="ru-RU" sz="800" dirty="0">
              <a:solidFill>
                <a:schemeClr val="tx1"/>
              </a:solidFill>
              <a:latin typeface="Times New Roman" panose="02020603050405020304" pitchFamily="18" charset="0"/>
              <a:cs typeface="Times New Roman" panose="02020603050405020304" pitchFamily="18" charset="0"/>
            </a:endParaRPr>
          </a:p>
          <a:p>
            <a:pPr algn="r"/>
            <a:endParaRPr lang="ru-RU" sz="800" b="1" dirty="0">
              <a:solidFill>
                <a:schemeClr val="tx1"/>
              </a:solidFill>
              <a:latin typeface="Times New Roman" panose="02020603050405020304" pitchFamily="18" charset="0"/>
              <a:cs typeface="Times New Roman" panose="02020603050405020304" pitchFamily="18" charset="0"/>
            </a:endParaRPr>
          </a:p>
          <a:p>
            <a:pPr algn="r"/>
            <a:r>
              <a:rPr lang="en-US" sz="800" b="1" dirty="0">
                <a:solidFill>
                  <a:schemeClr val="tx1"/>
                </a:solidFill>
                <a:latin typeface="Times New Roman" panose="02020603050405020304" pitchFamily="18" charset="0"/>
                <a:cs typeface="Times New Roman" panose="02020603050405020304" pitchFamily="18" charset="0"/>
              </a:rPr>
              <a:t>Annex-2</a:t>
            </a:r>
          </a:p>
          <a:p>
            <a:pPr algn="r"/>
            <a:r>
              <a:rPr lang="en-US" sz="800" dirty="0">
                <a:solidFill>
                  <a:schemeClr val="tx1"/>
                </a:solidFill>
                <a:latin typeface="Times New Roman" panose="02020603050405020304" pitchFamily="18" charset="0"/>
                <a:cs typeface="Times New Roman" panose="02020603050405020304" pitchFamily="18" charset="0"/>
              </a:rPr>
              <a:t>to Company Order No. 2026-K4-0002</a:t>
            </a:r>
            <a:r>
              <a:rPr lang="kk-KZ" sz="800" dirty="0">
                <a:solidFill>
                  <a:schemeClr val="tx1"/>
                </a:solidFill>
                <a:latin typeface="Times New Roman" panose="02020603050405020304" pitchFamily="18" charset="0"/>
                <a:cs typeface="Times New Roman" panose="02020603050405020304" pitchFamily="18" charset="0"/>
              </a:rPr>
              <a:t> </a:t>
            </a:r>
            <a:r>
              <a:rPr lang="en-US" sz="800" dirty="0">
                <a:solidFill>
                  <a:schemeClr val="tx1"/>
                </a:solidFill>
                <a:latin typeface="Times New Roman" panose="02020603050405020304" pitchFamily="18" charset="0"/>
                <a:cs typeface="Times New Roman" panose="02020603050405020304" pitchFamily="18" charset="0"/>
              </a:rPr>
              <a:t>dated January 2</a:t>
            </a:r>
            <a:r>
              <a:rPr lang="kk-KZ" sz="800" dirty="0">
                <a:solidFill>
                  <a:schemeClr val="tx1"/>
                </a:solidFill>
                <a:latin typeface="Times New Roman" panose="02020603050405020304" pitchFamily="18" charset="0"/>
                <a:cs typeface="Times New Roman" panose="02020603050405020304" pitchFamily="18" charset="0"/>
              </a:rPr>
              <a:t>1</a:t>
            </a:r>
            <a:r>
              <a:rPr lang="en-US" sz="800" dirty="0">
                <a:solidFill>
                  <a:schemeClr val="tx1"/>
                </a:solidFill>
                <a:latin typeface="Times New Roman" panose="02020603050405020304" pitchFamily="18" charset="0"/>
                <a:cs typeface="Times New Roman" panose="02020603050405020304" pitchFamily="18" charset="0"/>
              </a:rPr>
              <a:t>, 202</a:t>
            </a:r>
            <a:r>
              <a:rPr lang="ru-RU" sz="800" dirty="0">
                <a:solidFill>
                  <a:schemeClr val="tx1"/>
                </a:solidFill>
                <a:latin typeface="Times New Roman" panose="02020603050405020304" pitchFamily="18" charset="0"/>
                <a:cs typeface="Times New Roman" panose="02020603050405020304" pitchFamily="18" charset="0"/>
              </a:rPr>
              <a:t>6</a:t>
            </a:r>
            <a:endParaRPr lang="en-US" sz="800" dirty="0">
              <a:solidFill>
                <a:schemeClr val="tx1"/>
              </a:solidFill>
              <a:latin typeface="Times New Roman" panose="02020603050405020304" pitchFamily="18" charset="0"/>
              <a:cs typeface="Times New Roman" panose="02020603050405020304" pitchFamily="18" charset="0"/>
            </a:endParaRPr>
          </a:p>
          <a:p>
            <a:pPr algn="r"/>
            <a:r>
              <a:rPr lang="en-US" sz="800" dirty="0">
                <a:solidFill>
                  <a:schemeClr val="tx1"/>
                </a:solidFill>
                <a:latin typeface="Times New Roman" panose="02020603050405020304" pitchFamily="18" charset="0"/>
                <a:cs typeface="Times New Roman" panose="02020603050405020304" pitchFamily="18" charset="0"/>
              </a:rPr>
              <a:t>“On Introduction of Changes to the Organization Chart and Staffing Schedule of  Health, Safety, </a:t>
            </a:r>
            <a:endParaRPr lang="ru-RU" sz="800" dirty="0">
              <a:solidFill>
                <a:schemeClr val="tx1"/>
              </a:solidFill>
              <a:latin typeface="Times New Roman" panose="02020603050405020304" pitchFamily="18" charset="0"/>
              <a:cs typeface="Times New Roman" panose="02020603050405020304" pitchFamily="18" charset="0"/>
            </a:endParaRPr>
          </a:p>
          <a:p>
            <a:pPr algn="r"/>
            <a:r>
              <a:rPr lang="en-US" sz="800" dirty="0">
                <a:solidFill>
                  <a:schemeClr val="tx1"/>
                </a:solidFill>
                <a:latin typeface="Times New Roman" panose="02020603050405020304" pitchFamily="18" charset="0"/>
                <a:cs typeface="Times New Roman" panose="02020603050405020304" pitchFamily="18" charset="0"/>
              </a:rPr>
              <a:t>Security &amp; Environment Directorate of the Company”</a:t>
            </a:r>
          </a:p>
          <a:p>
            <a:pPr algn="r"/>
            <a:endParaRPr lang="ru-RU" sz="800" b="1" dirty="0">
              <a:solidFill>
                <a:schemeClr val="tx1"/>
              </a:solidFill>
              <a:latin typeface="Times New Roman" panose="02020603050405020304" pitchFamily="18" charset="0"/>
              <a:cs typeface="Times New Roman" panose="02020603050405020304" pitchFamily="18" charset="0"/>
            </a:endParaRPr>
          </a:p>
          <a:p>
            <a:pPr algn="r"/>
            <a:r>
              <a:rPr lang="en-US" sz="800" b="1" dirty="0">
                <a:solidFill>
                  <a:schemeClr val="tx1"/>
                </a:solidFill>
                <a:latin typeface="Times New Roman" panose="02020603050405020304" pitchFamily="18" charset="0"/>
                <a:cs typeface="Times New Roman" panose="02020603050405020304" pitchFamily="18" charset="0"/>
              </a:rPr>
              <a:t>2 – </a:t>
            </a:r>
            <a:r>
              <a:rPr lang="ru-RU" sz="800" b="1" dirty="0" err="1">
                <a:solidFill>
                  <a:schemeClr val="tx1"/>
                </a:solidFill>
                <a:latin typeface="Times New Roman" panose="02020603050405020304" pitchFamily="18" charset="0"/>
                <a:cs typeface="Times New Roman" panose="02020603050405020304" pitchFamily="18" charset="0"/>
              </a:rPr>
              <a:t>Қосымша</a:t>
            </a:r>
            <a:endParaRPr lang="en-US" sz="800" dirty="0">
              <a:solidFill>
                <a:schemeClr val="tx1"/>
              </a:solidFill>
              <a:latin typeface="Times New Roman" panose="02020603050405020304" pitchFamily="18" charset="0"/>
              <a:cs typeface="Times New Roman" panose="02020603050405020304" pitchFamily="18" charset="0"/>
            </a:endParaRPr>
          </a:p>
          <a:p>
            <a:pPr algn="r"/>
            <a:r>
              <a:rPr lang="ru-RU" sz="800" dirty="0">
                <a:solidFill>
                  <a:schemeClr val="tx1"/>
                </a:solidFill>
                <a:latin typeface="Times New Roman" panose="02020603050405020304" pitchFamily="18" charset="0"/>
                <a:cs typeface="Times New Roman" panose="02020603050405020304" pitchFamily="18" charset="0"/>
              </a:rPr>
              <a:t>Компанияның 202</a:t>
            </a:r>
            <a:r>
              <a:rPr lang="en-US" sz="800" dirty="0">
                <a:solidFill>
                  <a:schemeClr val="tx1"/>
                </a:solidFill>
                <a:latin typeface="Times New Roman" panose="02020603050405020304" pitchFamily="18" charset="0"/>
                <a:cs typeface="Times New Roman" panose="02020603050405020304" pitchFamily="18" charset="0"/>
              </a:rPr>
              <a:t>6</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жылғы</a:t>
            </a:r>
            <a:r>
              <a:rPr lang="ru-RU" sz="800" dirty="0">
                <a:solidFill>
                  <a:schemeClr val="tx1"/>
                </a:solidFill>
                <a:latin typeface="Times New Roman" panose="02020603050405020304" pitchFamily="18" charset="0"/>
                <a:cs typeface="Times New Roman" panose="02020603050405020304" pitchFamily="18" charset="0"/>
              </a:rPr>
              <a:t> </a:t>
            </a:r>
            <a:r>
              <a:rPr lang="en-US" sz="800" dirty="0">
                <a:solidFill>
                  <a:schemeClr val="tx1"/>
                </a:solidFill>
                <a:latin typeface="Times New Roman" panose="02020603050405020304" pitchFamily="18" charset="0"/>
                <a:cs typeface="Times New Roman" panose="02020603050405020304" pitchFamily="18" charset="0"/>
              </a:rPr>
              <a:t>21</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қаңтар</a:t>
            </a:r>
            <a:r>
              <a:rPr lang="kk-KZ" sz="800" dirty="0">
                <a:solidFill>
                  <a:schemeClr val="tx1"/>
                </a:solidFill>
                <a:latin typeface="Times New Roman" panose="02020603050405020304" pitchFamily="18" charset="0"/>
                <a:cs typeface="Times New Roman" panose="02020603050405020304" pitchFamily="18" charset="0"/>
              </a:rPr>
              <a:t>дағы</a:t>
            </a:r>
            <a:r>
              <a:rPr lang="ru-RU" sz="800" dirty="0">
                <a:solidFill>
                  <a:schemeClr val="tx1"/>
                </a:solidFill>
                <a:latin typeface="Times New Roman" panose="02020603050405020304" pitchFamily="18" charset="0"/>
                <a:cs typeface="Times New Roman" panose="02020603050405020304" pitchFamily="18" charset="0"/>
              </a:rPr>
              <a:t> № </a:t>
            </a:r>
            <a:r>
              <a:rPr lang="en-US" sz="800" dirty="0">
                <a:solidFill>
                  <a:schemeClr val="tx1"/>
                </a:solidFill>
                <a:latin typeface="Times New Roman" panose="02020603050405020304" pitchFamily="18" charset="0"/>
                <a:cs typeface="Times New Roman" panose="02020603050405020304" pitchFamily="18" charset="0"/>
              </a:rPr>
              <a:t>2026-K4-0002</a:t>
            </a:r>
          </a:p>
          <a:p>
            <a:pPr algn="r"/>
            <a:r>
              <a:rPr lang="en-US" sz="800" dirty="0">
                <a:solidFill>
                  <a:schemeClr val="tx1"/>
                </a:solidFill>
                <a:latin typeface="Times New Roman" panose="02020603050405020304" pitchFamily="18" charset="0"/>
                <a:cs typeface="Times New Roman" panose="02020603050405020304" pitchFamily="18" charset="0"/>
              </a:rPr>
              <a:t>“</a:t>
            </a:r>
            <a:r>
              <a:rPr lang="ru-RU" sz="800" dirty="0">
                <a:solidFill>
                  <a:schemeClr val="tx1"/>
                </a:solidFill>
                <a:latin typeface="Times New Roman" panose="02020603050405020304" pitchFamily="18" charset="0"/>
                <a:cs typeface="Times New Roman" panose="02020603050405020304" pitchFamily="18" charset="0"/>
              </a:rPr>
              <a:t>Компанияның </a:t>
            </a:r>
            <a:r>
              <a:rPr lang="ru-RU" sz="800" dirty="0" err="1">
                <a:solidFill>
                  <a:schemeClr val="tx1"/>
                </a:solidFill>
                <a:latin typeface="Times New Roman" panose="02020603050405020304" pitchFamily="18" charset="0"/>
                <a:cs typeface="Times New Roman" panose="02020603050405020304" pitchFamily="18" charset="0"/>
              </a:rPr>
              <a:t>Денсаулық</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еңбек</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қауіпсіздік</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және</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қоршаған</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ортаны</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қорғау</a:t>
            </a:r>
            <a:r>
              <a:rPr lang="ru-RU" sz="800" dirty="0">
                <a:solidFill>
                  <a:schemeClr val="tx1"/>
                </a:solidFill>
                <a:latin typeface="Times New Roman" panose="02020603050405020304" pitchFamily="18" charset="0"/>
                <a:cs typeface="Times New Roman" panose="02020603050405020304" pitchFamily="18" charset="0"/>
              </a:rPr>
              <a:t> директораты </a:t>
            </a:r>
            <a:r>
              <a:rPr lang="ru-RU" sz="800" dirty="0" err="1">
                <a:solidFill>
                  <a:schemeClr val="tx1"/>
                </a:solidFill>
                <a:latin typeface="Times New Roman" panose="02020603050405020304" pitchFamily="18" charset="0"/>
                <a:cs typeface="Times New Roman" panose="02020603050405020304" pitchFamily="18" charset="0"/>
              </a:rPr>
              <a:t>бойынша</a:t>
            </a:r>
            <a:endParaRPr lang="en-US" sz="800" dirty="0">
              <a:solidFill>
                <a:schemeClr val="tx1"/>
              </a:solidFill>
              <a:latin typeface="Times New Roman" panose="02020603050405020304" pitchFamily="18" charset="0"/>
              <a:cs typeface="Times New Roman" panose="02020603050405020304" pitchFamily="18" charset="0"/>
            </a:endParaRPr>
          </a:p>
          <a:p>
            <a:pPr algn="r"/>
            <a:r>
              <a:rPr lang="ru-RU" sz="800" dirty="0" err="1">
                <a:solidFill>
                  <a:schemeClr val="tx1"/>
                </a:solidFill>
                <a:latin typeface="Times New Roman" panose="02020603050405020304" pitchFamily="18" charset="0"/>
                <a:cs typeface="Times New Roman" panose="02020603050405020304" pitchFamily="18" charset="0"/>
              </a:rPr>
              <a:t>ұйымдық</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құрылымына</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және</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штаттық</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кестесіне</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өзгерістер</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енгізу</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туралы</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бұйрығына</a:t>
            </a:r>
            <a:endParaRPr lang="ru-RU" sz="800" dirty="0">
              <a:solidFill>
                <a:schemeClr val="tx1"/>
              </a:solidFill>
              <a:latin typeface="Times New Roman" panose="02020603050405020304" pitchFamily="18" charset="0"/>
              <a:cs typeface="Times New Roman" panose="02020603050405020304" pitchFamily="18" charset="0"/>
            </a:endParaRPr>
          </a:p>
          <a:p>
            <a:endParaRPr lang="kk-KZ" sz="800" dirty="0">
              <a:solidFill>
                <a:schemeClr val="tx1"/>
              </a:solidFill>
              <a:latin typeface="Times New Roman" panose="02020603050405020304" pitchFamily="18" charset="0"/>
              <a:cs typeface="Times New Roman" panose="02020603050405020304" pitchFamily="18" charset="0"/>
            </a:endParaRPr>
          </a:p>
          <a:p>
            <a:endParaRPr lang="kk-KZ" sz="800" dirty="0">
              <a:solidFill>
                <a:schemeClr val="tx1"/>
              </a:solidFill>
              <a:latin typeface="Times New Roman" panose="02020603050405020304" pitchFamily="18" charset="0"/>
              <a:cs typeface="Times New Roman" panose="02020603050405020304" pitchFamily="18" charset="0"/>
            </a:endParaRPr>
          </a:p>
          <a:p>
            <a:endParaRPr lang="kk-KZ" sz="800" dirty="0">
              <a:solidFill>
                <a:schemeClr val="tx1"/>
              </a:solidFill>
              <a:latin typeface="Times New Roman" panose="02020603050405020304" pitchFamily="18" charset="0"/>
              <a:cs typeface="Times New Roman" panose="02020603050405020304" pitchFamily="18" charset="0"/>
            </a:endParaRPr>
          </a:p>
          <a:p>
            <a:endParaRPr lang="en-US" sz="800" dirty="0">
              <a:solidFill>
                <a:schemeClr val="tx1"/>
              </a:solidFill>
              <a:latin typeface="Times New Roman" panose="02020603050405020304" pitchFamily="18" charset="0"/>
              <a:cs typeface="Times New Roman" panose="02020603050405020304" pitchFamily="18" charset="0"/>
            </a:endParaRPr>
          </a:p>
          <a:p>
            <a:pPr algn="ctr"/>
            <a:r>
              <a:rPr lang="ru-RU" sz="800" b="1" dirty="0">
                <a:solidFill>
                  <a:schemeClr val="tx1"/>
                </a:solidFill>
                <a:latin typeface="Times New Roman" panose="02020603050405020304" pitchFamily="18" charset="0"/>
                <a:cs typeface="Times New Roman" panose="02020603050405020304" pitchFamily="18" charset="0"/>
              </a:rPr>
              <a:t>Новая Организационная структура Директората по охране здоровья, труда, окружающей среды и обеспечению безопасности по состоянию на </a:t>
            </a:r>
            <a:r>
              <a:rPr lang="en-US" sz="800" b="1" dirty="0">
                <a:solidFill>
                  <a:schemeClr val="tx1"/>
                </a:solidFill>
                <a:latin typeface="Times New Roman" panose="02020603050405020304" pitchFamily="18" charset="0"/>
                <a:cs typeface="Times New Roman" panose="02020603050405020304" pitchFamily="18" charset="0"/>
              </a:rPr>
              <a:t>21</a:t>
            </a:r>
            <a:r>
              <a:rPr lang="ru-RU" sz="800" b="1" dirty="0">
                <a:solidFill>
                  <a:schemeClr val="tx1"/>
                </a:solidFill>
                <a:latin typeface="Times New Roman" panose="02020603050405020304" pitchFamily="18" charset="0"/>
                <a:cs typeface="Times New Roman" panose="02020603050405020304" pitchFamily="18" charset="0"/>
              </a:rPr>
              <a:t> января 2026 года </a:t>
            </a:r>
          </a:p>
          <a:p>
            <a:pPr algn="ctr"/>
            <a:r>
              <a:rPr lang="ru-RU" sz="800" b="1" dirty="0">
                <a:solidFill>
                  <a:schemeClr val="tx1"/>
                </a:solidFill>
                <a:latin typeface="Times New Roman" panose="02020603050405020304" pitchFamily="18" charset="0"/>
                <a:cs typeface="Times New Roman" panose="02020603050405020304" pitchFamily="18" charset="0"/>
              </a:rPr>
              <a:t> </a:t>
            </a:r>
            <a:r>
              <a:rPr lang="en-US" sz="800" b="1" dirty="0">
                <a:solidFill>
                  <a:schemeClr val="tx1"/>
                </a:solidFill>
                <a:latin typeface="Times New Roman" panose="02020603050405020304" pitchFamily="18" charset="0"/>
                <a:cs typeface="Times New Roman" panose="02020603050405020304" pitchFamily="18" charset="0"/>
              </a:rPr>
              <a:t>New Organization chart of the Health, Safety, Security &amp; Environment Directorate as of January 21, 202</a:t>
            </a:r>
            <a:r>
              <a:rPr lang="kk-KZ" sz="800" b="1" dirty="0">
                <a:solidFill>
                  <a:schemeClr val="tx1"/>
                </a:solidFill>
                <a:latin typeface="Times New Roman" panose="02020603050405020304" pitchFamily="18" charset="0"/>
                <a:cs typeface="Times New Roman" panose="02020603050405020304" pitchFamily="18" charset="0"/>
              </a:rPr>
              <a:t>6 </a:t>
            </a:r>
          </a:p>
          <a:p>
            <a:pPr algn="ctr"/>
            <a:r>
              <a:rPr lang="ru-RU" sz="800" b="1" dirty="0" err="1">
                <a:solidFill>
                  <a:schemeClr val="tx1"/>
                </a:solidFill>
                <a:latin typeface="Times New Roman" panose="02020603050405020304" pitchFamily="18" charset="0"/>
                <a:cs typeface="Times New Roman" panose="02020603050405020304" pitchFamily="18" charset="0"/>
              </a:rPr>
              <a:t>Денсаулық</a:t>
            </a:r>
            <a:r>
              <a:rPr lang="ru-RU" sz="800" b="1" dirty="0">
                <a:solidFill>
                  <a:schemeClr val="tx1"/>
                </a:solidFill>
                <a:latin typeface="Times New Roman" panose="02020603050405020304" pitchFamily="18" charset="0"/>
                <a:cs typeface="Times New Roman" panose="02020603050405020304" pitchFamily="18" charset="0"/>
              </a:rPr>
              <a:t>, </a:t>
            </a:r>
            <a:r>
              <a:rPr lang="ru-RU" sz="800" b="1" dirty="0" err="1">
                <a:solidFill>
                  <a:schemeClr val="tx1"/>
                </a:solidFill>
                <a:latin typeface="Times New Roman" panose="02020603050405020304" pitchFamily="18" charset="0"/>
                <a:cs typeface="Times New Roman" panose="02020603050405020304" pitchFamily="18" charset="0"/>
              </a:rPr>
              <a:t>еңбек</a:t>
            </a:r>
            <a:r>
              <a:rPr lang="ru-RU" sz="800" b="1" dirty="0">
                <a:solidFill>
                  <a:schemeClr val="tx1"/>
                </a:solidFill>
                <a:latin typeface="Times New Roman" panose="02020603050405020304" pitchFamily="18" charset="0"/>
                <a:cs typeface="Times New Roman" panose="02020603050405020304" pitchFamily="18" charset="0"/>
              </a:rPr>
              <a:t>, </a:t>
            </a:r>
            <a:r>
              <a:rPr lang="ru-RU" sz="800" b="1" dirty="0" err="1">
                <a:solidFill>
                  <a:schemeClr val="tx1"/>
                </a:solidFill>
                <a:latin typeface="Times New Roman" panose="02020603050405020304" pitchFamily="18" charset="0"/>
                <a:cs typeface="Times New Roman" panose="02020603050405020304" pitchFamily="18" charset="0"/>
              </a:rPr>
              <a:t>қауіпсіздік</a:t>
            </a:r>
            <a:r>
              <a:rPr lang="ru-RU" sz="800" b="1" dirty="0">
                <a:solidFill>
                  <a:schemeClr val="tx1"/>
                </a:solidFill>
                <a:latin typeface="Times New Roman" panose="02020603050405020304" pitchFamily="18" charset="0"/>
                <a:cs typeface="Times New Roman" panose="02020603050405020304" pitchFamily="18" charset="0"/>
              </a:rPr>
              <a:t> </a:t>
            </a:r>
            <a:r>
              <a:rPr lang="ru-RU" sz="800" b="1" dirty="0" err="1">
                <a:solidFill>
                  <a:schemeClr val="tx1"/>
                </a:solidFill>
                <a:latin typeface="Times New Roman" panose="02020603050405020304" pitchFamily="18" charset="0"/>
                <a:cs typeface="Times New Roman" panose="02020603050405020304" pitchFamily="18" charset="0"/>
              </a:rPr>
              <a:t>және</a:t>
            </a:r>
            <a:r>
              <a:rPr lang="ru-RU" sz="800" b="1" dirty="0">
                <a:solidFill>
                  <a:schemeClr val="tx1"/>
                </a:solidFill>
                <a:latin typeface="Times New Roman" panose="02020603050405020304" pitchFamily="18" charset="0"/>
                <a:cs typeface="Times New Roman" panose="02020603050405020304" pitchFamily="18" charset="0"/>
              </a:rPr>
              <a:t> </a:t>
            </a:r>
            <a:r>
              <a:rPr lang="ru-RU" sz="800" b="1" dirty="0" err="1">
                <a:solidFill>
                  <a:schemeClr val="tx1"/>
                </a:solidFill>
                <a:latin typeface="Times New Roman" panose="02020603050405020304" pitchFamily="18" charset="0"/>
                <a:cs typeface="Times New Roman" panose="02020603050405020304" pitchFamily="18" charset="0"/>
              </a:rPr>
              <a:t>қоршаған</a:t>
            </a:r>
            <a:r>
              <a:rPr lang="ru-RU" sz="800" b="1" dirty="0">
                <a:solidFill>
                  <a:schemeClr val="tx1"/>
                </a:solidFill>
                <a:latin typeface="Times New Roman" panose="02020603050405020304" pitchFamily="18" charset="0"/>
                <a:cs typeface="Times New Roman" panose="02020603050405020304" pitchFamily="18" charset="0"/>
              </a:rPr>
              <a:t> </a:t>
            </a:r>
            <a:r>
              <a:rPr lang="ru-RU" sz="800" b="1" dirty="0" err="1">
                <a:solidFill>
                  <a:schemeClr val="tx1"/>
                </a:solidFill>
                <a:latin typeface="Times New Roman" panose="02020603050405020304" pitchFamily="18" charset="0"/>
                <a:cs typeface="Times New Roman" panose="02020603050405020304" pitchFamily="18" charset="0"/>
              </a:rPr>
              <a:t>ортаны</a:t>
            </a:r>
            <a:r>
              <a:rPr lang="ru-RU" sz="800" b="1" dirty="0">
                <a:solidFill>
                  <a:schemeClr val="tx1"/>
                </a:solidFill>
                <a:latin typeface="Times New Roman" panose="02020603050405020304" pitchFamily="18" charset="0"/>
                <a:cs typeface="Times New Roman" panose="02020603050405020304" pitchFamily="18" charset="0"/>
              </a:rPr>
              <a:t> </a:t>
            </a:r>
            <a:r>
              <a:rPr lang="ru-RU" sz="800" b="1" dirty="0" err="1">
                <a:solidFill>
                  <a:schemeClr val="tx1"/>
                </a:solidFill>
                <a:latin typeface="Times New Roman" panose="02020603050405020304" pitchFamily="18" charset="0"/>
                <a:cs typeface="Times New Roman" panose="02020603050405020304" pitchFamily="18" charset="0"/>
              </a:rPr>
              <a:t>қорғау</a:t>
            </a:r>
            <a:r>
              <a:rPr lang="ru-RU" sz="800" b="1" dirty="0">
                <a:solidFill>
                  <a:schemeClr val="tx1"/>
                </a:solidFill>
                <a:latin typeface="Times New Roman" panose="02020603050405020304" pitchFamily="18" charset="0"/>
                <a:cs typeface="Times New Roman" panose="02020603050405020304" pitchFamily="18" charset="0"/>
              </a:rPr>
              <a:t> д</a:t>
            </a:r>
            <a:r>
              <a:rPr lang="en-US" sz="800" b="1" dirty="0" err="1">
                <a:solidFill>
                  <a:schemeClr val="tx1"/>
                </a:solidFill>
                <a:latin typeface="Times New Roman" panose="02020603050405020304" pitchFamily="18" charset="0"/>
                <a:cs typeface="Times New Roman" panose="02020603050405020304" pitchFamily="18" charset="0"/>
              </a:rPr>
              <a:t>иректор</a:t>
            </a:r>
            <a:r>
              <a:rPr lang="ru-RU" sz="800" b="1" dirty="0">
                <a:solidFill>
                  <a:schemeClr val="tx1"/>
                </a:solidFill>
                <a:latin typeface="Times New Roman" panose="02020603050405020304" pitchFamily="18" charset="0"/>
                <a:cs typeface="Times New Roman" panose="02020603050405020304" pitchFamily="18" charset="0"/>
              </a:rPr>
              <a:t>а</a:t>
            </a:r>
            <a:r>
              <a:rPr lang="en-US" sz="800" b="1" dirty="0" err="1">
                <a:solidFill>
                  <a:schemeClr val="tx1"/>
                </a:solidFill>
                <a:latin typeface="Times New Roman" panose="02020603050405020304" pitchFamily="18" charset="0"/>
                <a:cs typeface="Times New Roman" panose="02020603050405020304" pitchFamily="18" charset="0"/>
              </a:rPr>
              <a:t>ттың</a:t>
            </a:r>
            <a:r>
              <a:rPr lang="en-US" sz="800" b="1" dirty="0">
                <a:solidFill>
                  <a:schemeClr val="tx1"/>
                </a:solidFill>
                <a:latin typeface="Times New Roman" panose="02020603050405020304" pitchFamily="18" charset="0"/>
                <a:cs typeface="Times New Roman" panose="02020603050405020304" pitchFamily="18" charset="0"/>
              </a:rPr>
              <a:t> </a:t>
            </a:r>
            <a:r>
              <a:rPr lang="en-US" sz="800" b="1" dirty="0" err="1">
                <a:solidFill>
                  <a:schemeClr val="tx1"/>
                </a:solidFill>
                <a:latin typeface="Times New Roman" panose="02020603050405020304" pitchFamily="18" charset="0"/>
                <a:cs typeface="Times New Roman" panose="02020603050405020304" pitchFamily="18" charset="0"/>
              </a:rPr>
              <a:t>жа</a:t>
            </a:r>
            <a:r>
              <a:rPr lang="kk-KZ" sz="800" b="1" dirty="0">
                <a:solidFill>
                  <a:schemeClr val="tx1"/>
                </a:solidFill>
                <a:latin typeface="Times New Roman" panose="02020603050405020304" pitchFamily="18" charset="0"/>
                <a:cs typeface="Times New Roman" panose="02020603050405020304" pitchFamily="18" charset="0"/>
              </a:rPr>
              <a:t>ң</a:t>
            </a:r>
            <a:r>
              <a:rPr lang="en-US" sz="800" b="1" dirty="0">
                <a:solidFill>
                  <a:schemeClr val="tx1"/>
                </a:solidFill>
                <a:latin typeface="Times New Roman" panose="02020603050405020304" pitchFamily="18" charset="0"/>
                <a:cs typeface="Times New Roman" panose="02020603050405020304" pitchFamily="18" charset="0"/>
              </a:rPr>
              <a:t>а </a:t>
            </a:r>
            <a:r>
              <a:rPr lang="en-US" sz="800" b="1" dirty="0" err="1">
                <a:solidFill>
                  <a:schemeClr val="tx1"/>
                </a:solidFill>
                <a:latin typeface="Times New Roman" panose="02020603050405020304" pitchFamily="18" charset="0"/>
                <a:cs typeface="Times New Roman" panose="02020603050405020304" pitchFamily="18" charset="0"/>
              </a:rPr>
              <a:t>ұйымдық</a:t>
            </a:r>
            <a:r>
              <a:rPr lang="en-US" sz="800" b="1" dirty="0">
                <a:solidFill>
                  <a:schemeClr val="tx1"/>
                </a:solidFill>
                <a:latin typeface="Times New Roman" panose="02020603050405020304" pitchFamily="18" charset="0"/>
                <a:cs typeface="Times New Roman" panose="02020603050405020304" pitchFamily="18" charset="0"/>
              </a:rPr>
              <a:t> </a:t>
            </a:r>
            <a:r>
              <a:rPr lang="en-US" sz="800" b="1" dirty="0" err="1">
                <a:solidFill>
                  <a:schemeClr val="tx1"/>
                </a:solidFill>
                <a:latin typeface="Times New Roman" panose="02020603050405020304" pitchFamily="18" charset="0"/>
                <a:cs typeface="Times New Roman" panose="02020603050405020304" pitchFamily="18" charset="0"/>
              </a:rPr>
              <a:t>құрылымы</a:t>
            </a:r>
            <a:r>
              <a:rPr lang="kk-KZ" sz="800" dirty="0">
                <a:solidFill>
                  <a:schemeClr val="tx1"/>
                </a:solidFill>
                <a:latin typeface="Times New Roman" panose="02020603050405020304" pitchFamily="18" charset="0"/>
                <a:cs typeface="Times New Roman" panose="02020603050405020304" pitchFamily="18" charset="0"/>
              </a:rPr>
              <a:t> </a:t>
            </a:r>
            <a:r>
              <a:rPr lang="en-US" sz="800" b="1" dirty="0">
                <a:solidFill>
                  <a:schemeClr val="tx1"/>
                </a:solidFill>
                <a:latin typeface="Times New Roman" panose="02020603050405020304" pitchFamily="18" charset="0"/>
                <a:cs typeface="Times New Roman" panose="02020603050405020304" pitchFamily="18" charset="0"/>
              </a:rPr>
              <a:t>202</a:t>
            </a:r>
            <a:r>
              <a:rPr lang="kk-KZ" sz="800" b="1" dirty="0">
                <a:solidFill>
                  <a:schemeClr val="tx1"/>
                </a:solidFill>
                <a:latin typeface="Times New Roman" panose="02020603050405020304" pitchFamily="18" charset="0"/>
                <a:cs typeface="Times New Roman" panose="02020603050405020304" pitchFamily="18" charset="0"/>
              </a:rPr>
              <a:t>6</a:t>
            </a:r>
            <a:r>
              <a:rPr lang="en-US" sz="800" b="1" dirty="0">
                <a:solidFill>
                  <a:schemeClr val="tx1"/>
                </a:solidFill>
                <a:latin typeface="Times New Roman" panose="02020603050405020304" pitchFamily="18" charset="0"/>
                <a:cs typeface="Times New Roman" panose="02020603050405020304" pitchFamily="18" charset="0"/>
              </a:rPr>
              <a:t> </a:t>
            </a:r>
            <a:r>
              <a:rPr lang="ru-RU" sz="800" b="1" dirty="0" err="1">
                <a:solidFill>
                  <a:schemeClr val="tx1"/>
                </a:solidFill>
                <a:latin typeface="Times New Roman" panose="02020603050405020304" pitchFamily="18" charset="0"/>
                <a:cs typeface="Times New Roman" panose="02020603050405020304" pitchFamily="18" charset="0"/>
              </a:rPr>
              <a:t>жыл</a:t>
            </a:r>
            <a:r>
              <a:rPr lang="kk-KZ" sz="800" b="1" dirty="0" err="1">
                <a:solidFill>
                  <a:schemeClr val="tx1"/>
                </a:solidFill>
                <a:latin typeface="Times New Roman" panose="02020603050405020304" pitchFamily="18" charset="0"/>
                <a:cs typeface="Times New Roman" panose="02020603050405020304" pitchFamily="18" charset="0"/>
              </a:rPr>
              <a:t>ғы</a:t>
            </a:r>
            <a:r>
              <a:rPr lang="kk-KZ" sz="800" b="1" dirty="0">
                <a:solidFill>
                  <a:schemeClr val="tx1"/>
                </a:solidFill>
                <a:latin typeface="Times New Roman" panose="02020603050405020304" pitchFamily="18" charset="0"/>
                <a:cs typeface="Times New Roman" panose="02020603050405020304" pitchFamily="18" charset="0"/>
              </a:rPr>
              <a:t> </a:t>
            </a:r>
            <a:r>
              <a:rPr lang="en-US" sz="800" b="1" dirty="0">
                <a:solidFill>
                  <a:schemeClr val="tx1"/>
                </a:solidFill>
                <a:latin typeface="Times New Roman" panose="02020603050405020304" pitchFamily="18" charset="0"/>
                <a:cs typeface="Times New Roman" panose="02020603050405020304" pitchFamily="18" charset="0"/>
              </a:rPr>
              <a:t>21</a:t>
            </a:r>
            <a:r>
              <a:rPr lang="kk-KZ" sz="800" b="1" dirty="0">
                <a:solidFill>
                  <a:schemeClr val="tx1"/>
                </a:solidFill>
                <a:latin typeface="Times New Roman" panose="02020603050405020304" pitchFamily="18" charset="0"/>
                <a:cs typeface="Times New Roman" panose="02020603050405020304" pitchFamily="18" charset="0"/>
              </a:rPr>
              <a:t> қаңтар</a:t>
            </a:r>
            <a:endParaRPr lang="en-US" sz="800" dirty="0">
              <a:solidFill>
                <a:schemeClr val="tx1"/>
              </a:solidFill>
              <a:latin typeface="Times New Roman" panose="02020603050405020304" pitchFamily="18" charset="0"/>
              <a:cs typeface="Times New Roman" panose="02020603050405020304" pitchFamily="18" charset="0"/>
            </a:endParaRPr>
          </a:p>
          <a:p>
            <a:r>
              <a:rPr lang="en-US" sz="800" b="1" dirty="0">
                <a:solidFill>
                  <a:schemeClr val="tx1"/>
                </a:solidFill>
                <a:latin typeface="Times New Roman" panose="02020603050405020304" pitchFamily="18" charset="0"/>
                <a:cs typeface="Times New Roman" panose="02020603050405020304" pitchFamily="18" charset="0"/>
              </a:rPr>
              <a:t> </a:t>
            </a:r>
            <a:endParaRPr lang="en-US" sz="800" dirty="0">
              <a:solidFill>
                <a:schemeClr val="tx1"/>
              </a:solidFill>
              <a:latin typeface="Times New Roman" panose="02020603050405020304" pitchFamily="18" charset="0"/>
              <a:cs typeface="Times New Roman" panose="02020603050405020304" pitchFamily="18" charset="0"/>
            </a:endParaRPr>
          </a:p>
          <a:p>
            <a:pPr algn="ctr"/>
            <a:endParaRPr lang="en-US" sz="100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31FA744-4F66-3BF6-464F-8F1D62537814}"/>
              </a:ext>
            </a:extLst>
          </p:cNvPr>
          <p:cNvSpPr txBox="1"/>
          <p:nvPr/>
        </p:nvSpPr>
        <p:spPr>
          <a:xfrm>
            <a:off x="11760679" y="6512943"/>
            <a:ext cx="431321" cy="215444"/>
          </a:xfrm>
          <a:prstGeom prst="rect">
            <a:avLst/>
          </a:prstGeom>
          <a:noFill/>
        </p:spPr>
        <p:txBody>
          <a:bodyPr wrap="square" rtlCol="0">
            <a:spAutoFit/>
          </a:bodyPr>
          <a:lstStyle/>
          <a:p>
            <a:r>
              <a:rPr lang="en-US" sz="800" dirty="0">
                <a:latin typeface="Times New Roman" panose="02020603050405020304" pitchFamily="18" charset="0"/>
                <a:cs typeface="Times New Roman" panose="02020603050405020304" pitchFamily="18" charset="0"/>
              </a:rPr>
              <a:t>17</a:t>
            </a:r>
          </a:p>
        </p:txBody>
      </p:sp>
    </p:spTree>
    <p:extLst>
      <p:ext uri="{BB962C8B-B14F-4D97-AF65-F5344CB8AC3E}">
        <p14:creationId xmlns:p14="http://schemas.microsoft.com/office/powerpoint/2010/main" val="1476176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BB3A9-75F0-9EEA-A7AD-7303BFBB6524}"/>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3AB13C73-8FA1-2C6D-FE8C-4F0AFC7F913B}"/>
              </a:ext>
            </a:extLst>
          </p:cNvPr>
          <p:cNvSpPr/>
          <p:nvPr/>
        </p:nvSpPr>
        <p:spPr>
          <a:xfrm>
            <a:off x="5374363" y="59231"/>
            <a:ext cx="1875089" cy="705730"/>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Health, Safety, Security &amp; Environment Director</a:t>
            </a:r>
          </a:p>
          <a:p>
            <a:pPr algn="ctr"/>
            <a:r>
              <a:rPr lang="en-US" sz="800" dirty="0">
                <a:solidFill>
                  <a:schemeClr val="tx1"/>
                </a:solidFill>
              </a:rPr>
              <a:t>SEC AT OFFC 105121</a:t>
            </a:r>
          </a:p>
          <a:p>
            <a:pPr algn="ctr"/>
            <a:r>
              <a:rPr lang="en-US" sz="800" dirty="0">
                <a:solidFill>
                  <a:srgbClr val="0070C0"/>
                </a:solidFill>
              </a:rPr>
              <a:t>Ualikhan Zhanaissov</a:t>
            </a:r>
          </a:p>
        </p:txBody>
      </p:sp>
      <p:sp>
        <p:nvSpPr>
          <p:cNvPr id="160" name="Rectangle 159">
            <a:extLst>
              <a:ext uri="{FF2B5EF4-FFF2-40B4-BE49-F238E27FC236}">
                <a16:creationId xmlns:a16="http://schemas.microsoft.com/office/drawing/2014/main" id="{12D9B0EB-95B8-FD2A-F4ED-A65617DE7A4B}"/>
              </a:ext>
            </a:extLst>
          </p:cNvPr>
          <p:cNvSpPr/>
          <p:nvPr/>
        </p:nvSpPr>
        <p:spPr>
          <a:xfrm>
            <a:off x="6034604" y="1503249"/>
            <a:ext cx="1699468" cy="57032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Health Services Manager </a:t>
            </a:r>
          </a:p>
          <a:p>
            <a:pPr algn="ctr"/>
            <a:r>
              <a:rPr lang="en-US" sz="800" dirty="0">
                <a:solidFill>
                  <a:schemeClr val="tx1"/>
                </a:solidFill>
              </a:rPr>
              <a:t>DHK AT OFFC 107422</a:t>
            </a:r>
          </a:p>
          <a:p>
            <a:pPr algn="ctr"/>
            <a:r>
              <a:rPr lang="en-US" sz="800">
                <a:solidFill>
                  <a:srgbClr val="0070C0"/>
                </a:solidFill>
              </a:rPr>
              <a:t>N. Baimenshin</a:t>
            </a:r>
            <a:endParaRPr lang="en-US" sz="800" dirty="0">
              <a:solidFill>
                <a:srgbClr val="0070C0"/>
              </a:solidFill>
            </a:endParaRPr>
          </a:p>
        </p:txBody>
      </p:sp>
      <p:sp>
        <p:nvSpPr>
          <p:cNvPr id="161" name="Rectangle 160">
            <a:extLst>
              <a:ext uri="{FF2B5EF4-FFF2-40B4-BE49-F238E27FC236}">
                <a16:creationId xmlns:a16="http://schemas.microsoft.com/office/drawing/2014/main" id="{36E37227-54EB-7AD3-9500-909B5EE90CB6}"/>
              </a:ext>
            </a:extLst>
          </p:cNvPr>
          <p:cNvSpPr/>
          <p:nvPr/>
        </p:nvSpPr>
        <p:spPr>
          <a:xfrm>
            <a:off x="4190740" y="1773491"/>
            <a:ext cx="1700842" cy="490031"/>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Contracts Management </a:t>
            </a:r>
          </a:p>
          <a:p>
            <a:pPr algn="ctr"/>
            <a:r>
              <a:rPr lang="en-US" sz="800" dirty="0">
                <a:solidFill>
                  <a:schemeClr val="tx1"/>
                </a:solidFill>
              </a:rPr>
              <a:t>DHK AT OFFC 110455 </a:t>
            </a:r>
          </a:p>
          <a:p>
            <a:pPr algn="ctr"/>
            <a:r>
              <a:rPr lang="en-US" sz="800">
                <a:solidFill>
                  <a:srgbClr val="0070C0"/>
                </a:solidFill>
              </a:rPr>
              <a:t>A. Utepbayeva</a:t>
            </a:r>
            <a:endParaRPr lang="en-US" sz="800" dirty="0">
              <a:solidFill>
                <a:srgbClr val="0070C0"/>
              </a:solidFill>
            </a:endParaRPr>
          </a:p>
          <a:p>
            <a:pPr algn="ctr"/>
            <a:endParaRPr lang="en-US" sz="800" b="1" dirty="0">
              <a:solidFill>
                <a:schemeClr val="tx1"/>
              </a:solidFill>
            </a:endParaRPr>
          </a:p>
        </p:txBody>
      </p:sp>
      <p:sp>
        <p:nvSpPr>
          <p:cNvPr id="163" name="Rectangle 162">
            <a:extLst>
              <a:ext uri="{FF2B5EF4-FFF2-40B4-BE49-F238E27FC236}">
                <a16:creationId xmlns:a16="http://schemas.microsoft.com/office/drawing/2014/main" id="{78B41848-4E4A-A66A-4035-0A55AE6DE620}"/>
              </a:ext>
            </a:extLst>
          </p:cNvPr>
          <p:cNvSpPr/>
          <p:nvPr/>
        </p:nvSpPr>
        <p:spPr>
          <a:xfrm>
            <a:off x="2291264" y="1254723"/>
            <a:ext cx="1544900" cy="53755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Manager </a:t>
            </a:r>
          </a:p>
          <a:p>
            <a:pPr algn="ctr"/>
            <a:r>
              <a:rPr lang="en-US" sz="800" dirty="0">
                <a:solidFill>
                  <a:schemeClr val="tx1"/>
                </a:solidFill>
              </a:rPr>
              <a:t>DHK AT OFFC 100417</a:t>
            </a:r>
          </a:p>
          <a:p>
            <a:pPr algn="ctr"/>
            <a:r>
              <a:rPr lang="en-US" sz="800">
                <a:solidFill>
                  <a:srgbClr val="0070C0"/>
                </a:solidFill>
              </a:rPr>
              <a:t>B. Muratov</a:t>
            </a:r>
            <a:endParaRPr lang="en-US" sz="800" dirty="0">
              <a:solidFill>
                <a:srgbClr val="0070C0"/>
              </a:solidFill>
            </a:endParaRPr>
          </a:p>
        </p:txBody>
      </p:sp>
      <p:sp>
        <p:nvSpPr>
          <p:cNvPr id="12" name="Rectangle 11">
            <a:extLst>
              <a:ext uri="{FF2B5EF4-FFF2-40B4-BE49-F238E27FC236}">
                <a16:creationId xmlns:a16="http://schemas.microsoft.com/office/drawing/2014/main" id="{E4DF0430-BB74-E73F-204A-D8DC02EDD5FF}"/>
              </a:ext>
            </a:extLst>
          </p:cNvPr>
          <p:cNvSpPr/>
          <p:nvPr/>
        </p:nvSpPr>
        <p:spPr>
          <a:xfrm>
            <a:off x="8045028" y="1297370"/>
            <a:ext cx="1509215" cy="588310"/>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800" dirty="0" err="1">
                <a:solidFill>
                  <a:schemeClr val="tx1"/>
                </a:solidFill>
              </a:rPr>
              <a:t>Environmental</a:t>
            </a:r>
            <a:r>
              <a:rPr lang="fr-FR" sz="800" dirty="0">
                <a:solidFill>
                  <a:schemeClr val="tx1"/>
                </a:solidFill>
              </a:rPr>
              <a:t> Protection Manager </a:t>
            </a:r>
          </a:p>
          <a:p>
            <a:pPr algn="ctr"/>
            <a:r>
              <a:rPr lang="fr-FR" sz="800" dirty="0">
                <a:solidFill>
                  <a:schemeClr val="tx1"/>
                </a:solidFill>
              </a:rPr>
              <a:t>DHK AT OFFC 105550 </a:t>
            </a:r>
          </a:p>
          <a:p>
            <a:pPr algn="ctr"/>
            <a:r>
              <a:rPr lang="fr-FR" sz="800">
                <a:solidFill>
                  <a:srgbClr val="0070C0"/>
                </a:solidFill>
              </a:rPr>
              <a:t>T. Jantayev</a:t>
            </a:r>
            <a:endParaRPr lang="fr-FR" sz="800" dirty="0">
              <a:solidFill>
                <a:srgbClr val="0070C0"/>
              </a:solidFill>
            </a:endParaRPr>
          </a:p>
          <a:p>
            <a:pPr algn="ctr"/>
            <a:endParaRPr lang="fr-FR" sz="800" dirty="0">
              <a:solidFill>
                <a:schemeClr val="tx1"/>
              </a:solidFill>
            </a:endParaRPr>
          </a:p>
          <a:p>
            <a:pPr algn="ctr"/>
            <a:endParaRPr lang="fr-FR" sz="800" dirty="0">
              <a:solidFill>
                <a:schemeClr val="tx1"/>
              </a:solidFill>
            </a:endParaRPr>
          </a:p>
          <a:p>
            <a:pPr algn="ctr"/>
            <a:endParaRPr lang="en-US" sz="800" b="1" dirty="0">
              <a:solidFill>
                <a:schemeClr val="tx1"/>
              </a:solidFill>
            </a:endParaRPr>
          </a:p>
        </p:txBody>
      </p:sp>
      <p:sp>
        <p:nvSpPr>
          <p:cNvPr id="45" name="Rectangle 44">
            <a:extLst>
              <a:ext uri="{FF2B5EF4-FFF2-40B4-BE49-F238E27FC236}">
                <a16:creationId xmlns:a16="http://schemas.microsoft.com/office/drawing/2014/main" id="{D5892FA3-F31E-7807-8376-C47BD04D4405}"/>
              </a:ext>
            </a:extLst>
          </p:cNvPr>
          <p:cNvSpPr/>
          <p:nvPr/>
        </p:nvSpPr>
        <p:spPr>
          <a:xfrm>
            <a:off x="2514888" y="3617199"/>
            <a:ext cx="1563384" cy="434385"/>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Superintendent </a:t>
            </a:r>
          </a:p>
          <a:p>
            <a:pPr algn="ctr"/>
            <a:r>
              <a:rPr lang="en-US" sz="800" dirty="0">
                <a:solidFill>
                  <a:schemeClr val="tx1"/>
                </a:solidFill>
              </a:rPr>
              <a:t>DHK AT OFFC 104069 </a:t>
            </a:r>
          </a:p>
          <a:p>
            <a:pPr algn="ctr"/>
            <a:r>
              <a:rPr lang="en-US" sz="800">
                <a:solidFill>
                  <a:srgbClr val="0070C0"/>
                </a:solidFill>
              </a:rPr>
              <a:t>A. Bakirov</a:t>
            </a:r>
            <a:endParaRPr lang="en-US" sz="800" dirty="0">
              <a:solidFill>
                <a:srgbClr val="0070C0"/>
              </a:solidFill>
            </a:endParaRPr>
          </a:p>
        </p:txBody>
      </p:sp>
      <p:sp>
        <p:nvSpPr>
          <p:cNvPr id="46" name="Rectangle 45">
            <a:extLst>
              <a:ext uri="{FF2B5EF4-FFF2-40B4-BE49-F238E27FC236}">
                <a16:creationId xmlns:a16="http://schemas.microsoft.com/office/drawing/2014/main" id="{6E0B6579-8D26-F4F2-575F-D7108A0F6A66}"/>
              </a:ext>
            </a:extLst>
          </p:cNvPr>
          <p:cNvSpPr/>
          <p:nvPr/>
        </p:nvSpPr>
        <p:spPr>
          <a:xfrm>
            <a:off x="2516641" y="1894695"/>
            <a:ext cx="1563385" cy="55449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a:solidFill>
                  <a:schemeClr val="tx1"/>
                </a:solidFill>
              </a:rPr>
              <a:t>Head of Security Monitoring, Control &amp; Information </a:t>
            </a:r>
            <a:r>
              <a:rPr lang="en-US" sz="800">
                <a:solidFill>
                  <a:srgbClr val="0070C0"/>
                </a:solidFill>
              </a:rPr>
              <a:t>Mng.</a:t>
            </a:r>
          </a:p>
          <a:p>
            <a:pPr algn="ctr"/>
            <a:r>
              <a:rPr lang="en-US" sz="800">
                <a:solidFill>
                  <a:srgbClr val="0070C0"/>
                </a:solidFill>
              </a:rPr>
              <a:t>DH</a:t>
            </a:r>
            <a:r>
              <a:rPr lang="en-US" sz="800">
                <a:solidFill>
                  <a:schemeClr val="tx1"/>
                </a:solidFill>
              </a:rPr>
              <a:t>K AT OFFC 107429 </a:t>
            </a:r>
          </a:p>
          <a:p>
            <a:pPr algn="ctr"/>
            <a:r>
              <a:rPr lang="en-US" sz="800">
                <a:solidFill>
                  <a:srgbClr val="0070C0"/>
                </a:solidFill>
              </a:rPr>
              <a:t>G. Timofeyevich</a:t>
            </a:r>
            <a:endParaRPr lang="en-US" sz="800" dirty="0">
              <a:solidFill>
                <a:srgbClr val="0070C0"/>
              </a:solidFill>
            </a:endParaRPr>
          </a:p>
          <a:p>
            <a:pPr algn="ctr"/>
            <a:endParaRPr lang="en-US" sz="800" dirty="0">
              <a:solidFill>
                <a:schemeClr val="tx1"/>
              </a:solidFill>
            </a:endParaRPr>
          </a:p>
          <a:p>
            <a:pPr algn="ctr"/>
            <a:endParaRPr lang="en-US" sz="800" b="1" dirty="0">
              <a:solidFill>
                <a:schemeClr val="tx1"/>
              </a:solidFill>
            </a:endParaRPr>
          </a:p>
        </p:txBody>
      </p:sp>
      <p:sp>
        <p:nvSpPr>
          <p:cNvPr id="80" name="Rectangle 79">
            <a:extLst>
              <a:ext uri="{FF2B5EF4-FFF2-40B4-BE49-F238E27FC236}">
                <a16:creationId xmlns:a16="http://schemas.microsoft.com/office/drawing/2014/main" id="{A78EBD1A-0727-1F6E-8F8F-2AD2AD0CB3C4}"/>
              </a:ext>
            </a:extLst>
          </p:cNvPr>
          <p:cNvSpPr/>
          <p:nvPr/>
        </p:nvSpPr>
        <p:spPr>
          <a:xfrm>
            <a:off x="6303351" y="2817481"/>
            <a:ext cx="1514159" cy="44340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Medical Services </a:t>
            </a:r>
          </a:p>
          <a:p>
            <a:pPr algn="ctr"/>
            <a:r>
              <a:rPr lang="en-US" sz="800" dirty="0">
                <a:solidFill>
                  <a:schemeClr val="tx1"/>
                </a:solidFill>
              </a:rPr>
              <a:t>DHK AT OFFC 100856 </a:t>
            </a:r>
          </a:p>
          <a:p>
            <a:pPr algn="ctr"/>
            <a:r>
              <a:rPr lang="en-US" sz="800">
                <a:solidFill>
                  <a:srgbClr val="0070C0"/>
                </a:solidFill>
              </a:rPr>
              <a:t>A. Akizhanov</a:t>
            </a:r>
            <a:endParaRPr lang="en-US" sz="800" dirty="0">
              <a:solidFill>
                <a:srgbClr val="0070C0"/>
              </a:solidFill>
            </a:endParaRPr>
          </a:p>
          <a:p>
            <a:pPr algn="ctr"/>
            <a:endParaRPr lang="en-US" sz="800" dirty="0">
              <a:solidFill>
                <a:schemeClr val="tx1"/>
              </a:solidFill>
            </a:endParaRPr>
          </a:p>
          <a:p>
            <a:pPr algn="ctr"/>
            <a:endParaRPr lang="en-US" sz="800" b="1" dirty="0">
              <a:solidFill>
                <a:schemeClr val="tx1"/>
              </a:solidFill>
            </a:endParaRPr>
          </a:p>
        </p:txBody>
      </p:sp>
      <p:sp>
        <p:nvSpPr>
          <p:cNvPr id="81" name="Rectangle 80">
            <a:extLst>
              <a:ext uri="{FF2B5EF4-FFF2-40B4-BE49-F238E27FC236}">
                <a16:creationId xmlns:a16="http://schemas.microsoft.com/office/drawing/2014/main" id="{EF5E801B-6BD8-2875-B915-0BC3C570B87B}"/>
              </a:ext>
            </a:extLst>
          </p:cNvPr>
          <p:cNvSpPr/>
          <p:nvPr/>
        </p:nvSpPr>
        <p:spPr>
          <a:xfrm>
            <a:off x="6302016" y="2181134"/>
            <a:ext cx="1515494" cy="490031"/>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Industrial Hygiene </a:t>
            </a:r>
          </a:p>
          <a:p>
            <a:pPr algn="ctr"/>
            <a:r>
              <a:rPr lang="en-US" sz="800" dirty="0">
                <a:solidFill>
                  <a:schemeClr val="tx1"/>
                </a:solidFill>
              </a:rPr>
              <a:t>DHK AT OFFC 107467 </a:t>
            </a:r>
          </a:p>
          <a:p>
            <a:pPr algn="ctr"/>
            <a:r>
              <a:rPr lang="en-US" sz="800">
                <a:solidFill>
                  <a:srgbClr val="0070C0"/>
                </a:solidFill>
              </a:rPr>
              <a:t>M. Mambetov</a:t>
            </a:r>
            <a:endParaRPr lang="en-US" sz="800" dirty="0">
              <a:solidFill>
                <a:srgbClr val="0070C0"/>
              </a:solidFill>
            </a:endParaRPr>
          </a:p>
          <a:p>
            <a:pPr algn="ctr"/>
            <a:endParaRPr lang="en-US" sz="800" dirty="0">
              <a:solidFill>
                <a:schemeClr val="tx1"/>
              </a:solidFill>
            </a:endParaRPr>
          </a:p>
          <a:p>
            <a:pPr algn="ctr"/>
            <a:endParaRPr lang="en-US" sz="800" b="1" dirty="0">
              <a:solidFill>
                <a:schemeClr val="tx1"/>
              </a:solidFill>
            </a:endParaRPr>
          </a:p>
        </p:txBody>
      </p:sp>
      <p:sp>
        <p:nvSpPr>
          <p:cNvPr id="114" name="Rectangle 113">
            <a:extLst>
              <a:ext uri="{FF2B5EF4-FFF2-40B4-BE49-F238E27FC236}">
                <a16:creationId xmlns:a16="http://schemas.microsoft.com/office/drawing/2014/main" id="{02466160-6FD6-C606-3C21-CD3B58DDD70F}"/>
              </a:ext>
            </a:extLst>
          </p:cNvPr>
          <p:cNvSpPr/>
          <p:nvPr/>
        </p:nvSpPr>
        <p:spPr>
          <a:xfrm>
            <a:off x="8287477" y="2699351"/>
            <a:ext cx="1509215" cy="53719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Data Management Team Lead </a:t>
            </a:r>
          </a:p>
          <a:p>
            <a:pPr algn="ctr"/>
            <a:r>
              <a:rPr lang="fr-FR" sz="800" dirty="0">
                <a:solidFill>
                  <a:schemeClr val="tx1"/>
                </a:solidFill>
              </a:rPr>
              <a:t>DHK AT OFFC </a:t>
            </a:r>
            <a:r>
              <a:rPr lang="en-US" sz="800" dirty="0">
                <a:solidFill>
                  <a:schemeClr val="tx1"/>
                </a:solidFill>
              </a:rPr>
              <a:t>102691 </a:t>
            </a:r>
          </a:p>
          <a:p>
            <a:pPr algn="ctr"/>
            <a:r>
              <a:rPr lang="en-US" sz="800">
                <a:solidFill>
                  <a:srgbClr val="0070C0"/>
                </a:solidFill>
              </a:rPr>
              <a:t>V. Kekhayeva</a:t>
            </a:r>
            <a:endParaRPr lang="en-US" sz="800" dirty="0">
              <a:solidFill>
                <a:srgbClr val="0070C0"/>
              </a:solidFill>
            </a:endParaRPr>
          </a:p>
          <a:p>
            <a:pPr algn="ctr"/>
            <a:endParaRPr lang="en-US" sz="800" b="1" dirty="0">
              <a:solidFill>
                <a:schemeClr val="tx1"/>
              </a:solidFill>
            </a:endParaRPr>
          </a:p>
        </p:txBody>
      </p:sp>
      <p:sp>
        <p:nvSpPr>
          <p:cNvPr id="149" name="Rectangle 148">
            <a:extLst>
              <a:ext uri="{FF2B5EF4-FFF2-40B4-BE49-F238E27FC236}">
                <a16:creationId xmlns:a16="http://schemas.microsoft.com/office/drawing/2014/main" id="{84B5165C-DF18-2205-8257-A4A641877A59}"/>
              </a:ext>
            </a:extLst>
          </p:cNvPr>
          <p:cNvSpPr/>
          <p:nvPr/>
        </p:nvSpPr>
        <p:spPr>
          <a:xfrm>
            <a:off x="2498665" y="5865396"/>
            <a:ext cx="1544899" cy="537193"/>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Superintendent (Onshore) </a:t>
            </a:r>
          </a:p>
          <a:p>
            <a:pPr algn="ctr"/>
            <a:r>
              <a:rPr lang="en-US" sz="800" dirty="0">
                <a:solidFill>
                  <a:schemeClr val="tx1"/>
                </a:solidFill>
              </a:rPr>
              <a:t>DHK EW ROT 109705/104105</a:t>
            </a:r>
          </a:p>
          <a:p>
            <a:pPr algn="ctr"/>
            <a:r>
              <a:rPr lang="en-US" sz="800">
                <a:solidFill>
                  <a:srgbClr val="0070C0"/>
                </a:solidFill>
              </a:rPr>
              <a:t>S. Ubigaliyev </a:t>
            </a:r>
            <a:r>
              <a:rPr lang="en-US" sz="800" dirty="0">
                <a:solidFill>
                  <a:srgbClr val="0070C0"/>
                </a:solidFill>
              </a:rPr>
              <a:t>/ </a:t>
            </a:r>
            <a:r>
              <a:rPr lang="en-US" sz="800">
                <a:solidFill>
                  <a:srgbClr val="0070C0"/>
                </a:solidFill>
              </a:rPr>
              <a:t>Y. Turyzhnikov</a:t>
            </a:r>
            <a:endParaRPr lang="en-US" sz="800" dirty="0">
              <a:solidFill>
                <a:srgbClr val="0070C0"/>
              </a:solidFill>
            </a:endParaRPr>
          </a:p>
        </p:txBody>
      </p:sp>
      <p:sp>
        <p:nvSpPr>
          <p:cNvPr id="150" name="Rectangle 149">
            <a:extLst>
              <a:ext uri="{FF2B5EF4-FFF2-40B4-BE49-F238E27FC236}">
                <a16:creationId xmlns:a16="http://schemas.microsoft.com/office/drawing/2014/main" id="{9DDE2272-6073-FF5D-AEE2-C12ABADE856E}"/>
              </a:ext>
            </a:extLst>
          </p:cNvPr>
          <p:cNvSpPr/>
          <p:nvPr/>
        </p:nvSpPr>
        <p:spPr>
          <a:xfrm>
            <a:off x="2498665" y="6431960"/>
            <a:ext cx="1544899" cy="434385"/>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Technology Systems Team Lead DHK AT OFFC 179140 </a:t>
            </a:r>
          </a:p>
          <a:p>
            <a:pPr algn="ctr"/>
            <a:r>
              <a:rPr lang="en-US" sz="800">
                <a:solidFill>
                  <a:srgbClr val="0070C0"/>
                </a:solidFill>
              </a:rPr>
              <a:t>G. Rakhimgaliyev</a:t>
            </a:r>
            <a:endParaRPr lang="en-US" sz="800" dirty="0">
              <a:solidFill>
                <a:srgbClr val="0070C0"/>
              </a:solidFill>
            </a:endParaRPr>
          </a:p>
        </p:txBody>
      </p:sp>
      <p:sp>
        <p:nvSpPr>
          <p:cNvPr id="210" name="Rectangle 209">
            <a:extLst>
              <a:ext uri="{FF2B5EF4-FFF2-40B4-BE49-F238E27FC236}">
                <a16:creationId xmlns:a16="http://schemas.microsoft.com/office/drawing/2014/main" id="{4B44C728-0BBE-724C-7B0D-AECCFE449348}"/>
              </a:ext>
            </a:extLst>
          </p:cNvPr>
          <p:cNvSpPr/>
          <p:nvPr/>
        </p:nvSpPr>
        <p:spPr>
          <a:xfrm>
            <a:off x="6441370" y="3435672"/>
            <a:ext cx="1522850" cy="560283"/>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Medical Services Supervisor DHK EW ROT 109701/110116</a:t>
            </a:r>
          </a:p>
          <a:p>
            <a:pPr algn="ctr"/>
            <a:r>
              <a:rPr lang="en-US" sz="800">
                <a:solidFill>
                  <a:srgbClr val="0070C0"/>
                </a:solidFill>
              </a:rPr>
              <a:t>A. Bissenbayeva </a:t>
            </a:r>
            <a:r>
              <a:rPr lang="en-US" sz="800" dirty="0">
                <a:solidFill>
                  <a:srgbClr val="0070C0"/>
                </a:solidFill>
              </a:rPr>
              <a:t>/ </a:t>
            </a:r>
            <a:r>
              <a:rPr lang="en-US" sz="800">
                <a:solidFill>
                  <a:srgbClr val="0070C0"/>
                </a:solidFill>
              </a:rPr>
              <a:t>M. Yessimzhanov</a:t>
            </a:r>
            <a:endParaRPr lang="en-US" sz="800" dirty="0">
              <a:solidFill>
                <a:srgbClr val="0070C0"/>
              </a:solidFill>
            </a:endParaRPr>
          </a:p>
          <a:p>
            <a:pPr algn="ctr"/>
            <a:endParaRPr lang="en-US" sz="800" dirty="0">
              <a:solidFill>
                <a:schemeClr val="tx1"/>
              </a:solidFill>
            </a:endParaRPr>
          </a:p>
          <a:p>
            <a:pPr algn="ctr"/>
            <a:endParaRPr lang="en-US" sz="800" b="1" dirty="0">
              <a:solidFill>
                <a:schemeClr val="tx1"/>
              </a:solidFill>
            </a:endParaRPr>
          </a:p>
        </p:txBody>
      </p:sp>
      <p:sp>
        <p:nvSpPr>
          <p:cNvPr id="230" name="Rectangle 229">
            <a:extLst>
              <a:ext uri="{FF2B5EF4-FFF2-40B4-BE49-F238E27FC236}">
                <a16:creationId xmlns:a16="http://schemas.microsoft.com/office/drawing/2014/main" id="{27443B2A-E5DE-8882-9B9A-AE71BCC54FBF}"/>
              </a:ext>
            </a:extLst>
          </p:cNvPr>
          <p:cNvSpPr/>
          <p:nvPr/>
        </p:nvSpPr>
        <p:spPr>
          <a:xfrm>
            <a:off x="345370" y="1504613"/>
            <a:ext cx="1775999" cy="540875"/>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Center of Excellence Manager and Deputy HSSE Director</a:t>
            </a:r>
          </a:p>
          <a:p>
            <a:pPr algn="ctr"/>
            <a:r>
              <a:rPr lang="en-US" sz="800" dirty="0">
                <a:solidFill>
                  <a:schemeClr val="tx1"/>
                </a:solidFill>
              </a:rPr>
              <a:t>SEC AT OFFC 177763 (ex-177763)</a:t>
            </a:r>
          </a:p>
          <a:p>
            <a:pPr algn="ctr"/>
            <a:r>
              <a:rPr lang="en-US" sz="800" dirty="0">
                <a:solidFill>
                  <a:srgbClr val="0070C0"/>
                </a:solidFill>
              </a:rPr>
              <a:t>Vacancy (</a:t>
            </a:r>
            <a:r>
              <a:rPr lang="en-US" sz="800" dirty="0" err="1">
                <a:solidFill>
                  <a:srgbClr val="0070C0"/>
                </a:solidFill>
              </a:rPr>
              <a:t>A.Wharton</a:t>
            </a:r>
            <a:r>
              <a:rPr lang="en-US" sz="800" dirty="0">
                <a:solidFill>
                  <a:srgbClr val="0070C0"/>
                </a:solidFill>
              </a:rPr>
              <a:t>)</a:t>
            </a:r>
          </a:p>
        </p:txBody>
      </p:sp>
      <p:sp>
        <p:nvSpPr>
          <p:cNvPr id="233" name="Rectangle 232">
            <a:extLst>
              <a:ext uri="{FF2B5EF4-FFF2-40B4-BE49-F238E27FC236}">
                <a16:creationId xmlns:a16="http://schemas.microsoft.com/office/drawing/2014/main" id="{DEFD06DD-C750-1F73-E82D-71FE8F456D97}"/>
              </a:ext>
            </a:extLst>
          </p:cNvPr>
          <p:cNvSpPr/>
          <p:nvPr/>
        </p:nvSpPr>
        <p:spPr>
          <a:xfrm>
            <a:off x="610027" y="2178670"/>
            <a:ext cx="1511342" cy="52327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Crisis &amp; Emergency Preparedness </a:t>
            </a:r>
          </a:p>
          <a:p>
            <a:pPr algn="ctr"/>
            <a:r>
              <a:rPr lang="en-US" sz="800" dirty="0">
                <a:solidFill>
                  <a:schemeClr val="tx1"/>
                </a:solidFill>
              </a:rPr>
              <a:t>DHK AT OFFC 178246</a:t>
            </a:r>
          </a:p>
          <a:p>
            <a:pPr algn="ctr"/>
            <a:r>
              <a:rPr lang="en-US" sz="800" dirty="0">
                <a:solidFill>
                  <a:schemeClr val="tx1"/>
                </a:solidFill>
              </a:rPr>
              <a:t> </a:t>
            </a:r>
            <a:r>
              <a:rPr lang="en-US" sz="800">
                <a:solidFill>
                  <a:srgbClr val="0070C0"/>
                </a:solidFill>
              </a:rPr>
              <a:t>K. Kulbassov</a:t>
            </a:r>
            <a:endParaRPr lang="en-US" sz="800" dirty="0">
              <a:solidFill>
                <a:srgbClr val="0070C0"/>
              </a:solidFill>
            </a:endParaRPr>
          </a:p>
          <a:p>
            <a:pPr algn="ctr"/>
            <a:endParaRPr lang="en-US" sz="800" b="1" dirty="0">
              <a:solidFill>
                <a:schemeClr val="tx1"/>
              </a:solidFill>
            </a:endParaRPr>
          </a:p>
        </p:txBody>
      </p:sp>
      <p:sp>
        <p:nvSpPr>
          <p:cNvPr id="234" name="Rectangle 233">
            <a:extLst>
              <a:ext uri="{FF2B5EF4-FFF2-40B4-BE49-F238E27FC236}">
                <a16:creationId xmlns:a16="http://schemas.microsoft.com/office/drawing/2014/main" id="{47C80101-67E3-A71A-433B-CC856420570E}"/>
              </a:ext>
            </a:extLst>
          </p:cNvPr>
          <p:cNvSpPr/>
          <p:nvPr/>
        </p:nvSpPr>
        <p:spPr>
          <a:xfrm>
            <a:off x="604158" y="2774861"/>
            <a:ext cx="1511342" cy="557929"/>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HSSE Planning, Performance &amp; Assurance </a:t>
            </a:r>
          </a:p>
          <a:p>
            <a:pPr algn="ctr"/>
            <a:r>
              <a:rPr lang="en-US" sz="800" dirty="0">
                <a:solidFill>
                  <a:schemeClr val="tx1"/>
                </a:solidFill>
              </a:rPr>
              <a:t>DHK AT OFFC 178263 </a:t>
            </a:r>
          </a:p>
          <a:p>
            <a:pPr algn="ctr"/>
            <a:r>
              <a:rPr lang="en-US" sz="800">
                <a:solidFill>
                  <a:srgbClr val="0070C0"/>
                </a:solidFill>
              </a:rPr>
              <a:t>T. Akhmetov</a:t>
            </a:r>
            <a:endParaRPr lang="en-US" sz="800" dirty="0">
              <a:solidFill>
                <a:srgbClr val="0070C0"/>
              </a:solidFill>
            </a:endParaRPr>
          </a:p>
          <a:p>
            <a:pPr algn="ctr"/>
            <a:endParaRPr lang="en-US" sz="800" b="1" dirty="0">
              <a:solidFill>
                <a:schemeClr val="tx1"/>
              </a:solidFill>
            </a:endParaRPr>
          </a:p>
        </p:txBody>
      </p:sp>
      <p:sp>
        <p:nvSpPr>
          <p:cNvPr id="235" name="Rectangle 234">
            <a:extLst>
              <a:ext uri="{FF2B5EF4-FFF2-40B4-BE49-F238E27FC236}">
                <a16:creationId xmlns:a16="http://schemas.microsoft.com/office/drawing/2014/main" id="{F74F97A1-C105-B15B-3CEC-1CE4D03038CA}"/>
              </a:ext>
            </a:extLst>
          </p:cNvPr>
          <p:cNvSpPr/>
          <p:nvPr/>
        </p:nvSpPr>
        <p:spPr>
          <a:xfrm>
            <a:off x="604158" y="3404817"/>
            <a:ext cx="1511342" cy="557930"/>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Operations &amp; Technical Safety </a:t>
            </a:r>
          </a:p>
          <a:p>
            <a:pPr algn="ctr"/>
            <a:r>
              <a:rPr lang="en-US" sz="800" dirty="0">
                <a:solidFill>
                  <a:schemeClr val="tx1"/>
                </a:solidFill>
              </a:rPr>
              <a:t>SEC AT OFFC 177765</a:t>
            </a:r>
          </a:p>
          <a:p>
            <a:pPr algn="ctr"/>
            <a:r>
              <a:rPr lang="en-US" sz="800" dirty="0">
                <a:solidFill>
                  <a:schemeClr val="tx1"/>
                </a:solidFill>
              </a:rPr>
              <a:t> </a:t>
            </a:r>
            <a:r>
              <a:rPr lang="en-US" sz="800" dirty="0">
                <a:solidFill>
                  <a:srgbClr val="0070C0"/>
                </a:solidFill>
              </a:rPr>
              <a:t>L.A</a:t>
            </a:r>
            <a:r>
              <a:rPr lang="en-US" sz="800" dirty="0">
                <a:solidFill>
                  <a:schemeClr val="tx1"/>
                </a:solidFill>
              </a:rPr>
              <a:t>.</a:t>
            </a:r>
            <a:r>
              <a:rPr lang="en-US" sz="800">
                <a:solidFill>
                  <a:srgbClr val="0070C0"/>
                </a:solidFill>
              </a:rPr>
              <a:t>W. Van </a:t>
            </a:r>
            <a:r>
              <a:rPr lang="en-US" sz="800" dirty="0">
                <a:solidFill>
                  <a:srgbClr val="0070C0"/>
                </a:solidFill>
              </a:rPr>
              <a:t>Ham</a:t>
            </a:r>
          </a:p>
          <a:p>
            <a:pPr algn="ctr"/>
            <a:endParaRPr lang="en-US" sz="800" b="1" dirty="0">
              <a:solidFill>
                <a:schemeClr val="tx1"/>
              </a:solidFill>
            </a:endParaRPr>
          </a:p>
        </p:txBody>
      </p:sp>
      <p:cxnSp>
        <p:nvCxnSpPr>
          <p:cNvPr id="9" name="Connector: Elbow 8">
            <a:extLst>
              <a:ext uri="{FF2B5EF4-FFF2-40B4-BE49-F238E27FC236}">
                <a16:creationId xmlns:a16="http://schemas.microsoft.com/office/drawing/2014/main" id="{A35AC87A-0015-42DD-2F47-5BAA9A674993}"/>
              </a:ext>
            </a:extLst>
          </p:cNvPr>
          <p:cNvCxnSpPr>
            <a:cxnSpLocks/>
            <a:stCxn id="26" idx="2"/>
            <a:endCxn id="230" idx="0"/>
          </p:cNvCxnSpPr>
          <p:nvPr/>
        </p:nvCxnSpPr>
        <p:spPr>
          <a:xfrm rot="5400000">
            <a:off x="3402813" y="-1404482"/>
            <a:ext cx="739652" cy="5078538"/>
          </a:xfrm>
          <a:prstGeom prst="bentConnector3">
            <a:avLst>
              <a:gd name="adj1" fmla="val 57211"/>
            </a:avLst>
          </a:prstGeom>
        </p:spPr>
        <p:style>
          <a:lnRef idx="2">
            <a:schemeClr val="accent1"/>
          </a:lnRef>
          <a:fillRef idx="0">
            <a:schemeClr val="accent1"/>
          </a:fillRef>
          <a:effectRef idx="1">
            <a:schemeClr val="accent1"/>
          </a:effectRef>
          <a:fontRef idx="minor">
            <a:schemeClr val="tx1"/>
          </a:fontRef>
        </p:style>
      </p:cxnSp>
      <p:cxnSp>
        <p:nvCxnSpPr>
          <p:cNvPr id="29" name="Connector: Elbow 28">
            <a:extLst>
              <a:ext uri="{FF2B5EF4-FFF2-40B4-BE49-F238E27FC236}">
                <a16:creationId xmlns:a16="http://schemas.microsoft.com/office/drawing/2014/main" id="{ACC1C53D-0847-632E-BBF4-50AC04B5A4E6}"/>
              </a:ext>
            </a:extLst>
          </p:cNvPr>
          <p:cNvCxnSpPr>
            <a:cxnSpLocks/>
          </p:cNvCxnSpPr>
          <p:nvPr/>
        </p:nvCxnSpPr>
        <p:spPr>
          <a:xfrm rot="10800000">
            <a:off x="488638" y="2197890"/>
            <a:ext cx="115521" cy="149485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31" name="Connector: Elbow 30">
            <a:extLst>
              <a:ext uri="{FF2B5EF4-FFF2-40B4-BE49-F238E27FC236}">
                <a16:creationId xmlns:a16="http://schemas.microsoft.com/office/drawing/2014/main" id="{CA77BAF6-2DA4-2262-F453-157EBF9A1B39}"/>
              </a:ext>
            </a:extLst>
          </p:cNvPr>
          <p:cNvCxnSpPr>
            <a:cxnSpLocks/>
          </p:cNvCxnSpPr>
          <p:nvPr/>
        </p:nvCxnSpPr>
        <p:spPr>
          <a:xfrm rot="10800000">
            <a:off x="493558" y="2136330"/>
            <a:ext cx="110601" cy="926463"/>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34" name="Connector: Elbow 33">
            <a:extLst>
              <a:ext uri="{FF2B5EF4-FFF2-40B4-BE49-F238E27FC236}">
                <a16:creationId xmlns:a16="http://schemas.microsoft.com/office/drawing/2014/main" id="{D7684B77-D27A-6FA6-ACE4-80588F58E329}"/>
              </a:ext>
            </a:extLst>
          </p:cNvPr>
          <p:cNvCxnSpPr>
            <a:cxnSpLocks/>
          </p:cNvCxnSpPr>
          <p:nvPr/>
        </p:nvCxnSpPr>
        <p:spPr>
          <a:xfrm rot="10800000">
            <a:off x="494505" y="2055903"/>
            <a:ext cx="115523" cy="393373"/>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40" name="Connector: Elbow 39">
            <a:extLst>
              <a:ext uri="{FF2B5EF4-FFF2-40B4-BE49-F238E27FC236}">
                <a16:creationId xmlns:a16="http://schemas.microsoft.com/office/drawing/2014/main" id="{8A81C9E5-7425-4919-574F-75BAE60872BC}"/>
              </a:ext>
            </a:extLst>
          </p:cNvPr>
          <p:cNvCxnSpPr>
            <a:cxnSpLocks/>
            <a:stCxn id="149" idx="1"/>
          </p:cNvCxnSpPr>
          <p:nvPr/>
        </p:nvCxnSpPr>
        <p:spPr>
          <a:xfrm rot="10800000">
            <a:off x="2416295" y="3834393"/>
            <a:ext cx="82371" cy="229960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47" name="Connector: Elbow 46">
            <a:extLst>
              <a:ext uri="{FF2B5EF4-FFF2-40B4-BE49-F238E27FC236}">
                <a16:creationId xmlns:a16="http://schemas.microsoft.com/office/drawing/2014/main" id="{A3B9A884-BE0F-48CE-62A9-8579A0D4B695}"/>
              </a:ext>
            </a:extLst>
          </p:cNvPr>
          <p:cNvCxnSpPr>
            <a:cxnSpLocks/>
          </p:cNvCxnSpPr>
          <p:nvPr/>
        </p:nvCxnSpPr>
        <p:spPr>
          <a:xfrm rot="10800000">
            <a:off x="2564530" y="4064076"/>
            <a:ext cx="63410" cy="37041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49" name="Connector: Elbow 48">
            <a:extLst>
              <a:ext uri="{FF2B5EF4-FFF2-40B4-BE49-F238E27FC236}">
                <a16:creationId xmlns:a16="http://schemas.microsoft.com/office/drawing/2014/main" id="{13995925-7027-523F-11DF-165EFE1C3881}"/>
              </a:ext>
            </a:extLst>
          </p:cNvPr>
          <p:cNvCxnSpPr>
            <a:cxnSpLocks/>
            <a:stCxn id="45" idx="1"/>
          </p:cNvCxnSpPr>
          <p:nvPr/>
        </p:nvCxnSpPr>
        <p:spPr>
          <a:xfrm rot="10800000">
            <a:off x="2404276" y="1792282"/>
            <a:ext cx="110613" cy="2042111"/>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51" name="Connector: Elbow 50">
            <a:extLst>
              <a:ext uri="{FF2B5EF4-FFF2-40B4-BE49-F238E27FC236}">
                <a16:creationId xmlns:a16="http://schemas.microsoft.com/office/drawing/2014/main" id="{0BAF3B5E-6E01-01FB-CF63-6795DAE44552}"/>
              </a:ext>
            </a:extLst>
          </p:cNvPr>
          <p:cNvCxnSpPr>
            <a:cxnSpLocks/>
          </p:cNvCxnSpPr>
          <p:nvPr/>
        </p:nvCxnSpPr>
        <p:spPr>
          <a:xfrm rot="10800000">
            <a:off x="2413591" y="2045489"/>
            <a:ext cx="110371" cy="70355"/>
          </a:xfrm>
          <a:prstGeom prst="bentConnector3">
            <a:avLst>
              <a:gd name="adj1" fmla="val 106857"/>
            </a:avLst>
          </a:prstGeom>
        </p:spPr>
        <p:style>
          <a:lnRef idx="2">
            <a:schemeClr val="accent1"/>
          </a:lnRef>
          <a:fillRef idx="0">
            <a:schemeClr val="accent1"/>
          </a:fillRef>
          <a:effectRef idx="1">
            <a:schemeClr val="accent1"/>
          </a:effectRef>
          <a:fontRef idx="minor">
            <a:schemeClr val="tx1"/>
          </a:fontRef>
        </p:style>
      </p:cxnSp>
      <p:cxnSp>
        <p:nvCxnSpPr>
          <p:cNvPr id="106" name="Connector: Elbow 105">
            <a:extLst>
              <a:ext uri="{FF2B5EF4-FFF2-40B4-BE49-F238E27FC236}">
                <a16:creationId xmlns:a16="http://schemas.microsoft.com/office/drawing/2014/main" id="{2ED62708-AFFB-776C-816D-A9613B765617}"/>
              </a:ext>
            </a:extLst>
          </p:cNvPr>
          <p:cNvCxnSpPr>
            <a:cxnSpLocks/>
            <a:stCxn id="210" idx="1"/>
          </p:cNvCxnSpPr>
          <p:nvPr/>
        </p:nvCxnSpPr>
        <p:spPr>
          <a:xfrm rot="10800000">
            <a:off x="6361096" y="3261384"/>
            <a:ext cx="80274" cy="454431"/>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08" name="Connector: Elbow 107">
            <a:extLst>
              <a:ext uri="{FF2B5EF4-FFF2-40B4-BE49-F238E27FC236}">
                <a16:creationId xmlns:a16="http://schemas.microsoft.com/office/drawing/2014/main" id="{3A03BC52-11E2-AD96-0624-0C95A8F8562D}"/>
              </a:ext>
            </a:extLst>
          </p:cNvPr>
          <p:cNvCxnSpPr>
            <a:cxnSpLocks/>
          </p:cNvCxnSpPr>
          <p:nvPr/>
        </p:nvCxnSpPr>
        <p:spPr>
          <a:xfrm rot="10800000">
            <a:off x="6165346" y="2425287"/>
            <a:ext cx="137269" cy="591582"/>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10" name="Connector: Elbow 109">
            <a:extLst>
              <a:ext uri="{FF2B5EF4-FFF2-40B4-BE49-F238E27FC236}">
                <a16:creationId xmlns:a16="http://schemas.microsoft.com/office/drawing/2014/main" id="{58123C42-908D-BB62-D7F8-79FD18F1224A}"/>
              </a:ext>
            </a:extLst>
          </p:cNvPr>
          <p:cNvCxnSpPr>
            <a:cxnSpLocks/>
            <a:stCxn id="81" idx="1"/>
          </p:cNvCxnSpPr>
          <p:nvPr/>
        </p:nvCxnSpPr>
        <p:spPr>
          <a:xfrm rot="10800000">
            <a:off x="6166084" y="2073580"/>
            <a:ext cx="135932" cy="35257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29" name="Connector: Elbow 128">
            <a:extLst>
              <a:ext uri="{FF2B5EF4-FFF2-40B4-BE49-F238E27FC236}">
                <a16:creationId xmlns:a16="http://schemas.microsoft.com/office/drawing/2014/main" id="{8CE57657-1C65-CC3F-F629-ABFF5E65DA51}"/>
              </a:ext>
            </a:extLst>
          </p:cNvPr>
          <p:cNvCxnSpPr>
            <a:cxnSpLocks/>
          </p:cNvCxnSpPr>
          <p:nvPr/>
        </p:nvCxnSpPr>
        <p:spPr>
          <a:xfrm rot="10800000">
            <a:off x="8219886" y="2584766"/>
            <a:ext cx="64996" cy="343127"/>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80" name="Connector: Elbow 179">
            <a:extLst>
              <a:ext uri="{FF2B5EF4-FFF2-40B4-BE49-F238E27FC236}">
                <a16:creationId xmlns:a16="http://schemas.microsoft.com/office/drawing/2014/main" id="{B7E6BE46-8424-D649-67C9-2A19CBDD6FDA}"/>
              </a:ext>
            </a:extLst>
          </p:cNvPr>
          <p:cNvCxnSpPr>
            <a:cxnSpLocks/>
            <a:stCxn id="163" idx="0"/>
            <a:endCxn id="26" idx="2"/>
          </p:cNvCxnSpPr>
          <p:nvPr/>
        </p:nvCxnSpPr>
        <p:spPr>
          <a:xfrm rot="5400000" flipH="1" flipV="1">
            <a:off x="4442930" y="-614255"/>
            <a:ext cx="489762" cy="3248194"/>
          </a:xfrm>
          <a:prstGeom prst="bentConnector3">
            <a:avLst>
              <a:gd name="adj1" fmla="val 12659"/>
            </a:avLst>
          </a:prstGeom>
          <a:ln>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183" name="Connector: Elbow 182">
            <a:extLst>
              <a:ext uri="{FF2B5EF4-FFF2-40B4-BE49-F238E27FC236}">
                <a16:creationId xmlns:a16="http://schemas.microsoft.com/office/drawing/2014/main" id="{709CDE94-D568-5B26-89A2-36B7B9FA3920}"/>
              </a:ext>
            </a:extLst>
          </p:cNvPr>
          <p:cNvCxnSpPr>
            <a:cxnSpLocks/>
            <a:stCxn id="161" idx="0"/>
            <a:endCxn id="26" idx="2"/>
          </p:cNvCxnSpPr>
          <p:nvPr/>
        </p:nvCxnSpPr>
        <p:spPr>
          <a:xfrm rot="5400000" flipH="1" flipV="1">
            <a:off x="5172269" y="633853"/>
            <a:ext cx="1008530" cy="1270747"/>
          </a:xfrm>
          <a:prstGeom prst="bentConnector3">
            <a:avLst>
              <a:gd name="adj1" fmla="val 58000"/>
            </a:avLst>
          </a:prstGeom>
        </p:spPr>
        <p:style>
          <a:lnRef idx="2">
            <a:schemeClr val="accent1"/>
          </a:lnRef>
          <a:fillRef idx="0">
            <a:schemeClr val="accent1"/>
          </a:fillRef>
          <a:effectRef idx="1">
            <a:schemeClr val="accent1"/>
          </a:effectRef>
          <a:fontRef idx="minor">
            <a:schemeClr val="tx1"/>
          </a:fontRef>
        </p:style>
      </p:cxnSp>
      <p:cxnSp>
        <p:nvCxnSpPr>
          <p:cNvPr id="186" name="Connector: Elbow 185">
            <a:extLst>
              <a:ext uri="{FF2B5EF4-FFF2-40B4-BE49-F238E27FC236}">
                <a16:creationId xmlns:a16="http://schemas.microsoft.com/office/drawing/2014/main" id="{03DA6141-872E-D5CB-36D9-F2FA8D86FFC8}"/>
              </a:ext>
            </a:extLst>
          </p:cNvPr>
          <p:cNvCxnSpPr>
            <a:cxnSpLocks/>
          </p:cNvCxnSpPr>
          <p:nvPr/>
        </p:nvCxnSpPr>
        <p:spPr>
          <a:xfrm rot="16200000" flipV="1">
            <a:off x="6228979" y="901680"/>
            <a:ext cx="738288" cy="572430"/>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189" name="Connector: Elbow 188">
            <a:extLst>
              <a:ext uri="{FF2B5EF4-FFF2-40B4-BE49-F238E27FC236}">
                <a16:creationId xmlns:a16="http://schemas.microsoft.com/office/drawing/2014/main" id="{3ECF05C0-8339-B156-59A1-5941AF72C6CE}"/>
              </a:ext>
            </a:extLst>
          </p:cNvPr>
          <p:cNvCxnSpPr>
            <a:cxnSpLocks/>
          </p:cNvCxnSpPr>
          <p:nvPr/>
        </p:nvCxnSpPr>
        <p:spPr>
          <a:xfrm rot="16200000" flipV="1">
            <a:off x="7498888" y="5586"/>
            <a:ext cx="119041" cy="2482457"/>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A7F5B620-5C13-3D85-7A00-979BF5801247}"/>
              </a:ext>
            </a:extLst>
          </p:cNvPr>
          <p:cNvSpPr/>
          <p:nvPr/>
        </p:nvSpPr>
        <p:spPr>
          <a:xfrm>
            <a:off x="2669142" y="2479225"/>
            <a:ext cx="1511342" cy="535180"/>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Control Centers Supervisor DHK/COK EW ROT 105625/178241</a:t>
            </a:r>
          </a:p>
          <a:p>
            <a:pPr algn="ctr"/>
            <a:r>
              <a:rPr lang="en-US" sz="800">
                <a:solidFill>
                  <a:srgbClr val="0070C0"/>
                </a:solidFill>
              </a:rPr>
              <a:t>M. Jiyenbaye</a:t>
            </a:r>
            <a:r>
              <a:rPr lang="en-US" sz="800">
                <a:solidFill>
                  <a:srgbClr val="2ABDF2"/>
                </a:solidFill>
              </a:rPr>
              <a:t>v </a:t>
            </a:r>
            <a:r>
              <a:rPr lang="en-US" sz="800" dirty="0">
                <a:solidFill>
                  <a:srgbClr val="2ABDF2"/>
                </a:solidFill>
              </a:rPr>
              <a:t>/ </a:t>
            </a:r>
            <a:r>
              <a:rPr lang="en-US" sz="800">
                <a:solidFill>
                  <a:srgbClr val="0070C0"/>
                </a:solidFill>
              </a:rPr>
              <a:t>S. Mirmanov</a:t>
            </a:r>
            <a:endParaRPr lang="en-US" sz="800" dirty="0">
              <a:solidFill>
                <a:srgbClr val="0070C0"/>
              </a:solidFill>
            </a:endParaRPr>
          </a:p>
          <a:p>
            <a:pPr algn="ctr"/>
            <a:endParaRPr lang="en-US" sz="800" dirty="0">
              <a:solidFill>
                <a:srgbClr val="00B0F0"/>
              </a:solidFill>
            </a:endParaRPr>
          </a:p>
        </p:txBody>
      </p:sp>
      <p:sp>
        <p:nvSpPr>
          <p:cNvPr id="20" name="Rectangle 19">
            <a:extLst>
              <a:ext uri="{FF2B5EF4-FFF2-40B4-BE49-F238E27FC236}">
                <a16:creationId xmlns:a16="http://schemas.microsoft.com/office/drawing/2014/main" id="{9053A11D-DFE3-C852-5FD8-BF5D946DAEF7}"/>
              </a:ext>
            </a:extLst>
          </p:cNvPr>
          <p:cNvSpPr/>
          <p:nvPr/>
        </p:nvSpPr>
        <p:spPr>
          <a:xfrm>
            <a:off x="2665091" y="3030518"/>
            <a:ext cx="1511342" cy="662230"/>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Control Centers Supervisor COK/DHK AT SHIFT 109696/178242</a:t>
            </a:r>
          </a:p>
          <a:p>
            <a:pPr algn="ctr"/>
            <a:r>
              <a:rPr lang="en-US" sz="800">
                <a:solidFill>
                  <a:srgbClr val="0070C0"/>
                </a:solidFill>
              </a:rPr>
              <a:t>A. Zhanbirova </a:t>
            </a:r>
            <a:r>
              <a:rPr lang="en-US" sz="800" dirty="0">
                <a:solidFill>
                  <a:srgbClr val="0070C0"/>
                </a:solidFill>
              </a:rPr>
              <a:t>/ </a:t>
            </a:r>
            <a:r>
              <a:rPr lang="en-US" sz="800" err="1">
                <a:solidFill>
                  <a:srgbClr val="0070C0"/>
                </a:solidFill>
              </a:rPr>
              <a:t>Zh</a:t>
            </a:r>
            <a:r>
              <a:rPr lang="en-US" sz="800">
                <a:solidFill>
                  <a:srgbClr val="0070C0"/>
                </a:solidFill>
              </a:rPr>
              <a:t>. Urazbayeva</a:t>
            </a:r>
            <a:endParaRPr lang="en-US" sz="800" dirty="0">
              <a:solidFill>
                <a:srgbClr val="0070C0"/>
              </a:solidFill>
            </a:endParaRPr>
          </a:p>
          <a:p>
            <a:pPr algn="ctr"/>
            <a:endParaRPr lang="en-US" sz="800" b="1" dirty="0">
              <a:solidFill>
                <a:schemeClr val="tx1"/>
              </a:solidFill>
            </a:endParaRPr>
          </a:p>
        </p:txBody>
      </p:sp>
      <p:cxnSp>
        <p:nvCxnSpPr>
          <p:cNvPr id="22" name="Connector: Elbow 21">
            <a:extLst>
              <a:ext uri="{FF2B5EF4-FFF2-40B4-BE49-F238E27FC236}">
                <a16:creationId xmlns:a16="http://schemas.microsoft.com/office/drawing/2014/main" id="{AA67497E-C710-DA6D-CACB-E4962CE4DBC9}"/>
              </a:ext>
            </a:extLst>
          </p:cNvPr>
          <p:cNvCxnSpPr>
            <a:cxnSpLocks/>
            <a:stCxn id="19" idx="1"/>
          </p:cNvCxnSpPr>
          <p:nvPr/>
        </p:nvCxnSpPr>
        <p:spPr>
          <a:xfrm rot="10800000">
            <a:off x="2593362" y="2422717"/>
            <a:ext cx="75780" cy="32409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28" name="Connector: Elbow 27">
            <a:extLst>
              <a:ext uri="{FF2B5EF4-FFF2-40B4-BE49-F238E27FC236}">
                <a16:creationId xmlns:a16="http://schemas.microsoft.com/office/drawing/2014/main" id="{E3B2A9FE-0869-5FBE-7B62-E113D30EF070}"/>
              </a:ext>
            </a:extLst>
          </p:cNvPr>
          <p:cNvCxnSpPr>
            <a:cxnSpLocks/>
            <a:stCxn id="20" idx="1"/>
          </p:cNvCxnSpPr>
          <p:nvPr/>
        </p:nvCxnSpPr>
        <p:spPr>
          <a:xfrm rot="10800000">
            <a:off x="2588847" y="2442833"/>
            <a:ext cx="76245" cy="918800"/>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64" name="Rectangle 63">
            <a:extLst>
              <a:ext uri="{FF2B5EF4-FFF2-40B4-BE49-F238E27FC236}">
                <a16:creationId xmlns:a16="http://schemas.microsoft.com/office/drawing/2014/main" id="{093748B7-2FBA-12BA-A8B8-678F42A61DBE}"/>
              </a:ext>
            </a:extLst>
          </p:cNvPr>
          <p:cNvSpPr/>
          <p:nvPr/>
        </p:nvSpPr>
        <p:spPr>
          <a:xfrm>
            <a:off x="2627940" y="4105915"/>
            <a:ext cx="1544899" cy="549561"/>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Access Control Supervisor </a:t>
            </a:r>
          </a:p>
          <a:p>
            <a:pPr algn="ctr"/>
            <a:r>
              <a:rPr lang="en-US" sz="800" dirty="0">
                <a:solidFill>
                  <a:schemeClr val="tx1"/>
                </a:solidFill>
              </a:rPr>
              <a:t>DHK AT OFFC 179371 </a:t>
            </a:r>
          </a:p>
          <a:p>
            <a:pPr algn="ctr"/>
            <a:r>
              <a:rPr lang="en-US" sz="800">
                <a:solidFill>
                  <a:srgbClr val="0070C0"/>
                </a:solidFill>
              </a:rPr>
              <a:t>G. Yensegenova</a:t>
            </a:r>
            <a:endParaRPr lang="en-US" sz="800" dirty="0">
              <a:solidFill>
                <a:srgbClr val="0070C0"/>
              </a:solidFill>
            </a:endParaRPr>
          </a:p>
          <a:p>
            <a:pPr algn="ctr"/>
            <a:endParaRPr lang="en-US" sz="800" b="1" dirty="0">
              <a:solidFill>
                <a:schemeClr val="tx1"/>
              </a:solidFill>
            </a:endParaRPr>
          </a:p>
        </p:txBody>
      </p:sp>
      <p:sp>
        <p:nvSpPr>
          <p:cNvPr id="11" name="TextBox 10">
            <a:extLst>
              <a:ext uri="{FF2B5EF4-FFF2-40B4-BE49-F238E27FC236}">
                <a16:creationId xmlns:a16="http://schemas.microsoft.com/office/drawing/2014/main" id="{769AAF00-7B49-C308-DB4A-297993ED390F}"/>
              </a:ext>
            </a:extLst>
          </p:cNvPr>
          <p:cNvSpPr txBox="1"/>
          <p:nvPr/>
        </p:nvSpPr>
        <p:spPr>
          <a:xfrm>
            <a:off x="11760679" y="6208143"/>
            <a:ext cx="431321" cy="215444"/>
          </a:xfrm>
          <a:prstGeom prst="rect">
            <a:avLst/>
          </a:prstGeom>
          <a:noFill/>
        </p:spPr>
        <p:txBody>
          <a:bodyPr wrap="square" rtlCol="0">
            <a:spAutoFit/>
          </a:bodyPr>
          <a:lstStyle/>
          <a:p>
            <a:r>
              <a:rPr lang="en-US" sz="800" dirty="0">
                <a:latin typeface="Times New Roman" panose="02020603050405020304" pitchFamily="18" charset="0"/>
                <a:cs typeface="Times New Roman" panose="02020603050405020304" pitchFamily="18" charset="0"/>
              </a:rPr>
              <a:t>18</a:t>
            </a:r>
          </a:p>
        </p:txBody>
      </p:sp>
      <p:sp>
        <p:nvSpPr>
          <p:cNvPr id="104" name="Rectangle 103">
            <a:extLst>
              <a:ext uri="{FF2B5EF4-FFF2-40B4-BE49-F238E27FC236}">
                <a16:creationId xmlns:a16="http://schemas.microsoft.com/office/drawing/2014/main" id="{DE5C0EDD-F6FF-0D44-9B19-48CD35CE7A63}"/>
              </a:ext>
            </a:extLst>
          </p:cNvPr>
          <p:cNvSpPr/>
          <p:nvPr/>
        </p:nvSpPr>
        <p:spPr>
          <a:xfrm>
            <a:off x="2626964" y="4681783"/>
            <a:ext cx="1544899" cy="549560"/>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Supervisor </a:t>
            </a:r>
          </a:p>
          <a:p>
            <a:pPr algn="ctr"/>
            <a:r>
              <a:rPr lang="en-US" sz="800" dirty="0">
                <a:solidFill>
                  <a:schemeClr val="tx1"/>
                </a:solidFill>
              </a:rPr>
              <a:t>DHK AT SHIFT 109699/103221</a:t>
            </a:r>
          </a:p>
          <a:p>
            <a:pPr algn="ctr"/>
            <a:r>
              <a:rPr lang="en-US" sz="800">
                <a:solidFill>
                  <a:srgbClr val="0070C0"/>
                </a:solidFill>
              </a:rPr>
              <a:t>E. Nitokshin </a:t>
            </a:r>
            <a:r>
              <a:rPr lang="en-US" sz="800" dirty="0">
                <a:solidFill>
                  <a:srgbClr val="0070C0"/>
                </a:solidFill>
              </a:rPr>
              <a:t>/ </a:t>
            </a:r>
            <a:r>
              <a:rPr lang="en-US" sz="800">
                <a:solidFill>
                  <a:srgbClr val="0070C0"/>
                </a:solidFill>
              </a:rPr>
              <a:t>T. Bassarov</a:t>
            </a:r>
            <a:endParaRPr lang="en-US" sz="800" dirty="0">
              <a:solidFill>
                <a:srgbClr val="0070C0"/>
              </a:solidFill>
            </a:endParaRPr>
          </a:p>
          <a:p>
            <a:pPr algn="ctr"/>
            <a:endParaRPr lang="en-US" sz="800" b="1" dirty="0">
              <a:solidFill>
                <a:schemeClr val="tx1"/>
              </a:solidFill>
            </a:endParaRPr>
          </a:p>
        </p:txBody>
      </p:sp>
      <p:cxnSp>
        <p:nvCxnSpPr>
          <p:cNvPr id="105" name="Connector: Elbow 104">
            <a:extLst>
              <a:ext uri="{FF2B5EF4-FFF2-40B4-BE49-F238E27FC236}">
                <a16:creationId xmlns:a16="http://schemas.microsoft.com/office/drawing/2014/main" id="{29491A72-0564-2CE4-8FD8-54189C032135}"/>
              </a:ext>
            </a:extLst>
          </p:cNvPr>
          <p:cNvCxnSpPr>
            <a:cxnSpLocks/>
          </p:cNvCxnSpPr>
          <p:nvPr/>
        </p:nvCxnSpPr>
        <p:spPr>
          <a:xfrm rot="10800000">
            <a:off x="2569332" y="4406938"/>
            <a:ext cx="69559" cy="510108"/>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119" name="Rectangle 118">
            <a:extLst>
              <a:ext uri="{FF2B5EF4-FFF2-40B4-BE49-F238E27FC236}">
                <a16:creationId xmlns:a16="http://schemas.microsoft.com/office/drawing/2014/main" id="{ED66B016-33FB-C9C0-E9D5-63C13E944E72}"/>
              </a:ext>
            </a:extLst>
          </p:cNvPr>
          <p:cNvSpPr/>
          <p:nvPr/>
        </p:nvSpPr>
        <p:spPr>
          <a:xfrm>
            <a:off x="2737776" y="5315539"/>
            <a:ext cx="1544899"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Supervisor </a:t>
            </a:r>
          </a:p>
          <a:p>
            <a:pPr algn="ctr"/>
            <a:r>
              <a:rPr lang="en-US" sz="800" dirty="0">
                <a:solidFill>
                  <a:schemeClr val="tx1"/>
                </a:solidFill>
              </a:rPr>
              <a:t>DHK BT ROT 104244/109702</a:t>
            </a:r>
          </a:p>
          <a:p>
            <a:pPr algn="ctr"/>
            <a:r>
              <a:rPr lang="en-US" sz="800">
                <a:solidFill>
                  <a:srgbClr val="0070C0"/>
                </a:solidFill>
              </a:rPr>
              <a:t>R. Utegenov </a:t>
            </a:r>
            <a:r>
              <a:rPr lang="en-US" sz="800" dirty="0">
                <a:solidFill>
                  <a:srgbClr val="0070C0"/>
                </a:solidFill>
              </a:rPr>
              <a:t>/ </a:t>
            </a:r>
            <a:r>
              <a:rPr lang="en-US" sz="800" err="1">
                <a:solidFill>
                  <a:srgbClr val="0070C0"/>
                </a:solidFill>
              </a:rPr>
              <a:t>Zh</a:t>
            </a:r>
            <a:r>
              <a:rPr lang="en-US" sz="800">
                <a:solidFill>
                  <a:srgbClr val="0070C0"/>
                </a:solidFill>
              </a:rPr>
              <a:t>. Zhubanaliyev</a:t>
            </a:r>
            <a:endParaRPr lang="en-US" sz="800" dirty="0">
              <a:solidFill>
                <a:srgbClr val="0070C0"/>
              </a:solidFill>
            </a:endParaRPr>
          </a:p>
        </p:txBody>
      </p:sp>
      <p:cxnSp>
        <p:nvCxnSpPr>
          <p:cNvPr id="120" name="Connector: Elbow 119">
            <a:extLst>
              <a:ext uri="{FF2B5EF4-FFF2-40B4-BE49-F238E27FC236}">
                <a16:creationId xmlns:a16="http://schemas.microsoft.com/office/drawing/2014/main" id="{9E7907A3-4339-22B8-B340-35883DBA696F}"/>
              </a:ext>
            </a:extLst>
          </p:cNvPr>
          <p:cNvCxnSpPr>
            <a:cxnSpLocks/>
          </p:cNvCxnSpPr>
          <p:nvPr/>
        </p:nvCxnSpPr>
        <p:spPr>
          <a:xfrm rot="10800000">
            <a:off x="2570777" y="4866062"/>
            <a:ext cx="175364" cy="602774"/>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42" name="Connector: Elbow 141">
            <a:extLst>
              <a:ext uri="{FF2B5EF4-FFF2-40B4-BE49-F238E27FC236}">
                <a16:creationId xmlns:a16="http://schemas.microsoft.com/office/drawing/2014/main" id="{FD4B5FAE-9B50-AD17-0D89-1DD1B7F78C1A}"/>
              </a:ext>
            </a:extLst>
          </p:cNvPr>
          <p:cNvCxnSpPr>
            <a:cxnSpLocks/>
          </p:cNvCxnSpPr>
          <p:nvPr/>
        </p:nvCxnSpPr>
        <p:spPr>
          <a:xfrm rot="10800000">
            <a:off x="2413733" y="4406938"/>
            <a:ext cx="107671" cy="2213684"/>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171" name="Rectangle 170">
            <a:extLst>
              <a:ext uri="{FF2B5EF4-FFF2-40B4-BE49-F238E27FC236}">
                <a16:creationId xmlns:a16="http://schemas.microsoft.com/office/drawing/2014/main" id="{725F6AF9-BE21-4420-D7DF-58FB305AC778}"/>
              </a:ext>
            </a:extLst>
          </p:cNvPr>
          <p:cNvSpPr/>
          <p:nvPr/>
        </p:nvSpPr>
        <p:spPr>
          <a:xfrm>
            <a:off x="6449538" y="4090122"/>
            <a:ext cx="1522850" cy="471101"/>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Medical Services Supervisor DHK OR ROT 107388/101191</a:t>
            </a:r>
          </a:p>
          <a:p>
            <a:pPr algn="ctr"/>
            <a:r>
              <a:rPr lang="en-US" sz="800">
                <a:solidFill>
                  <a:srgbClr val="0070C0"/>
                </a:solidFill>
              </a:rPr>
              <a:t>M. Aukeshev </a:t>
            </a:r>
            <a:r>
              <a:rPr lang="en-US" sz="800" dirty="0">
                <a:solidFill>
                  <a:srgbClr val="0070C0"/>
                </a:solidFill>
              </a:rPr>
              <a:t>/ </a:t>
            </a:r>
            <a:r>
              <a:rPr lang="en-US" sz="800">
                <a:solidFill>
                  <a:srgbClr val="0070C0"/>
                </a:solidFill>
              </a:rPr>
              <a:t>K. Kusmoldin</a:t>
            </a:r>
            <a:endParaRPr lang="en-US" sz="800" dirty="0">
              <a:solidFill>
                <a:srgbClr val="0070C0"/>
              </a:solidFill>
            </a:endParaRPr>
          </a:p>
        </p:txBody>
      </p:sp>
      <p:cxnSp>
        <p:nvCxnSpPr>
          <p:cNvPr id="172" name="Connector: Elbow 171">
            <a:extLst>
              <a:ext uri="{FF2B5EF4-FFF2-40B4-BE49-F238E27FC236}">
                <a16:creationId xmlns:a16="http://schemas.microsoft.com/office/drawing/2014/main" id="{1C59D886-494E-D7C4-D519-8BB2FB81799E}"/>
              </a:ext>
            </a:extLst>
          </p:cNvPr>
          <p:cNvCxnSpPr>
            <a:cxnSpLocks/>
          </p:cNvCxnSpPr>
          <p:nvPr/>
        </p:nvCxnSpPr>
        <p:spPr>
          <a:xfrm rot="10800000">
            <a:off x="6369268" y="3716319"/>
            <a:ext cx="80271" cy="609355"/>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174" name="Rectangle 173">
            <a:extLst>
              <a:ext uri="{FF2B5EF4-FFF2-40B4-BE49-F238E27FC236}">
                <a16:creationId xmlns:a16="http://schemas.microsoft.com/office/drawing/2014/main" id="{74DC1F26-E65C-575A-6989-FF2859DB0C34}"/>
              </a:ext>
            </a:extLst>
          </p:cNvPr>
          <p:cNvSpPr/>
          <p:nvPr/>
        </p:nvSpPr>
        <p:spPr>
          <a:xfrm>
            <a:off x="6326141" y="4841362"/>
            <a:ext cx="1514159" cy="454431"/>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Occupational Health DHK AT OFFC 107466 </a:t>
            </a:r>
          </a:p>
          <a:p>
            <a:pPr algn="ctr"/>
            <a:r>
              <a:rPr lang="en-US" sz="800">
                <a:solidFill>
                  <a:srgbClr val="0070C0"/>
                </a:solidFill>
              </a:rPr>
              <a:t>A. Tatanov</a:t>
            </a:r>
            <a:endParaRPr lang="en-US" sz="800" dirty="0">
              <a:solidFill>
                <a:srgbClr val="0070C0"/>
              </a:solidFill>
            </a:endParaRPr>
          </a:p>
          <a:p>
            <a:pPr algn="ctr"/>
            <a:endParaRPr lang="en-US" sz="800" dirty="0">
              <a:solidFill>
                <a:schemeClr val="tx1"/>
              </a:solidFill>
            </a:endParaRPr>
          </a:p>
          <a:p>
            <a:pPr algn="ctr"/>
            <a:endParaRPr lang="en-US" sz="800" b="1" dirty="0">
              <a:solidFill>
                <a:schemeClr val="tx1"/>
              </a:solidFill>
            </a:endParaRPr>
          </a:p>
        </p:txBody>
      </p:sp>
      <p:cxnSp>
        <p:nvCxnSpPr>
          <p:cNvPr id="175" name="Connector: Elbow 174">
            <a:extLst>
              <a:ext uri="{FF2B5EF4-FFF2-40B4-BE49-F238E27FC236}">
                <a16:creationId xmlns:a16="http://schemas.microsoft.com/office/drawing/2014/main" id="{09E1589C-48D8-3D25-4DCC-C713F2FD9AF6}"/>
              </a:ext>
            </a:extLst>
          </p:cNvPr>
          <p:cNvCxnSpPr>
            <a:cxnSpLocks/>
            <a:stCxn id="174" idx="1"/>
          </p:cNvCxnSpPr>
          <p:nvPr/>
        </p:nvCxnSpPr>
        <p:spPr>
          <a:xfrm rot="10800000">
            <a:off x="6163561" y="2568832"/>
            <a:ext cx="162581" cy="2499746"/>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193" name="Rectangle 192">
            <a:extLst>
              <a:ext uri="{FF2B5EF4-FFF2-40B4-BE49-F238E27FC236}">
                <a16:creationId xmlns:a16="http://schemas.microsoft.com/office/drawing/2014/main" id="{F8B5025F-402B-AB4B-21F2-922BC9D55F07}"/>
              </a:ext>
            </a:extLst>
          </p:cNvPr>
          <p:cNvSpPr/>
          <p:nvPr/>
        </p:nvSpPr>
        <p:spPr>
          <a:xfrm>
            <a:off x="8287476" y="3338894"/>
            <a:ext cx="1509215" cy="53719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Projects &amp; Permitting Team Lead </a:t>
            </a:r>
          </a:p>
          <a:p>
            <a:pPr algn="ctr"/>
            <a:r>
              <a:rPr lang="fr-FR" sz="800" dirty="0">
                <a:solidFill>
                  <a:schemeClr val="tx1"/>
                </a:solidFill>
              </a:rPr>
              <a:t>DHK AT OFFC </a:t>
            </a:r>
            <a:r>
              <a:rPr lang="en-US" sz="800" dirty="0">
                <a:solidFill>
                  <a:schemeClr val="tx1"/>
                </a:solidFill>
              </a:rPr>
              <a:t>178248 </a:t>
            </a:r>
          </a:p>
          <a:p>
            <a:pPr algn="ctr"/>
            <a:r>
              <a:rPr lang="en-US" sz="800" err="1">
                <a:solidFill>
                  <a:srgbClr val="0070C0"/>
                </a:solidFill>
              </a:rPr>
              <a:t>Zh</a:t>
            </a:r>
            <a:r>
              <a:rPr lang="en-US" sz="800">
                <a:solidFill>
                  <a:srgbClr val="0070C0"/>
                </a:solidFill>
              </a:rPr>
              <a:t>. Kozhan</a:t>
            </a:r>
            <a:endParaRPr lang="en-US" sz="800" dirty="0">
              <a:solidFill>
                <a:srgbClr val="0070C0"/>
              </a:solidFill>
            </a:endParaRPr>
          </a:p>
          <a:p>
            <a:pPr algn="ctr"/>
            <a:endParaRPr lang="en-US" sz="800" dirty="0">
              <a:solidFill>
                <a:schemeClr val="tx1"/>
              </a:solidFill>
            </a:endParaRPr>
          </a:p>
          <a:p>
            <a:pPr algn="ctr"/>
            <a:endParaRPr lang="en-US" sz="800" b="1" dirty="0">
              <a:solidFill>
                <a:schemeClr val="tx1"/>
              </a:solidFill>
            </a:endParaRPr>
          </a:p>
        </p:txBody>
      </p:sp>
      <p:sp>
        <p:nvSpPr>
          <p:cNvPr id="194" name="Rectangle 193">
            <a:extLst>
              <a:ext uri="{FF2B5EF4-FFF2-40B4-BE49-F238E27FC236}">
                <a16:creationId xmlns:a16="http://schemas.microsoft.com/office/drawing/2014/main" id="{A55B652B-EB05-66B6-D27E-125EAC3351D3}"/>
              </a:ext>
            </a:extLst>
          </p:cNvPr>
          <p:cNvSpPr/>
          <p:nvPr/>
        </p:nvSpPr>
        <p:spPr>
          <a:xfrm>
            <a:off x="8285363" y="3978437"/>
            <a:ext cx="1509215" cy="53719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Waste &amp; Effluent Management Lead</a:t>
            </a:r>
          </a:p>
          <a:p>
            <a:pPr algn="ctr"/>
            <a:r>
              <a:rPr lang="fr-FR" sz="800" dirty="0">
                <a:solidFill>
                  <a:schemeClr val="tx1"/>
                </a:solidFill>
              </a:rPr>
              <a:t>DHK AT OFFC </a:t>
            </a:r>
            <a:r>
              <a:rPr lang="en-US" sz="800" dirty="0">
                <a:solidFill>
                  <a:schemeClr val="tx1"/>
                </a:solidFill>
              </a:rPr>
              <a:t>178247 </a:t>
            </a:r>
            <a:r>
              <a:rPr lang="en-US" sz="800" dirty="0" err="1">
                <a:solidFill>
                  <a:srgbClr val="0070C0"/>
                </a:solidFill>
              </a:rPr>
              <a:t>D.Gabassov</a:t>
            </a:r>
            <a:endParaRPr lang="en-US" sz="800" dirty="0">
              <a:solidFill>
                <a:srgbClr val="0070C0"/>
              </a:solidFill>
            </a:endParaRPr>
          </a:p>
          <a:p>
            <a:pPr algn="ctr"/>
            <a:endParaRPr lang="en-US" sz="800" dirty="0">
              <a:solidFill>
                <a:schemeClr val="tx1"/>
              </a:solidFill>
            </a:endParaRPr>
          </a:p>
          <a:p>
            <a:pPr algn="ctr"/>
            <a:endParaRPr lang="en-US" sz="800" b="1" dirty="0">
              <a:solidFill>
                <a:schemeClr val="tx1"/>
              </a:solidFill>
            </a:endParaRPr>
          </a:p>
        </p:txBody>
      </p:sp>
      <p:sp>
        <p:nvSpPr>
          <p:cNvPr id="203" name="Rectangle 202">
            <a:extLst>
              <a:ext uri="{FF2B5EF4-FFF2-40B4-BE49-F238E27FC236}">
                <a16:creationId xmlns:a16="http://schemas.microsoft.com/office/drawing/2014/main" id="{A9F9FB84-CE68-03AF-A39B-12CA19FDF85C}"/>
              </a:ext>
            </a:extLst>
          </p:cNvPr>
          <p:cNvSpPr/>
          <p:nvPr/>
        </p:nvSpPr>
        <p:spPr>
          <a:xfrm>
            <a:off x="8174518" y="1992551"/>
            <a:ext cx="1509215" cy="588310"/>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Environmental, Permitting &amp; Reporting</a:t>
            </a:r>
          </a:p>
          <a:p>
            <a:pPr algn="ctr"/>
            <a:r>
              <a:rPr lang="en-US" sz="800" dirty="0">
                <a:solidFill>
                  <a:schemeClr val="tx1"/>
                </a:solidFill>
              </a:rPr>
              <a:t>SEC AT OFFC 179153 </a:t>
            </a:r>
          </a:p>
          <a:p>
            <a:pPr algn="ctr"/>
            <a:r>
              <a:rPr lang="en-US" sz="800">
                <a:solidFill>
                  <a:srgbClr val="0070C0"/>
                </a:solidFill>
              </a:rPr>
              <a:t>K. Kim</a:t>
            </a:r>
            <a:endParaRPr lang="en-US" sz="800" dirty="0">
              <a:solidFill>
                <a:srgbClr val="0070C0"/>
              </a:solidFill>
            </a:endParaRPr>
          </a:p>
          <a:p>
            <a:pPr algn="ctr"/>
            <a:endParaRPr lang="en-US" sz="800" dirty="0">
              <a:solidFill>
                <a:schemeClr val="tx1"/>
              </a:solidFill>
            </a:endParaRPr>
          </a:p>
          <a:p>
            <a:pPr algn="ctr"/>
            <a:endParaRPr lang="en-US" sz="800" dirty="0">
              <a:solidFill>
                <a:schemeClr val="tx1"/>
              </a:solidFill>
            </a:endParaRPr>
          </a:p>
          <a:p>
            <a:pPr algn="ctr"/>
            <a:endParaRPr lang="en-US" sz="800" b="1" dirty="0">
              <a:solidFill>
                <a:schemeClr val="tx1"/>
              </a:solidFill>
            </a:endParaRPr>
          </a:p>
        </p:txBody>
      </p:sp>
      <p:cxnSp>
        <p:nvCxnSpPr>
          <p:cNvPr id="204" name="Connector: Elbow 203">
            <a:extLst>
              <a:ext uri="{FF2B5EF4-FFF2-40B4-BE49-F238E27FC236}">
                <a16:creationId xmlns:a16="http://schemas.microsoft.com/office/drawing/2014/main" id="{B54294A6-4B3E-A194-7A66-862673D182EF}"/>
              </a:ext>
            </a:extLst>
          </p:cNvPr>
          <p:cNvCxnSpPr>
            <a:cxnSpLocks/>
            <a:stCxn id="193" idx="1"/>
          </p:cNvCxnSpPr>
          <p:nvPr/>
        </p:nvCxnSpPr>
        <p:spPr>
          <a:xfrm rot="10800000">
            <a:off x="8218700" y="2927897"/>
            <a:ext cx="68777" cy="679595"/>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206" name="Connector: Elbow 205">
            <a:extLst>
              <a:ext uri="{FF2B5EF4-FFF2-40B4-BE49-F238E27FC236}">
                <a16:creationId xmlns:a16="http://schemas.microsoft.com/office/drawing/2014/main" id="{39059504-E4ED-BCFD-29FB-198D19225735}"/>
              </a:ext>
            </a:extLst>
          </p:cNvPr>
          <p:cNvCxnSpPr>
            <a:cxnSpLocks/>
          </p:cNvCxnSpPr>
          <p:nvPr/>
        </p:nvCxnSpPr>
        <p:spPr>
          <a:xfrm rot="10800000">
            <a:off x="8219154" y="3583581"/>
            <a:ext cx="68777" cy="679595"/>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218" name="Rectangle 217">
            <a:extLst>
              <a:ext uri="{FF2B5EF4-FFF2-40B4-BE49-F238E27FC236}">
                <a16:creationId xmlns:a16="http://schemas.microsoft.com/office/drawing/2014/main" id="{268ADD3C-F461-0488-C5E0-4E335D4A2366}"/>
              </a:ext>
            </a:extLst>
          </p:cNvPr>
          <p:cNvSpPr/>
          <p:nvPr/>
        </p:nvSpPr>
        <p:spPr>
          <a:xfrm>
            <a:off x="8313669" y="4699954"/>
            <a:ext cx="1509215" cy="53719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GHG &amp; Air Emissions Management Team Lead </a:t>
            </a:r>
          </a:p>
          <a:p>
            <a:pPr algn="ctr"/>
            <a:r>
              <a:rPr lang="fr-FR" sz="800" dirty="0">
                <a:solidFill>
                  <a:schemeClr val="tx1"/>
                </a:solidFill>
              </a:rPr>
              <a:t>DHK AT OFFC </a:t>
            </a:r>
            <a:r>
              <a:rPr lang="en-US" sz="800" dirty="0">
                <a:solidFill>
                  <a:schemeClr val="tx1"/>
                </a:solidFill>
              </a:rPr>
              <a:t>179154</a:t>
            </a:r>
          </a:p>
          <a:p>
            <a:pPr algn="ctr"/>
            <a:r>
              <a:rPr lang="en-US" sz="800">
                <a:solidFill>
                  <a:srgbClr val="0070C0"/>
                </a:solidFill>
              </a:rPr>
              <a:t>A. Kassenov</a:t>
            </a:r>
            <a:endParaRPr lang="en-US" sz="800" dirty="0">
              <a:solidFill>
                <a:srgbClr val="0070C0"/>
              </a:solidFill>
            </a:endParaRPr>
          </a:p>
          <a:p>
            <a:pPr algn="ctr"/>
            <a:endParaRPr lang="en-US" sz="800" b="1" dirty="0">
              <a:solidFill>
                <a:schemeClr val="tx1"/>
              </a:solidFill>
            </a:endParaRPr>
          </a:p>
        </p:txBody>
      </p:sp>
      <p:cxnSp>
        <p:nvCxnSpPr>
          <p:cNvPr id="219" name="Connector: Elbow 218">
            <a:extLst>
              <a:ext uri="{FF2B5EF4-FFF2-40B4-BE49-F238E27FC236}">
                <a16:creationId xmlns:a16="http://schemas.microsoft.com/office/drawing/2014/main" id="{A9E6F612-8275-308D-1756-BE5B42A8F8ED}"/>
              </a:ext>
            </a:extLst>
          </p:cNvPr>
          <p:cNvCxnSpPr>
            <a:cxnSpLocks/>
          </p:cNvCxnSpPr>
          <p:nvPr/>
        </p:nvCxnSpPr>
        <p:spPr>
          <a:xfrm rot="5400000" flipH="1" flipV="1">
            <a:off x="6595345" y="3429004"/>
            <a:ext cx="3086635" cy="1"/>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225" name="Connector: Elbow 224">
            <a:extLst>
              <a:ext uri="{FF2B5EF4-FFF2-40B4-BE49-F238E27FC236}">
                <a16:creationId xmlns:a16="http://schemas.microsoft.com/office/drawing/2014/main" id="{A9A71530-C478-258A-8998-9A4D9547787A}"/>
              </a:ext>
            </a:extLst>
          </p:cNvPr>
          <p:cNvCxnSpPr>
            <a:cxnSpLocks/>
            <a:stCxn id="218" idx="1"/>
          </p:cNvCxnSpPr>
          <p:nvPr/>
        </p:nvCxnSpPr>
        <p:spPr>
          <a:xfrm rot="10800000">
            <a:off x="8138657" y="1877087"/>
            <a:ext cx="175012" cy="3091465"/>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285" name="Text Placeholder 1">
            <a:extLst>
              <a:ext uri="{FF2B5EF4-FFF2-40B4-BE49-F238E27FC236}">
                <a16:creationId xmlns:a16="http://schemas.microsoft.com/office/drawing/2014/main" id="{DE64420C-5D97-E97B-96A9-66F009065FCF}"/>
              </a:ext>
            </a:extLst>
          </p:cNvPr>
          <p:cNvSpPr>
            <a:spLocks noGrp="1"/>
          </p:cNvSpPr>
          <p:nvPr>
            <p:ph type="body" sz="quarter" idx="10"/>
          </p:nvPr>
        </p:nvSpPr>
        <p:spPr>
          <a:xfrm>
            <a:off x="123825" y="153781"/>
            <a:ext cx="2855959" cy="452348"/>
          </a:xfrm>
        </p:spPr>
        <p:txBody>
          <a:bodyPr>
            <a:normAutofit/>
          </a:bodyPr>
          <a:lstStyle/>
          <a:p>
            <a:r>
              <a:rPr lang="en-US" sz="2000" dirty="0"/>
              <a:t>HSSE</a:t>
            </a:r>
          </a:p>
        </p:txBody>
      </p:sp>
      <p:sp>
        <p:nvSpPr>
          <p:cNvPr id="2" name="Rectangle 1">
            <a:extLst>
              <a:ext uri="{FF2B5EF4-FFF2-40B4-BE49-F238E27FC236}">
                <a16:creationId xmlns:a16="http://schemas.microsoft.com/office/drawing/2014/main" id="{FF5FE577-9054-5C77-BA49-82BA31094172}"/>
              </a:ext>
            </a:extLst>
          </p:cNvPr>
          <p:cNvSpPr/>
          <p:nvPr/>
        </p:nvSpPr>
        <p:spPr>
          <a:xfrm>
            <a:off x="4408297" y="2317860"/>
            <a:ext cx="1511342" cy="535180"/>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Contracts Management Specialist</a:t>
            </a:r>
            <a:endParaRPr lang="ru-RU" sz="800" dirty="0">
              <a:solidFill>
                <a:schemeClr val="tx1"/>
              </a:solidFill>
            </a:endParaRPr>
          </a:p>
          <a:p>
            <a:pPr algn="ctr"/>
            <a:r>
              <a:rPr lang="en-US" sz="800" dirty="0">
                <a:solidFill>
                  <a:schemeClr val="tx1"/>
                </a:solidFill>
              </a:rPr>
              <a:t>COK AT OFFC 110367</a:t>
            </a:r>
          </a:p>
          <a:p>
            <a:pPr algn="ctr"/>
            <a:r>
              <a:rPr lang="en-US" sz="800">
                <a:solidFill>
                  <a:srgbClr val="0070C0"/>
                </a:solidFill>
              </a:rPr>
              <a:t>A. Murzagaliyeva</a:t>
            </a:r>
            <a:endParaRPr lang="en-US" sz="800" dirty="0">
              <a:solidFill>
                <a:srgbClr val="0070C0"/>
              </a:solidFill>
            </a:endParaRPr>
          </a:p>
        </p:txBody>
      </p:sp>
      <p:sp>
        <p:nvSpPr>
          <p:cNvPr id="3" name="Rectangle 2">
            <a:extLst>
              <a:ext uri="{FF2B5EF4-FFF2-40B4-BE49-F238E27FC236}">
                <a16:creationId xmlns:a16="http://schemas.microsoft.com/office/drawing/2014/main" id="{22C81F83-807D-5F3D-F46D-CB1829599FE7}"/>
              </a:ext>
            </a:extLst>
          </p:cNvPr>
          <p:cNvSpPr/>
          <p:nvPr/>
        </p:nvSpPr>
        <p:spPr>
          <a:xfrm>
            <a:off x="4404246" y="2913978"/>
            <a:ext cx="1511342" cy="54956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Contracts Management Specialist</a:t>
            </a:r>
          </a:p>
          <a:p>
            <a:pPr algn="ctr"/>
            <a:r>
              <a:rPr lang="en-US" sz="800" dirty="0">
                <a:solidFill>
                  <a:schemeClr val="tx1"/>
                </a:solidFill>
              </a:rPr>
              <a:t>COK AT OFFC 110492</a:t>
            </a:r>
          </a:p>
          <a:p>
            <a:pPr algn="ctr"/>
            <a:r>
              <a:rPr lang="en-US" sz="800" dirty="0" err="1">
                <a:solidFill>
                  <a:srgbClr val="0070C0"/>
                </a:solidFill>
              </a:rPr>
              <a:t>T.Litvinova</a:t>
            </a:r>
            <a:endParaRPr lang="en-US" sz="800" dirty="0">
              <a:solidFill>
                <a:srgbClr val="0070C0"/>
              </a:solidFill>
            </a:endParaRPr>
          </a:p>
        </p:txBody>
      </p:sp>
      <p:cxnSp>
        <p:nvCxnSpPr>
          <p:cNvPr id="4" name="Connector: Elbow 3">
            <a:extLst>
              <a:ext uri="{FF2B5EF4-FFF2-40B4-BE49-F238E27FC236}">
                <a16:creationId xmlns:a16="http://schemas.microsoft.com/office/drawing/2014/main" id="{4E8DFA60-F144-8E89-0A3C-E03CAE01FD7D}"/>
              </a:ext>
            </a:extLst>
          </p:cNvPr>
          <p:cNvCxnSpPr>
            <a:cxnSpLocks/>
            <a:stCxn id="2" idx="1"/>
          </p:cNvCxnSpPr>
          <p:nvPr/>
        </p:nvCxnSpPr>
        <p:spPr>
          <a:xfrm rot="10800000">
            <a:off x="4332517" y="2261352"/>
            <a:ext cx="75780" cy="32409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5" name="Connector: Elbow 4">
            <a:extLst>
              <a:ext uri="{FF2B5EF4-FFF2-40B4-BE49-F238E27FC236}">
                <a16:creationId xmlns:a16="http://schemas.microsoft.com/office/drawing/2014/main" id="{3BD1E40E-7219-10B7-2030-F7A488A97161}"/>
              </a:ext>
            </a:extLst>
          </p:cNvPr>
          <p:cNvCxnSpPr>
            <a:cxnSpLocks/>
            <a:stCxn id="3" idx="1"/>
          </p:cNvCxnSpPr>
          <p:nvPr/>
        </p:nvCxnSpPr>
        <p:spPr>
          <a:xfrm rot="10800000">
            <a:off x="4327996" y="2326293"/>
            <a:ext cx="76251" cy="862466"/>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F5AD54D6-9AE0-8906-1B6F-6BF28356F9BB}"/>
              </a:ext>
            </a:extLst>
          </p:cNvPr>
          <p:cNvSpPr/>
          <p:nvPr/>
        </p:nvSpPr>
        <p:spPr>
          <a:xfrm>
            <a:off x="8335490" y="5420917"/>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Team Lead </a:t>
            </a:r>
          </a:p>
          <a:p>
            <a:pPr algn="ctr"/>
            <a:r>
              <a:rPr lang="en-US" sz="800" dirty="0">
                <a:solidFill>
                  <a:schemeClr val="tx1"/>
                </a:solidFill>
              </a:rPr>
              <a:t>DHK AT OFFC 178431 </a:t>
            </a:r>
          </a:p>
          <a:p>
            <a:pPr algn="ctr"/>
            <a:r>
              <a:rPr lang="en-US" sz="800" dirty="0">
                <a:solidFill>
                  <a:srgbClr val="0070C0"/>
                </a:solidFill>
              </a:rPr>
              <a:t>Ukhov, Sergey</a:t>
            </a:r>
          </a:p>
        </p:txBody>
      </p:sp>
      <p:cxnSp>
        <p:nvCxnSpPr>
          <p:cNvPr id="7" name="Connector: Elbow 6">
            <a:extLst>
              <a:ext uri="{FF2B5EF4-FFF2-40B4-BE49-F238E27FC236}">
                <a16:creationId xmlns:a16="http://schemas.microsoft.com/office/drawing/2014/main" id="{61E782D2-BDDB-116B-EFE1-11D8759E6B64}"/>
              </a:ext>
            </a:extLst>
          </p:cNvPr>
          <p:cNvCxnSpPr>
            <a:cxnSpLocks/>
          </p:cNvCxnSpPr>
          <p:nvPr/>
        </p:nvCxnSpPr>
        <p:spPr>
          <a:xfrm rot="10800000">
            <a:off x="8138655" y="2592619"/>
            <a:ext cx="175012" cy="3091465"/>
          </a:xfrm>
          <a:prstGeom prst="bentConnector2">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909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75C9B-3C1D-3E1F-699D-0171F312F239}"/>
            </a:ext>
          </a:extLst>
        </p:cNvPr>
        <p:cNvGrpSpPr/>
        <p:nvPr/>
      </p:nvGrpSpPr>
      <p:grpSpPr>
        <a:xfrm>
          <a:off x="0" y="0"/>
          <a:ext cx="0" cy="0"/>
          <a:chOff x="0" y="0"/>
          <a:chExt cx="0" cy="0"/>
        </a:xfrm>
      </p:grpSpPr>
      <p:sp>
        <p:nvSpPr>
          <p:cNvPr id="236" name="Text Placeholder 235">
            <a:extLst>
              <a:ext uri="{FF2B5EF4-FFF2-40B4-BE49-F238E27FC236}">
                <a16:creationId xmlns:a16="http://schemas.microsoft.com/office/drawing/2014/main" id="{C3E013C1-4E0D-4A4D-BE67-BFC855F351D4}"/>
              </a:ext>
            </a:extLst>
          </p:cNvPr>
          <p:cNvSpPr>
            <a:spLocks noGrp="1"/>
          </p:cNvSpPr>
          <p:nvPr>
            <p:ph type="body" sz="quarter" idx="10"/>
          </p:nvPr>
        </p:nvSpPr>
        <p:spPr>
          <a:xfrm>
            <a:off x="68305" y="237319"/>
            <a:ext cx="10459170" cy="339661"/>
          </a:xfrm>
        </p:spPr>
        <p:txBody>
          <a:bodyPr>
            <a:normAutofit/>
          </a:bodyPr>
          <a:lstStyle/>
          <a:p>
            <a:r>
              <a:rPr lang="en-US" sz="1800" dirty="0"/>
              <a:t>Environmental Protection</a:t>
            </a:r>
          </a:p>
        </p:txBody>
      </p:sp>
      <p:sp>
        <p:nvSpPr>
          <p:cNvPr id="230" name="Rectangle 229">
            <a:extLst>
              <a:ext uri="{FF2B5EF4-FFF2-40B4-BE49-F238E27FC236}">
                <a16:creationId xmlns:a16="http://schemas.microsoft.com/office/drawing/2014/main" id="{EA0E89E9-5628-9438-FCFB-39C6D1607AE4}"/>
              </a:ext>
            </a:extLst>
          </p:cNvPr>
          <p:cNvSpPr/>
          <p:nvPr/>
        </p:nvSpPr>
        <p:spPr>
          <a:xfrm>
            <a:off x="5401144" y="347464"/>
            <a:ext cx="1672869" cy="68938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900" dirty="0" err="1">
                <a:solidFill>
                  <a:schemeClr val="tx1"/>
                </a:solidFill>
              </a:rPr>
              <a:t>Environmental</a:t>
            </a:r>
            <a:r>
              <a:rPr lang="fr-FR" sz="900" dirty="0">
                <a:solidFill>
                  <a:schemeClr val="tx1"/>
                </a:solidFill>
              </a:rPr>
              <a:t> Protection Manager </a:t>
            </a:r>
          </a:p>
          <a:p>
            <a:pPr algn="ctr"/>
            <a:r>
              <a:rPr lang="fr-FR" sz="900" dirty="0">
                <a:solidFill>
                  <a:schemeClr val="tx1"/>
                </a:solidFill>
              </a:rPr>
              <a:t>DHK AT OFFC 105550 </a:t>
            </a:r>
          </a:p>
          <a:p>
            <a:pPr algn="ctr"/>
            <a:r>
              <a:rPr lang="fr-FR" sz="900" dirty="0">
                <a:solidFill>
                  <a:schemeClr val="tx1"/>
                </a:solidFill>
              </a:rPr>
              <a:t> </a:t>
            </a:r>
            <a:r>
              <a:rPr lang="fr-FR" sz="900">
                <a:solidFill>
                  <a:srgbClr val="0070C0"/>
                </a:solidFill>
              </a:rPr>
              <a:t>T. Jantayev</a:t>
            </a:r>
            <a:endParaRPr lang="fr-FR" sz="900" dirty="0">
              <a:solidFill>
                <a:srgbClr val="0070C0"/>
              </a:solidFill>
            </a:endParaRPr>
          </a:p>
          <a:p>
            <a:pPr algn="ctr"/>
            <a:endParaRPr lang="en-US" sz="900" b="1" dirty="0">
              <a:solidFill>
                <a:schemeClr val="tx1"/>
              </a:solidFill>
            </a:endParaRPr>
          </a:p>
        </p:txBody>
      </p:sp>
      <p:sp>
        <p:nvSpPr>
          <p:cNvPr id="233" name="Rectangle 232">
            <a:extLst>
              <a:ext uri="{FF2B5EF4-FFF2-40B4-BE49-F238E27FC236}">
                <a16:creationId xmlns:a16="http://schemas.microsoft.com/office/drawing/2014/main" id="{A2038CC1-224D-EEC7-2801-85162EAB5253}"/>
              </a:ext>
            </a:extLst>
          </p:cNvPr>
          <p:cNvSpPr/>
          <p:nvPr/>
        </p:nvSpPr>
        <p:spPr>
          <a:xfrm>
            <a:off x="9187507" y="1510898"/>
            <a:ext cx="1606049" cy="69080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GHG &amp; Air Emissions Management </a:t>
            </a:r>
          </a:p>
          <a:p>
            <a:pPr algn="ctr"/>
            <a:r>
              <a:rPr lang="en-US" sz="800" dirty="0">
                <a:solidFill>
                  <a:schemeClr val="tx1"/>
                </a:solidFill>
              </a:rPr>
              <a:t>Team Lead </a:t>
            </a:r>
          </a:p>
          <a:p>
            <a:pPr algn="ctr"/>
            <a:r>
              <a:rPr lang="en-US" sz="800" dirty="0">
                <a:solidFill>
                  <a:schemeClr val="tx1"/>
                </a:solidFill>
              </a:rPr>
              <a:t>DHK AT OFFC 179154</a:t>
            </a:r>
          </a:p>
          <a:p>
            <a:pPr algn="ctr"/>
            <a:r>
              <a:rPr lang="en-US" sz="800" dirty="0">
                <a:solidFill>
                  <a:schemeClr val="tx1"/>
                </a:solidFill>
              </a:rPr>
              <a:t> </a:t>
            </a:r>
            <a:r>
              <a:rPr lang="en-US" sz="800">
                <a:solidFill>
                  <a:srgbClr val="0070C0"/>
                </a:solidFill>
              </a:rPr>
              <a:t>A. Kassenov</a:t>
            </a:r>
            <a:endParaRPr lang="en-US" sz="800" dirty="0">
              <a:solidFill>
                <a:srgbClr val="0070C0"/>
              </a:solidFill>
            </a:endParaRPr>
          </a:p>
          <a:p>
            <a:pPr algn="ctr"/>
            <a:endParaRPr lang="en-US" sz="800" dirty="0">
              <a:solidFill>
                <a:schemeClr val="tx1"/>
              </a:solidFill>
            </a:endParaRPr>
          </a:p>
          <a:p>
            <a:pPr algn="ctr"/>
            <a:endParaRPr lang="en-US" sz="800" dirty="0">
              <a:solidFill>
                <a:schemeClr val="tx1"/>
              </a:solidFill>
            </a:endParaRPr>
          </a:p>
          <a:p>
            <a:pPr algn="ctr"/>
            <a:endParaRPr lang="en-US" sz="800" b="1" dirty="0">
              <a:solidFill>
                <a:schemeClr val="tx1"/>
              </a:solidFill>
            </a:endParaRPr>
          </a:p>
        </p:txBody>
      </p:sp>
      <p:sp>
        <p:nvSpPr>
          <p:cNvPr id="237" name="Rectangle 236">
            <a:extLst>
              <a:ext uri="{FF2B5EF4-FFF2-40B4-BE49-F238E27FC236}">
                <a16:creationId xmlns:a16="http://schemas.microsoft.com/office/drawing/2014/main" id="{D88A5AC9-39E7-4592-B5D6-D755D7DB6212}"/>
              </a:ext>
            </a:extLst>
          </p:cNvPr>
          <p:cNvSpPr/>
          <p:nvPr/>
        </p:nvSpPr>
        <p:spPr>
          <a:xfrm>
            <a:off x="2373075" y="1498399"/>
            <a:ext cx="1500743" cy="537035"/>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Environmental, Permitting &amp; Reporting</a:t>
            </a:r>
          </a:p>
          <a:p>
            <a:pPr algn="ctr"/>
            <a:r>
              <a:rPr lang="en-US" sz="800" dirty="0">
                <a:solidFill>
                  <a:schemeClr val="tx1"/>
                </a:solidFill>
              </a:rPr>
              <a:t>SEC AT OFFC 179153 </a:t>
            </a:r>
          </a:p>
          <a:p>
            <a:pPr algn="ctr"/>
            <a:r>
              <a:rPr lang="en-US" sz="800" dirty="0">
                <a:solidFill>
                  <a:schemeClr val="tx1"/>
                </a:solidFill>
              </a:rPr>
              <a:t> </a:t>
            </a:r>
            <a:r>
              <a:rPr lang="en-US" sz="800">
                <a:solidFill>
                  <a:srgbClr val="0070C0"/>
                </a:solidFill>
              </a:rPr>
              <a:t>K. Kim</a:t>
            </a:r>
            <a:endParaRPr lang="en-US" sz="800" dirty="0">
              <a:solidFill>
                <a:srgbClr val="0070C0"/>
              </a:solidFill>
            </a:endParaRPr>
          </a:p>
          <a:p>
            <a:pPr algn="ctr"/>
            <a:endParaRPr lang="en-US" sz="800" b="1" dirty="0">
              <a:solidFill>
                <a:schemeClr val="tx1"/>
              </a:solidFill>
            </a:endParaRPr>
          </a:p>
        </p:txBody>
      </p:sp>
      <p:sp>
        <p:nvSpPr>
          <p:cNvPr id="16" name="Rectangle 15">
            <a:extLst>
              <a:ext uri="{FF2B5EF4-FFF2-40B4-BE49-F238E27FC236}">
                <a16:creationId xmlns:a16="http://schemas.microsoft.com/office/drawing/2014/main" id="{84ADDE5B-1288-4955-D7CC-43C109100AC5}"/>
              </a:ext>
            </a:extLst>
          </p:cNvPr>
          <p:cNvSpPr/>
          <p:nvPr/>
        </p:nvSpPr>
        <p:spPr>
          <a:xfrm>
            <a:off x="742386" y="2453068"/>
            <a:ext cx="1500743" cy="61585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Data Management Team Lead</a:t>
            </a:r>
          </a:p>
          <a:p>
            <a:pPr algn="ctr"/>
            <a:r>
              <a:rPr lang="en-US" sz="800" dirty="0">
                <a:solidFill>
                  <a:schemeClr val="tx1"/>
                </a:solidFill>
              </a:rPr>
              <a:t>DHK AT OFFC 102691 </a:t>
            </a:r>
          </a:p>
          <a:p>
            <a:pPr algn="ctr"/>
            <a:r>
              <a:rPr lang="en-US" sz="800">
                <a:solidFill>
                  <a:srgbClr val="0070C0"/>
                </a:solidFill>
              </a:rPr>
              <a:t>V. Kekhayeva</a:t>
            </a:r>
            <a:endParaRPr lang="en-US" sz="800" dirty="0">
              <a:solidFill>
                <a:srgbClr val="0070C0"/>
              </a:solidFill>
            </a:endParaRPr>
          </a:p>
        </p:txBody>
      </p:sp>
      <p:sp>
        <p:nvSpPr>
          <p:cNvPr id="19" name="Rectangle 18">
            <a:extLst>
              <a:ext uri="{FF2B5EF4-FFF2-40B4-BE49-F238E27FC236}">
                <a16:creationId xmlns:a16="http://schemas.microsoft.com/office/drawing/2014/main" id="{1FCEFEC1-4701-8909-7F0E-8CEE3023455C}"/>
              </a:ext>
            </a:extLst>
          </p:cNvPr>
          <p:cNvSpPr/>
          <p:nvPr/>
        </p:nvSpPr>
        <p:spPr>
          <a:xfrm>
            <a:off x="6453275" y="4977617"/>
            <a:ext cx="1500743" cy="55576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Biodiversity &amp; Monitoring Engineer </a:t>
            </a:r>
          </a:p>
          <a:p>
            <a:pPr algn="ctr"/>
            <a:r>
              <a:rPr lang="en-US" sz="800" dirty="0">
                <a:solidFill>
                  <a:schemeClr val="tx1"/>
                </a:solidFill>
              </a:rPr>
              <a:t>DHK AT OFFC  178252 </a:t>
            </a:r>
            <a:r>
              <a:rPr lang="en-US" sz="800" dirty="0" err="1">
                <a:solidFill>
                  <a:srgbClr val="0070C0"/>
                </a:solidFill>
              </a:rPr>
              <a:t>S.Sarsengaliyev</a:t>
            </a:r>
            <a:endParaRPr lang="en-US" sz="800" dirty="0">
              <a:solidFill>
                <a:srgbClr val="0070C0"/>
              </a:solidFill>
            </a:endParaRPr>
          </a:p>
          <a:p>
            <a:pPr algn="ctr"/>
            <a:endParaRPr lang="en-US" sz="800" dirty="0">
              <a:solidFill>
                <a:schemeClr val="tx1"/>
              </a:solidFill>
            </a:endParaRPr>
          </a:p>
          <a:p>
            <a:pPr algn="ctr"/>
            <a:endParaRPr lang="en-US" sz="800" b="1" dirty="0">
              <a:solidFill>
                <a:schemeClr val="tx1"/>
              </a:solidFill>
            </a:endParaRPr>
          </a:p>
        </p:txBody>
      </p:sp>
      <p:sp>
        <p:nvSpPr>
          <p:cNvPr id="38" name="Rectangle 37">
            <a:extLst>
              <a:ext uri="{FF2B5EF4-FFF2-40B4-BE49-F238E27FC236}">
                <a16:creationId xmlns:a16="http://schemas.microsoft.com/office/drawing/2014/main" id="{36F5711C-5EF9-1250-8C85-51C335F7D1E0}"/>
              </a:ext>
            </a:extLst>
          </p:cNvPr>
          <p:cNvSpPr/>
          <p:nvPr/>
        </p:nvSpPr>
        <p:spPr>
          <a:xfrm>
            <a:off x="9296774" y="2574370"/>
            <a:ext cx="1595175" cy="60865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Carbon Strategy Lead Specialist SEC AT OFFC 179155</a:t>
            </a:r>
          </a:p>
          <a:p>
            <a:pPr algn="ctr"/>
            <a:r>
              <a:rPr lang="en-US" sz="800" dirty="0" err="1">
                <a:solidFill>
                  <a:srgbClr val="0070C0"/>
                </a:solidFill>
              </a:rPr>
              <a:t>K.Oosterloo</a:t>
            </a:r>
            <a:endParaRPr lang="en-US" sz="800" dirty="0">
              <a:solidFill>
                <a:srgbClr val="0070C0"/>
              </a:solidFill>
            </a:endParaRPr>
          </a:p>
          <a:p>
            <a:pPr algn="ctr"/>
            <a:endParaRPr lang="en-US" sz="800" dirty="0">
              <a:solidFill>
                <a:schemeClr val="tx1"/>
              </a:solidFill>
            </a:endParaRPr>
          </a:p>
          <a:p>
            <a:pPr algn="ctr"/>
            <a:endParaRPr lang="en-US" sz="800" dirty="0">
              <a:solidFill>
                <a:schemeClr val="tx1"/>
              </a:solidFill>
            </a:endParaRPr>
          </a:p>
          <a:p>
            <a:pPr algn="ctr"/>
            <a:endParaRPr lang="en-US" sz="800" b="1" dirty="0">
              <a:solidFill>
                <a:schemeClr val="tx1"/>
              </a:solidFill>
            </a:endParaRPr>
          </a:p>
        </p:txBody>
      </p:sp>
      <p:cxnSp>
        <p:nvCxnSpPr>
          <p:cNvPr id="55" name="Connector: Elbow 54">
            <a:extLst>
              <a:ext uri="{FF2B5EF4-FFF2-40B4-BE49-F238E27FC236}">
                <a16:creationId xmlns:a16="http://schemas.microsoft.com/office/drawing/2014/main" id="{1AD181E8-380E-3C1E-4AA5-055B024DB88A}"/>
              </a:ext>
            </a:extLst>
          </p:cNvPr>
          <p:cNvCxnSpPr>
            <a:cxnSpLocks/>
            <a:stCxn id="237" idx="2"/>
            <a:endCxn id="16" idx="0"/>
          </p:cNvCxnSpPr>
          <p:nvPr/>
        </p:nvCxnSpPr>
        <p:spPr>
          <a:xfrm rot="5400000">
            <a:off x="2099286" y="1428907"/>
            <a:ext cx="417634" cy="1630689"/>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12" name="Connector: Elbow 11">
            <a:extLst>
              <a:ext uri="{FF2B5EF4-FFF2-40B4-BE49-F238E27FC236}">
                <a16:creationId xmlns:a16="http://schemas.microsoft.com/office/drawing/2014/main" id="{3F798EB5-EF69-35FE-53A2-626C36094555}"/>
              </a:ext>
            </a:extLst>
          </p:cNvPr>
          <p:cNvCxnSpPr>
            <a:cxnSpLocks/>
          </p:cNvCxnSpPr>
          <p:nvPr/>
        </p:nvCxnSpPr>
        <p:spPr>
          <a:xfrm rot="16200000" flipV="1">
            <a:off x="7877033" y="-602602"/>
            <a:ext cx="474046" cy="3752953"/>
          </a:xfrm>
          <a:prstGeom prst="bentConnector3">
            <a:avLst/>
          </a:prstGeom>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D6D7ECF-6939-C47B-C8D5-667861DAF2A4}"/>
              </a:ext>
            </a:extLst>
          </p:cNvPr>
          <p:cNvSpPr txBox="1"/>
          <p:nvPr/>
        </p:nvSpPr>
        <p:spPr>
          <a:xfrm>
            <a:off x="11760679" y="6512943"/>
            <a:ext cx="431321" cy="215444"/>
          </a:xfrm>
          <a:prstGeom prst="rect">
            <a:avLst/>
          </a:prstGeom>
          <a:noFill/>
        </p:spPr>
        <p:txBody>
          <a:bodyPr wrap="square" rtlCol="0">
            <a:spAutoFit/>
          </a:bodyPr>
          <a:lstStyle/>
          <a:p>
            <a:r>
              <a:rPr lang="en-US" sz="800" dirty="0">
                <a:latin typeface="Times New Roman" panose="02020603050405020304" pitchFamily="18" charset="0"/>
                <a:cs typeface="Times New Roman" panose="02020603050405020304" pitchFamily="18" charset="0"/>
              </a:rPr>
              <a:t>19</a:t>
            </a:r>
          </a:p>
        </p:txBody>
      </p:sp>
      <p:sp>
        <p:nvSpPr>
          <p:cNvPr id="45" name="Rectangle 44">
            <a:extLst>
              <a:ext uri="{FF2B5EF4-FFF2-40B4-BE49-F238E27FC236}">
                <a16:creationId xmlns:a16="http://schemas.microsoft.com/office/drawing/2014/main" id="{EEE5F2CB-1464-3E69-38C9-8AC9E2E81E77}"/>
              </a:ext>
            </a:extLst>
          </p:cNvPr>
          <p:cNvSpPr/>
          <p:nvPr/>
        </p:nvSpPr>
        <p:spPr>
          <a:xfrm>
            <a:off x="9310491" y="3321649"/>
            <a:ext cx="1595174" cy="45145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GHG and Air Emissions Lead DHK AT OFFC 178250</a:t>
            </a:r>
          </a:p>
          <a:p>
            <a:pPr algn="ctr"/>
            <a:r>
              <a:rPr lang="en-US" sz="800" dirty="0" err="1">
                <a:solidFill>
                  <a:srgbClr val="0070C0"/>
                </a:solidFill>
              </a:rPr>
              <a:t>D.Zhalgabay</a:t>
            </a:r>
            <a:endParaRPr lang="en-US" sz="800" dirty="0">
              <a:solidFill>
                <a:srgbClr val="0070C0"/>
              </a:solidFill>
            </a:endParaRPr>
          </a:p>
        </p:txBody>
      </p:sp>
      <p:cxnSp>
        <p:nvCxnSpPr>
          <p:cNvPr id="56" name="Connector: Elbow 55">
            <a:extLst>
              <a:ext uri="{FF2B5EF4-FFF2-40B4-BE49-F238E27FC236}">
                <a16:creationId xmlns:a16="http://schemas.microsoft.com/office/drawing/2014/main" id="{CA12579C-2501-9B3E-8D66-A587C6E96CAF}"/>
              </a:ext>
            </a:extLst>
          </p:cNvPr>
          <p:cNvCxnSpPr>
            <a:cxnSpLocks/>
            <a:endCxn id="45" idx="1"/>
          </p:cNvCxnSpPr>
          <p:nvPr/>
        </p:nvCxnSpPr>
        <p:spPr>
          <a:xfrm rot="16200000" flipH="1">
            <a:off x="8673162" y="2910045"/>
            <a:ext cx="1225465" cy="49194"/>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63" name="Connector: Elbow 62">
            <a:extLst>
              <a:ext uri="{FF2B5EF4-FFF2-40B4-BE49-F238E27FC236}">
                <a16:creationId xmlns:a16="http://schemas.microsoft.com/office/drawing/2014/main" id="{6910D9D5-015B-99E8-A159-DE13FD46F34D}"/>
              </a:ext>
            </a:extLst>
          </p:cNvPr>
          <p:cNvCxnSpPr>
            <a:cxnSpLocks/>
          </p:cNvCxnSpPr>
          <p:nvPr/>
        </p:nvCxnSpPr>
        <p:spPr>
          <a:xfrm rot="16200000" flipH="1">
            <a:off x="8920483" y="2540916"/>
            <a:ext cx="730822" cy="49194"/>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87" name="Connector: Elbow 86">
            <a:extLst>
              <a:ext uri="{FF2B5EF4-FFF2-40B4-BE49-F238E27FC236}">
                <a16:creationId xmlns:a16="http://schemas.microsoft.com/office/drawing/2014/main" id="{1DEEF50D-0C81-D19E-824C-C0DBA3E8C033}"/>
              </a:ext>
            </a:extLst>
          </p:cNvPr>
          <p:cNvCxnSpPr>
            <a:cxnSpLocks/>
          </p:cNvCxnSpPr>
          <p:nvPr/>
        </p:nvCxnSpPr>
        <p:spPr>
          <a:xfrm rot="16200000" flipH="1">
            <a:off x="5918299" y="4868743"/>
            <a:ext cx="918884" cy="97286"/>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106" name="Rectangle 105">
            <a:extLst>
              <a:ext uri="{FF2B5EF4-FFF2-40B4-BE49-F238E27FC236}">
                <a16:creationId xmlns:a16="http://schemas.microsoft.com/office/drawing/2014/main" id="{F8644A47-4C9A-A75E-FA44-C9C72259C40D}"/>
              </a:ext>
            </a:extLst>
          </p:cNvPr>
          <p:cNvSpPr/>
          <p:nvPr/>
        </p:nvSpPr>
        <p:spPr>
          <a:xfrm>
            <a:off x="2346667" y="2453067"/>
            <a:ext cx="1500743" cy="615851"/>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Waste &amp; Effluent Management Lead</a:t>
            </a:r>
          </a:p>
          <a:p>
            <a:pPr algn="ctr"/>
            <a:r>
              <a:rPr lang="en-US" sz="800" dirty="0">
                <a:solidFill>
                  <a:schemeClr val="tx1"/>
                </a:solidFill>
              </a:rPr>
              <a:t>DHK AT OFFC 178247</a:t>
            </a:r>
          </a:p>
          <a:p>
            <a:pPr algn="ctr"/>
            <a:r>
              <a:rPr lang="en-US" sz="800" dirty="0" err="1">
                <a:solidFill>
                  <a:srgbClr val="0070C0"/>
                </a:solidFill>
              </a:rPr>
              <a:t>D.Gabassov</a:t>
            </a:r>
            <a:endParaRPr lang="en-US" sz="800" dirty="0">
              <a:solidFill>
                <a:srgbClr val="0070C0"/>
              </a:solidFill>
            </a:endParaRPr>
          </a:p>
          <a:p>
            <a:pPr algn="ctr"/>
            <a:endParaRPr lang="en-US" sz="800" b="1" dirty="0">
              <a:solidFill>
                <a:schemeClr val="tx1"/>
              </a:solidFill>
            </a:endParaRPr>
          </a:p>
        </p:txBody>
      </p:sp>
      <p:sp>
        <p:nvSpPr>
          <p:cNvPr id="107" name="Rectangle 106">
            <a:extLst>
              <a:ext uri="{FF2B5EF4-FFF2-40B4-BE49-F238E27FC236}">
                <a16:creationId xmlns:a16="http://schemas.microsoft.com/office/drawing/2014/main" id="{60928B4D-90AA-80B9-9D47-A0C32FEF56BF}"/>
              </a:ext>
            </a:extLst>
          </p:cNvPr>
          <p:cNvSpPr/>
          <p:nvPr/>
        </p:nvSpPr>
        <p:spPr>
          <a:xfrm>
            <a:off x="5941913" y="1476448"/>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Team Lead </a:t>
            </a:r>
          </a:p>
          <a:p>
            <a:pPr algn="ctr"/>
            <a:r>
              <a:rPr lang="en-US" sz="800" dirty="0">
                <a:solidFill>
                  <a:schemeClr val="tx1"/>
                </a:solidFill>
              </a:rPr>
              <a:t>DHK AT OFFC 178431 </a:t>
            </a:r>
          </a:p>
          <a:p>
            <a:pPr algn="ctr"/>
            <a:r>
              <a:rPr lang="en-US" sz="800" dirty="0">
                <a:solidFill>
                  <a:srgbClr val="2ABDF2"/>
                </a:solidFill>
              </a:rPr>
              <a:t>Ukhov, Sergey</a:t>
            </a:r>
          </a:p>
        </p:txBody>
      </p:sp>
      <p:sp>
        <p:nvSpPr>
          <p:cNvPr id="108" name="Rectangle 107">
            <a:extLst>
              <a:ext uri="{FF2B5EF4-FFF2-40B4-BE49-F238E27FC236}">
                <a16:creationId xmlns:a16="http://schemas.microsoft.com/office/drawing/2014/main" id="{B544A9E9-E5A2-4025-404A-F925944FE1F6}"/>
              </a:ext>
            </a:extLst>
          </p:cNvPr>
          <p:cNvSpPr/>
          <p:nvPr/>
        </p:nvSpPr>
        <p:spPr>
          <a:xfrm>
            <a:off x="3976933" y="2506017"/>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Projects &amp; Permitting Team Lead </a:t>
            </a:r>
          </a:p>
          <a:p>
            <a:pPr algn="ctr"/>
            <a:r>
              <a:rPr lang="en-US" sz="800" dirty="0">
                <a:solidFill>
                  <a:schemeClr val="tx1"/>
                </a:solidFill>
              </a:rPr>
              <a:t>DHK AT OFFC 178248</a:t>
            </a:r>
          </a:p>
          <a:p>
            <a:pPr algn="ctr"/>
            <a:r>
              <a:rPr lang="en-US" sz="800" err="1">
                <a:solidFill>
                  <a:srgbClr val="0070C0"/>
                </a:solidFill>
              </a:rPr>
              <a:t>Zh</a:t>
            </a:r>
            <a:r>
              <a:rPr lang="en-US" sz="800">
                <a:solidFill>
                  <a:srgbClr val="0070C0"/>
                </a:solidFill>
              </a:rPr>
              <a:t>. Kozhan</a:t>
            </a:r>
            <a:endParaRPr lang="en-US" sz="800" dirty="0">
              <a:solidFill>
                <a:srgbClr val="0070C0"/>
              </a:solidFill>
            </a:endParaRPr>
          </a:p>
          <a:p>
            <a:pPr algn="ctr"/>
            <a:endParaRPr lang="en-US" sz="800" b="1" dirty="0">
              <a:solidFill>
                <a:schemeClr val="tx1"/>
              </a:solidFill>
            </a:endParaRPr>
          </a:p>
        </p:txBody>
      </p:sp>
      <p:cxnSp>
        <p:nvCxnSpPr>
          <p:cNvPr id="111" name="Connector: Elbow 110">
            <a:extLst>
              <a:ext uri="{FF2B5EF4-FFF2-40B4-BE49-F238E27FC236}">
                <a16:creationId xmlns:a16="http://schemas.microsoft.com/office/drawing/2014/main" id="{E620C912-8FA5-6CCC-8385-1736FD9723B6}"/>
              </a:ext>
            </a:extLst>
          </p:cNvPr>
          <p:cNvCxnSpPr>
            <a:cxnSpLocks/>
          </p:cNvCxnSpPr>
          <p:nvPr/>
        </p:nvCxnSpPr>
        <p:spPr>
          <a:xfrm>
            <a:off x="3133838" y="2242266"/>
            <a:ext cx="1625868" cy="4197"/>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18" name="Straight Connector 117">
            <a:extLst>
              <a:ext uri="{FF2B5EF4-FFF2-40B4-BE49-F238E27FC236}">
                <a16:creationId xmlns:a16="http://schemas.microsoft.com/office/drawing/2014/main" id="{505E7F5C-BC12-302E-7389-B94D1058FA70}"/>
              </a:ext>
            </a:extLst>
          </p:cNvPr>
          <p:cNvCxnSpPr>
            <a:cxnSpLocks/>
          </p:cNvCxnSpPr>
          <p:nvPr/>
        </p:nvCxnSpPr>
        <p:spPr>
          <a:xfrm flipH="1" flipV="1">
            <a:off x="3129747" y="2256894"/>
            <a:ext cx="1" cy="196174"/>
          </a:xfrm>
          <a:prstGeom prst="line">
            <a:avLst/>
          </a:prstGeom>
        </p:spPr>
        <p:style>
          <a:lnRef idx="2">
            <a:schemeClr val="accent1"/>
          </a:lnRef>
          <a:fillRef idx="0">
            <a:schemeClr val="accent1"/>
          </a:fillRef>
          <a:effectRef idx="1">
            <a:schemeClr val="accent1"/>
          </a:effectRef>
          <a:fontRef idx="minor">
            <a:schemeClr val="tx1"/>
          </a:fontRef>
        </p:style>
      </p:cxnSp>
      <p:cxnSp>
        <p:nvCxnSpPr>
          <p:cNvPr id="119" name="Straight Connector 118">
            <a:extLst>
              <a:ext uri="{FF2B5EF4-FFF2-40B4-BE49-F238E27FC236}">
                <a16:creationId xmlns:a16="http://schemas.microsoft.com/office/drawing/2014/main" id="{1A1CA621-0861-85FF-2832-3FE63C9B7C1B}"/>
              </a:ext>
            </a:extLst>
          </p:cNvPr>
          <p:cNvCxnSpPr>
            <a:cxnSpLocks/>
          </p:cNvCxnSpPr>
          <p:nvPr/>
        </p:nvCxnSpPr>
        <p:spPr>
          <a:xfrm flipH="1" flipV="1">
            <a:off x="4750741" y="2256894"/>
            <a:ext cx="1" cy="196174"/>
          </a:xfrm>
          <a:prstGeom prst="line">
            <a:avLst/>
          </a:prstGeom>
        </p:spPr>
        <p:style>
          <a:lnRef idx="2">
            <a:schemeClr val="accent1"/>
          </a:lnRef>
          <a:fillRef idx="0">
            <a:schemeClr val="accent1"/>
          </a:fillRef>
          <a:effectRef idx="1">
            <a:schemeClr val="accent1"/>
          </a:effectRef>
          <a:fontRef idx="minor">
            <a:schemeClr val="tx1"/>
          </a:fontRef>
        </p:style>
      </p:cxnSp>
      <p:sp>
        <p:nvSpPr>
          <p:cNvPr id="122" name="Rectangle 121">
            <a:extLst>
              <a:ext uri="{FF2B5EF4-FFF2-40B4-BE49-F238E27FC236}">
                <a16:creationId xmlns:a16="http://schemas.microsoft.com/office/drawing/2014/main" id="{298A4FC3-66CD-9ACE-3F36-F17DCBDE0C72}"/>
              </a:ext>
            </a:extLst>
          </p:cNvPr>
          <p:cNvSpPr/>
          <p:nvPr/>
        </p:nvSpPr>
        <p:spPr>
          <a:xfrm>
            <a:off x="982709" y="3329162"/>
            <a:ext cx="1500743" cy="550175"/>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Compliance and Reporting Specialist </a:t>
            </a:r>
          </a:p>
          <a:p>
            <a:pPr algn="ctr"/>
            <a:r>
              <a:rPr lang="en-US" sz="800" dirty="0">
                <a:solidFill>
                  <a:schemeClr val="tx1"/>
                </a:solidFill>
              </a:rPr>
              <a:t>DHK AT OFFC 179704 </a:t>
            </a:r>
            <a:r>
              <a:rPr lang="en-US" sz="800" dirty="0" err="1">
                <a:solidFill>
                  <a:srgbClr val="0070C0"/>
                </a:solidFill>
              </a:rPr>
              <a:t>A.Tarabrina</a:t>
            </a:r>
            <a:endParaRPr lang="en-US" sz="800" dirty="0">
              <a:solidFill>
                <a:srgbClr val="0070C0"/>
              </a:solidFill>
            </a:endParaRPr>
          </a:p>
          <a:p>
            <a:pPr algn="ctr"/>
            <a:endParaRPr lang="en-US" sz="800" b="1" dirty="0">
              <a:solidFill>
                <a:schemeClr val="tx1"/>
              </a:solidFill>
            </a:endParaRPr>
          </a:p>
        </p:txBody>
      </p:sp>
      <p:sp>
        <p:nvSpPr>
          <p:cNvPr id="123" name="Rectangle 122">
            <a:extLst>
              <a:ext uri="{FF2B5EF4-FFF2-40B4-BE49-F238E27FC236}">
                <a16:creationId xmlns:a16="http://schemas.microsoft.com/office/drawing/2014/main" id="{7E8164ED-3724-6A25-5249-E6920C4ABCE4}"/>
              </a:ext>
            </a:extLst>
          </p:cNvPr>
          <p:cNvSpPr/>
          <p:nvPr/>
        </p:nvSpPr>
        <p:spPr>
          <a:xfrm>
            <a:off x="982708" y="4056137"/>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Data Management Engineer </a:t>
            </a:r>
          </a:p>
          <a:p>
            <a:pPr algn="ctr"/>
            <a:r>
              <a:rPr lang="en-US" sz="800" dirty="0">
                <a:solidFill>
                  <a:schemeClr val="tx1"/>
                </a:solidFill>
              </a:rPr>
              <a:t>DHK AT OFFC 178278 </a:t>
            </a:r>
            <a:r>
              <a:rPr lang="en-US" sz="800" dirty="0" err="1">
                <a:solidFill>
                  <a:srgbClr val="0070C0"/>
                </a:solidFill>
              </a:rPr>
              <a:t>A.Bazarova</a:t>
            </a:r>
            <a:endParaRPr lang="en-US" sz="800" dirty="0">
              <a:solidFill>
                <a:srgbClr val="0070C0"/>
              </a:solidFill>
            </a:endParaRPr>
          </a:p>
          <a:p>
            <a:pPr algn="ctr"/>
            <a:endParaRPr lang="en-US" sz="800" b="1" dirty="0">
              <a:solidFill>
                <a:schemeClr val="tx1"/>
              </a:solidFill>
            </a:endParaRPr>
          </a:p>
        </p:txBody>
      </p:sp>
      <p:sp>
        <p:nvSpPr>
          <p:cNvPr id="124" name="Rectangle 123">
            <a:extLst>
              <a:ext uri="{FF2B5EF4-FFF2-40B4-BE49-F238E27FC236}">
                <a16:creationId xmlns:a16="http://schemas.microsoft.com/office/drawing/2014/main" id="{F9F99738-B45F-01C5-B52A-D6B58009CD8B}"/>
              </a:ext>
            </a:extLst>
          </p:cNvPr>
          <p:cNvSpPr/>
          <p:nvPr/>
        </p:nvSpPr>
        <p:spPr>
          <a:xfrm>
            <a:off x="982707" y="4783111"/>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Data Management Engineer </a:t>
            </a:r>
          </a:p>
          <a:p>
            <a:pPr algn="ctr"/>
            <a:r>
              <a:rPr lang="en-US" sz="800" dirty="0">
                <a:solidFill>
                  <a:schemeClr val="tx1"/>
                </a:solidFill>
              </a:rPr>
              <a:t>178279 DHK AT OFFC </a:t>
            </a:r>
            <a:r>
              <a:rPr lang="en-US" sz="800" dirty="0" err="1">
                <a:solidFill>
                  <a:srgbClr val="0070C0"/>
                </a:solidFill>
              </a:rPr>
              <a:t>A.Ichshanova</a:t>
            </a:r>
            <a:endParaRPr lang="en-US" sz="800" dirty="0">
              <a:solidFill>
                <a:srgbClr val="0070C0"/>
              </a:solidFill>
            </a:endParaRPr>
          </a:p>
          <a:p>
            <a:pPr algn="ctr"/>
            <a:endParaRPr lang="en-US" sz="800" b="1" dirty="0">
              <a:solidFill>
                <a:schemeClr val="tx1"/>
              </a:solidFill>
            </a:endParaRPr>
          </a:p>
        </p:txBody>
      </p:sp>
      <p:sp>
        <p:nvSpPr>
          <p:cNvPr id="126" name="Rectangle 125">
            <a:extLst>
              <a:ext uri="{FF2B5EF4-FFF2-40B4-BE49-F238E27FC236}">
                <a16:creationId xmlns:a16="http://schemas.microsoft.com/office/drawing/2014/main" id="{7BFAD97F-4F54-707F-9DEA-B5B11D148911}"/>
              </a:ext>
            </a:extLst>
          </p:cNvPr>
          <p:cNvSpPr/>
          <p:nvPr/>
        </p:nvSpPr>
        <p:spPr>
          <a:xfrm>
            <a:off x="4242192" y="3358852"/>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Engineer </a:t>
            </a:r>
          </a:p>
          <a:p>
            <a:pPr algn="ctr"/>
            <a:r>
              <a:rPr lang="en-US" sz="800" dirty="0">
                <a:solidFill>
                  <a:schemeClr val="tx1"/>
                </a:solidFill>
              </a:rPr>
              <a:t>DHK AT OFFC 179157</a:t>
            </a:r>
          </a:p>
          <a:p>
            <a:pPr algn="ctr"/>
            <a:r>
              <a:rPr lang="en-US" sz="800" dirty="0" err="1">
                <a:solidFill>
                  <a:srgbClr val="0070C0"/>
                </a:solidFill>
              </a:rPr>
              <a:t>N.Alpan</a:t>
            </a:r>
            <a:endParaRPr lang="en-US" sz="800" dirty="0">
              <a:solidFill>
                <a:srgbClr val="0070C0"/>
              </a:solidFill>
            </a:endParaRPr>
          </a:p>
          <a:p>
            <a:pPr algn="ctr"/>
            <a:endParaRPr lang="en-US" sz="800" b="1" dirty="0">
              <a:solidFill>
                <a:schemeClr val="tx1"/>
              </a:solidFill>
            </a:endParaRPr>
          </a:p>
        </p:txBody>
      </p:sp>
      <p:sp>
        <p:nvSpPr>
          <p:cNvPr id="192" name="Rectangle 191">
            <a:extLst>
              <a:ext uri="{FF2B5EF4-FFF2-40B4-BE49-F238E27FC236}">
                <a16:creationId xmlns:a16="http://schemas.microsoft.com/office/drawing/2014/main" id="{56A069DD-556F-B555-1A0C-D95A7D9D0D1C}"/>
              </a:ext>
            </a:extLst>
          </p:cNvPr>
          <p:cNvSpPr/>
          <p:nvPr/>
        </p:nvSpPr>
        <p:spPr>
          <a:xfrm>
            <a:off x="4248831" y="3961570"/>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Engineer </a:t>
            </a:r>
          </a:p>
          <a:p>
            <a:pPr algn="ctr"/>
            <a:r>
              <a:rPr lang="en-US" sz="800" dirty="0">
                <a:solidFill>
                  <a:schemeClr val="tx1"/>
                </a:solidFill>
              </a:rPr>
              <a:t>COK/DHK AT OFFC 178254 </a:t>
            </a:r>
            <a:r>
              <a:rPr lang="en-US" sz="800" dirty="0" err="1">
                <a:solidFill>
                  <a:srgbClr val="0070C0"/>
                </a:solidFill>
              </a:rPr>
              <a:t>Y.Khairulla</a:t>
            </a:r>
            <a:r>
              <a:rPr lang="en-US" sz="800" dirty="0">
                <a:solidFill>
                  <a:srgbClr val="0070C0"/>
                </a:solidFill>
              </a:rPr>
              <a:t>/</a:t>
            </a:r>
            <a:r>
              <a:rPr lang="en-US" sz="800" dirty="0" err="1">
                <a:solidFill>
                  <a:srgbClr val="0070C0"/>
                </a:solidFill>
              </a:rPr>
              <a:t>G.Moldagaziyeva</a:t>
            </a:r>
            <a:endParaRPr lang="en-US" sz="800" dirty="0">
              <a:solidFill>
                <a:srgbClr val="0070C0"/>
              </a:solidFill>
            </a:endParaRPr>
          </a:p>
          <a:p>
            <a:pPr algn="ctr"/>
            <a:endParaRPr lang="en-US" sz="800" b="1" dirty="0">
              <a:solidFill>
                <a:schemeClr val="tx1"/>
              </a:solidFill>
            </a:endParaRPr>
          </a:p>
        </p:txBody>
      </p:sp>
      <p:cxnSp>
        <p:nvCxnSpPr>
          <p:cNvPr id="194" name="Connector: Elbow 193">
            <a:extLst>
              <a:ext uri="{FF2B5EF4-FFF2-40B4-BE49-F238E27FC236}">
                <a16:creationId xmlns:a16="http://schemas.microsoft.com/office/drawing/2014/main" id="{BD8184D5-A506-8BA8-F14A-F31A012A069F}"/>
              </a:ext>
            </a:extLst>
          </p:cNvPr>
          <p:cNvCxnSpPr>
            <a:cxnSpLocks/>
          </p:cNvCxnSpPr>
          <p:nvPr/>
        </p:nvCxnSpPr>
        <p:spPr>
          <a:xfrm rot="16200000" flipH="1">
            <a:off x="657902" y="3282529"/>
            <a:ext cx="520486" cy="111197"/>
          </a:xfrm>
          <a:prstGeom prst="bentConnector3">
            <a:avLst>
              <a:gd name="adj1" fmla="val 99949"/>
            </a:avLst>
          </a:prstGeom>
        </p:spPr>
        <p:style>
          <a:lnRef idx="2">
            <a:schemeClr val="accent1"/>
          </a:lnRef>
          <a:fillRef idx="0">
            <a:schemeClr val="accent1"/>
          </a:fillRef>
          <a:effectRef idx="1">
            <a:schemeClr val="accent1"/>
          </a:effectRef>
          <a:fontRef idx="minor">
            <a:schemeClr val="tx1"/>
          </a:fontRef>
        </p:style>
      </p:cxnSp>
      <p:cxnSp>
        <p:nvCxnSpPr>
          <p:cNvPr id="196" name="Connector: Elbow 195">
            <a:extLst>
              <a:ext uri="{FF2B5EF4-FFF2-40B4-BE49-F238E27FC236}">
                <a16:creationId xmlns:a16="http://schemas.microsoft.com/office/drawing/2014/main" id="{DEFCFF09-CC0A-D5CE-C1E8-C60A4AD09FEC}"/>
              </a:ext>
            </a:extLst>
          </p:cNvPr>
          <p:cNvCxnSpPr>
            <a:cxnSpLocks/>
            <a:endCxn id="123" idx="1"/>
          </p:cNvCxnSpPr>
          <p:nvPr/>
        </p:nvCxnSpPr>
        <p:spPr>
          <a:xfrm rot="16200000" flipH="1">
            <a:off x="532733" y="3866405"/>
            <a:ext cx="779790" cy="12016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98" name="Connector: Elbow 197">
            <a:extLst>
              <a:ext uri="{FF2B5EF4-FFF2-40B4-BE49-F238E27FC236}">
                <a16:creationId xmlns:a16="http://schemas.microsoft.com/office/drawing/2014/main" id="{CFE92A91-DA18-2B21-43BF-0B6DA987C9E7}"/>
              </a:ext>
            </a:extLst>
          </p:cNvPr>
          <p:cNvCxnSpPr>
            <a:cxnSpLocks/>
            <a:endCxn id="124" idx="1"/>
          </p:cNvCxnSpPr>
          <p:nvPr/>
        </p:nvCxnSpPr>
        <p:spPr>
          <a:xfrm rot="16200000" flipH="1">
            <a:off x="545936" y="4606583"/>
            <a:ext cx="753382" cy="12016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200" name="Connector: Elbow 199">
            <a:extLst>
              <a:ext uri="{FF2B5EF4-FFF2-40B4-BE49-F238E27FC236}">
                <a16:creationId xmlns:a16="http://schemas.microsoft.com/office/drawing/2014/main" id="{A8DBE644-460F-D2AF-7439-DBB67366705F}"/>
              </a:ext>
            </a:extLst>
          </p:cNvPr>
          <p:cNvCxnSpPr>
            <a:cxnSpLocks/>
            <a:endCxn id="15" idx="1"/>
          </p:cNvCxnSpPr>
          <p:nvPr/>
        </p:nvCxnSpPr>
        <p:spPr>
          <a:xfrm rot="16200000" flipH="1">
            <a:off x="6113463" y="2219299"/>
            <a:ext cx="566162" cy="136586"/>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202" name="Connector: Elbow 201">
            <a:extLst>
              <a:ext uri="{FF2B5EF4-FFF2-40B4-BE49-F238E27FC236}">
                <a16:creationId xmlns:a16="http://schemas.microsoft.com/office/drawing/2014/main" id="{923ABDC1-242E-279F-4477-DE8BAADDB9AF}"/>
              </a:ext>
            </a:extLst>
          </p:cNvPr>
          <p:cNvCxnSpPr>
            <a:cxnSpLocks/>
            <a:endCxn id="126" idx="1"/>
          </p:cNvCxnSpPr>
          <p:nvPr/>
        </p:nvCxnSpPr>
        <p:spPr>
          <a:xfrm rot="16200000" flipH="1">
            <a:off x="3878457" y="3255360"/>
            <a:ext cx="598502" cy="12896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204" name="Connector: Elbow 203">
            <a:extLst>
              <a:ext uri="{FF2B5EF4-FFF2-40B4-BE49-F238E27FC236}">
                <a16:creationId xmlns:a16="http://schemas.microsoft.com/office/drawing/2014/main" id="{BC8A82EA-04A8-3D1F-4DE9-95C0A4EDDEE2}"/>
              </a:ext>
            </a:extLst>
          </p:cNvPr>
          <p:cNvCxnSpPr>
            <a:cxnSpLocks/>
          </p:cNvCxnSpPr>
          <p:nvPr/>
        </p:nvCxnSpPr>
        <p:spPr>
          <a:xfrm rot="16200000" flipH="1">
            <a:off x="3833606" y="3888470"/>
            <a:ext cx="688896" cy="12827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72BFC87-876B-87E1-FA35-943EBFA6024D}"/>
              </a:ext>
            </a:extLst>
          </p:cNvPr>
          <p:cNvCxnSpPr>
            <a:cxnSpLocks/>
          </p:cNvCxnSpPr>
          <p:nvPr/>
        </p:nvCxnSpPr>
        <p:spPr>
          <a:xfrm flipH="1" flipV="1">
            <a:off x="6533245" y="1272673"/>
            <a:ext cx="1" cy="196174"/>
          </a:xfrm>
          <a:prstGeom prst="line">
            <a:avLst/>
          </a:prstGeom>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090E0880-0058-4C6E-03DC-93C593CE38B1}"/>
              </a:ext>
            </a:extLst>
          </p:cNvPr>
          <p:cNvSpPr/>
          <p:nvPr/>
        </p:nvSpPr>
        <p:spPr>
          <a:xfrm>
            <a:off x="6464837" y="2310430"/>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Engineer </a:t>
            </a:r>
          </a:p>
          <a:p>
            <a:pPr algn="ctr"/>
            <a:r>
              <a:rPr lang="en-US" sz="800" dirty="0">
                <a:solidFill>
                  <a:schemeClr val="tx1"/>
                </a:solidFill>
              </a:rPr>
              <a:t>COK/DHK AT OFFC 107564 </a:t>
            </a:r>
            <a:r>
              <a:rPr lang="en-US" sz="800" dirty="0" err="1">
                <a:solidFill>
                  <a:srgbClr val="0070C0"/>
                </a:solidFill>
              </a:rPr>
              <a:t>Z.Zhumasheva</a:t>
            </a:r>
            <a:endParaRPr lang="en-US" sz="800" dirty="0">
              <a:solidFill>
                <a:srgbClr val="0070C0"/>
              </a:solidFill>
            </a:endParaRPr>
          </a:p>
          <a:p>
            <a:pPr algn="ctr"/>
            <a:r>
              <a:rPr lang="en-US" sz="800" dirty="0">
                <a:solidFill>
                  <a:schemeClr val="tx1"/>
                </a:solidFill>
              </a:rPr>
              <a:t>(</a:t>
            </a:r>
            <a:r>
              <a:rPr lang="en-US" sz="800" dirty="0" err="1">
                <a:solidFill>
                  <a:srgbClr val="0070C0"/>
                </a:solidFill>
              </a:rPr>
              <a:t>A.Sugurbayev</a:t>
            </a:r>
            <a:r>
              <a:rPr lang="en-US" sz="800" dirty="0">
                <a:solidFill>
                  <a:schemeClr val="tx1"/>
                </a:solidFill>
              </a:rPr>
              <a:t> PL)</a:t>
            </a:r>
          </a:p>
        </p:txBody>
      </p:sp>
      <p:sp>
        <p:nvSpPr>
          <p:cNvPr id="17" name="Rectangle 16">
            <a:extLst>
              <a:ext uri="{FF2B5EF4-FFF2-40B4-BE49-F238E27FC236}">
                <a16:creationId xmlns:a16="http://schemas.microsoft.com/office/drawing/2014/main" id="{43E195D0-DEBD-410C-D552-0E6CDADF0023}"/>
              </a:ext>
            </a:extLst>
          </p:cNvPr>
          <p:cNvSpPr/>
          <p:nvPr/>
        </p:nvSpPr>
        <p:spPr>
          <a:xfrm>
            <a:off x="6464834" y="2988388"/>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Engineer </a:t>
            </a:r>
          </a:p>
          <a:p>
            <a:pPr algn="ctr"/>
            <a:r>
              <a:rPr lang="en-US" sz="800" dirty="0">
                <a:solidFill>
                  <a:schemeClr val="tx1"/>
                </a:solidFill>
              </a:rPr>
              <a:t>DHK AT OFFC 178446 </a:t>
            </a:r>
            <a:r>
              <a:rPr lang="en-US" sz="800" dirty="0" err="1">
                <a:solidFill>
                  <a:srgbClr val="0070C0"/>
                </a:solidFill>
              </a:rPr>
              <a:t>D.Bissengaliyeva</a:t>
            </a:r>
            <a:endParaRPr lang="en-US" sz="800" dirty="0">
              <a:solidFill>
                <a:srgbClr val="0070C0"/>
              </a:solidFill>
            </a:endParaRPr>
          </a:p>
        </p:txBody>
      </p:sp>
      <p:sp>
        <p:nvSpPr>
          <p:cNvPr id="21" name="Rectangle 20">
            <a:extLst>
              <a:ext uri="{FF2B5EF4-FFF2-40B4-BE49-F238E27FC236}">
                <a16:creationId xmlns:a16="http://schemas.microsoft.com/office/drawing/2014/main" id="{B9E1CFBF-D529-1F9F-9ABB-105D263C6193}"/>
              </a:ext>
            </a:extLst>
          </p:cNvPr>
          <p:cNvSpPr/>
          <p:nvPr/>
        </p:nvSpPr>
        <p:spPr>
          <a:xfrm>
            <a:off x="6464833" y="3666346"/>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Engineer </a:t>
            </a:r>
          </a:p>
          <a:p>
            <a:pPr algn="ctr"/>
            <a:r>
              <a:rPr lang="en-US" sz="800" dirty="0">
                <a:solidFill>
                  <a:schemeClr val="tx1"/>
                </a:solidFill>
              </a:rPr>
              <a:t>DHK AT OFFC 178445 </a:t>
            </a:r>
            <a:r>
              <a:rPr lang="en-US" sz="800" dirty="0" err="1">
                <a:solidFill>
                  <a:srgbClr val="0070C0"/>
                </a:solidFill>
              </a:rPr>
              <a:t>R.Yermekbayeva</a:t>
            </a:r>
            <a:endParaRPr lang="en-US" sz="800" dirty="0">
              <a:solidFill>
                <a:srgbClr val="0070C0"/>
              </a:solidFill>
            </a:endParaRPr>
          </a:p>
          <a:p>
            <a:pPr algn="ctr"/>
            <a:endParaRPr lang="en-US" sz="800" b="1" dirty="0">
              <a:solidFill>
                <a:schemeClr val="tx1"/>
              </a:solidFill>
            </a:endParaRPr>
          </a:p>
        </p:txBody>
      </p:sp>
      <p:cxnSp>
        <p:nvCxnSpPr>
          <p:cNvPr id="23" name="Connector: Elbow 22">
            <a:extLst>
              <a:ext uri="{FF2B5EF4-FFF2-40B4-BE49-F238E27FC236}">
                <a16:creationId xmlns:a16="http://schemas.microsoft.com/office/drawing/2014/main" id="{138F2CF1-A9D4-9CB3-DC41-5EAEB804DBFF}"/>
              </a:ext>
            </a:extLst>
          </p:cNvPr>
          <p:cNvCxnSpPr>
            <a:cxnSpLocks/>
          </p:cNvCxnSpPr>
          <p:nvPr/>
        </p:nvCxnSpPr>
        <p:spPr>
          <a:xfrm rot="16200000" flipH="1">
            <a:off x="5689910" y="3142701"/>
            <a:ext cx="1420572" cy="147203"/>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26" name="Connector: Elbow 25">
            <a:extLst>
              <a:ext uri="{FF2B5EF4-FFF2-40B4-BE49-F238E27FC236}">
                <a16:creationId xmlns:a16="http://schemas.microsoft.com/office/drawing/2014/main" id="{B868C7D5-FA5B-049E-6C1B-AAC9E0BBFAC1}"/>
              </a:ext>
            </a:extLst>
          </p:cNvPr>
          <p:cNvCxnSpPr>
            <a:cxnSpLocks/>
          </p:cNvCxnSpPr>
          <p:nvPr/>
        </p:nvCxnSpPr>
        <p:spPr>
          <a:xfrm rot="16200000" flipH="1">
            <a:off x="6113463" y="2892745"/>
            <a:ext cx="566162" cy="136586"/>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341EBA5A-1B99-0135-E80E-60D51C7ABCA2}"/>
              </a:ext>
            </a:extLst>
          </p:cNvPr>
          <p:cNvSpPr/>
          <p:nvPr/>
        </p:nvSpPr>
        <p:spPr>
          <a:xfrm>
            <a:off x="6458191" y="4325738"/>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Monitoring Lead Engineer DHK AT OFFC 179705 </a:t>
            </a:r>
          </a:p>
          <a:p>
            <a:pPr algn="ctr"/>
            <a:r>
              <a:rPr lang="en-US" sz="800" dirty="0">
                <a:solidFill>
                  <a:schemeClr val="tx1"/>
                </a:solidFill>
              </a:rPr>
              <a:t> </a:t>
            </a:r>
            <a:r>
              <a:rPr lang="en-US" sz="800">
                <a:solidFill>
                  <a:srgbClr val="0070C0"/>
                </a:solidFill>
              </a:rPr>
              <a:t>S. Yerbulekov</a:t>
            </a:r>
            <a:endParaRPr lang="en-US" sz="800" dirty="0">
              <a:solidFill>
                <a:srgbClr val="0070C0"/>
              </a:solidFill>
            </a:endParaRPr>
          </a:p>
          <a:p>
            <a:pPr algn="ctr"/>
            <a:endParaRPr lang="en-US" sz="800" dirty="0">
              <a:solidFill>
                <a:srgbClr val="2ABDF2"/>
              </a:solidFill>
            </a:endParaRPr>
          </a:p>
          <a:p>
            <a:pPr algn="ctr"/>
            <a:endParaRPr lang="en-US" sz="800" b="1" dirty="0">
              <a:solidFill>
                <a:schemeClr val="tx1"/>
              </a:solidFill>
            </a:endParaRPr>
          </a:p>
        </p:txBody>
      </p:sp>
      <p:cxnSp>
        <p:nvCxnSpPr>
          <p:cNvPr id="29" name="Connector: Elbow 28">
            <a:extLst>
              <a:ext uri="{FF2B5EF4-FFF2-40B4-BE49-F238E27FC236}">
                <a16:creationId xmlns:a16="http://schemas.microsoft.com/office/drawing/2014/main" id="{86B99B32-550F-D89E-569B-025E6A2AB4ED}"/>
              </a:ext>
            </a:extLst>
          </p:cNvPr>
          <p:cNvCxnSpPr>
            <a:cxnSpLocks/>
            <a:endCxn id="28" idx="1"/>
          </p:cNvCxnSpPr>
          <p:nvPr/>
        </p:nvCxnSpPr>
        <p:spPr>
          <a:xfrm rot="16200000" flipH="1">
            <a:off x="5709500" y="3837290"/>
            <a:ext cx="1372466" cy="124916"/>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49" name="Connector: Elbow 48">
            <a:extLst>
              <a:ext uri="{FF2B5EF4-FFF2-40B4-BE49-F238E27FC236}">
                <a16:creationId xmlns:a16="http://schemas.microsoft.com/office/drawing/2014/main" id="{EA5B008B-19A8-4E1D-516F-A3546BA8F364}"/>
              </a:ext>
            </a:extLst>
          </p:cNvPr>
          <p:cNvCxnSpPr>
            <a:cxnSpLocks/>
          </p:cNvCxnSpPr>
          <p:nvPr/>
        </p:nvCxnSpPr>
        <p:spPr>
          <a:xfrm rot="10800000" flipV="1">
            <a:off x="3133838" y="1282601"/>
            <a:ext cx="3192756" cy="194947"/>
          </a:xfrm>
          <a:prstGeom prst="bentConnector3">
            <a:avLst>
              <a:gd name="adj1" fmla="val 100260"/>
            </a:avLst>
          </a:prstGeom>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C7BDE1C0-652E-2CDD-B54E-5B3EB24E6AAE}"/>
              </a:ext>
            </a:extLst>
          </p:cNvPr>
          <p:cNvSpPr/>
          <p:nvPr/>
        </p:nvSpPr>
        <p:spPr>
          <a:xfrm>
            <a:off x="4242189" y="4585981"/>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Projects Engineer</a:t>
            </a:r>
          </a:p>
          <a:p>
            <a:pPr algn="ctr"/>
            <a:r>
              <a:rPr lang="en-US" sz="800" dirty="0">
                <a:solidFill>
                  <a:schemeClr val="tx1"/>
                </a:solidFill>
              </a:rPr>
              <a:t>DHK AT OFFC 179709</a:t>
            </a:r>
          </a:p>
          <a:p>
            <a:pPr algn="ctr"/>
            <a:r>
              <a:rPr lang="en-US" sz="800" dirty="0">
                <a:solidFill>
                  <a:srgbClr val="0070C0"/>
                </a:solidFill>
              </a:rPr>
              <a:t>Vacancy</a:t>
            </a:r>
          </a:p>
          <a:p>
            <a:pPr algn="ctr"/>
            <a:endParaRPr lang="en-US" sz="800" b="1" dirty="0">
              <a:solidFill>
                <a:schemeClr val="tx1"/>
              </a:solidFill>
            </a:endParaRPr>
          </a:p>
        </p:txBody>
      </p:sp>
      <p:sp>
        <p:nvSpPr>
          <p:cNvPr id="6" name="Rectangle 5">
            <a:extLst>
              <a:ext uri="{FF2B5EF4-FFF2-40B4-BE49-F238E27FC236}">
                <a16:creationId xmlns:a16="http://schemas.microsoft.com/office/drawing/2014/main" id="{7A82ADC8-DDA9-DF5F-7A35-3189292E4CF8}"/>
              </a:ext>
            </a:extLst>
          </p:cNvPr>
          <p:cNvSpPr/>
          <p:nvPr/>
        </p:nvSpPr>
        <p:spPr>
          <a:xfrm>
            <a:off x="6464833" y="5664774"/>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Engineer </a:t>
            </a:r>
          </a:p>
          <a:p>
            <a:pPr algn="ctr"/>
            <a:r>
              <a:rPr lang="en-US" sz="800" dirty="0">
                <a:solidFill>
                  <a:schemeClr val="tx1"/>
                </a:solidFill>
              </a:rPr>
              <a:t>DHK AT OFFC 107888 </a:t>
            </a:r>
            <a:endParaRPr lang="en-US" sz="800" dirty="0">
              <a:solidFill>
                <a:srgbClr val="2ABDF2"/>
              </a:solidFill>
            </a:endParaRPr>
          </a:p>
          <a:p>
            <a:pPr algn="ctr"/>
            <a:r>
              <a:rPr lang="en-US" sz="800" dirty="0">
                <a:solidFill>
                  <a:srgbClr val="0070C0"/>
                </a:solidFill>
              </a:rPr>
              <a:t>M.Kadeyeva</a:t>
            </a:r>
          </a:p>
          <a:p>
            <a:pPr algn="ctr"/>
            <a:endParaRPr lang="en-US" sz="800" b="1" dirty="0">
              <a:solidFill>
                <a:schemeClr val="tx1"/>
              </a:solidFill>
            </a:endParaRPr>
          </a:p>
        </p:txBody>
      </p:sp>
      <p:cxnSp>
        <p:nvCxnSpPr>
          <p:cNvPr id="7" name="Connector: Elbow 6">
            <a:extLst>
              <a:ext uri="{FF2B5EF4-FFF2-40B4-BE49-F238E27FC236}">
                <a16:creationId xmlns:a16="http://schemas.microsoft.com/office/drawing/2014/main" id="{F6074932-9DF3-73C5-2A37-26924EF3DA9A}"/>
              </a:ext>
            </a:extLst>
          </p:cNvPr>
          <p:cNvCxnSpPr>
            <a:cxnSpLocks/>
          </p:cNvCxnSpPr>
          <p:nvPr/>
        </p:nvCxnSpPr>
        <p:spPr>
          <a:xfrm rot="16200000" flipH="1">
            <a:off x="5709499" y="5208891"/>
            <a:ext cx="1372466" cy="124916"/>
          </a:xfrm>
          <a:prstGeom prst="bentConnector2">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1428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99B03-F394-F982-EA45-E02F9C722890}"/>
            </a:ext>
          </a:extLst>
        </p:cNvPr>
        <p:cNvGrpSpPr/>
        <p:nvPr/>
      </p:nvGrpSpPr>
      <p:grpSpPr>
        <a:xfrm>
          <a:off x="0" y="0"/>
          <a:ext cx="0" cy="0"/>
          <a:chOff x="0" y="0"/>
          <a:chExt cx="0" cy="0"/>
        </a:xfrm>
      </p:grpSpPr>
      <p:sp>
        <p:nvSpPr>
          <p:cNvPr id="236" name="Text Placeholder 235">
            <a:extLst>
              <a:ext uri="{FF2B5EF4-FFF2-40B4-BE49-F238E27FC236}">
                <a16:creationId xmlns:a16="http://schemas.microsoft.com/office/drawing/2014/main" id="{C911E8C7-1D38-4F3B-67AC-5E409E3455DE}"/>
              </a:ext>
            </a:extLst>
          </p:cNvPr>
          <p:cNvSpPr>
            <a:spLocks noGrp="1"/>
          </p:cNvSpPr>
          <p:nvPr>
            <p:ph type="body" sz="quarter" idx="10"/>
          </p:nvPr>
        </p:nvSpPr>
        <p:spPr>
          <a:xfrm>
            <a:off x="49951" y="206957"/>
            <a:ext cx="4598376" cy="339661"/>
          </a:xfrm>
        </p:spPr>
        <p:txBody>
          <a:bodyPr>
            <a:normAutofit/>
          </a:bodyPr>
          <a:lstStyle/>
          <a:p>
            <a:r>
              <a:rPr lang="en-US" sz="1800" dirty="0"/>
              <a:t>HSSE Center of Excellence</a:t>
            </a:r>
          </a:p>
        </p:txBody>
      </p:sp>
      <p:sp>
        <p:nvSpPr>
          <p:cNvPr id="163" name="Rectangle 162">
            <a:extLst>
              <a:ext uri="{FF2B5EF4-FFF2-40B4-BE49-F238E27FC236}">
                <a16:creationId xmlns:a16="http://schemas.microsoft.com/office/drawing/2014/main" id="{695BEF94-4BF8-59E3-3900-C44C98A420C5}"/>
              </a:ext>
            </a:extLst>
          </p:cNvPr>
          <p:cNvSpPr/>
          <p:nvPr/>
        </p:nvSpPr>
        <p:spPr>
          <a:xfrm>
            <a:off x="5291132" y="178810"/>
            <a:ext cx="1680702" cy="54388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Center of Excellence Manager SEC EXP OFFC 177763 </a:t>
            </a:r>
          </a:p>
          <a:p>
            <a:pPr algn="ctr"/>
            <a:r>
              <a:rPr lang="en-US" sz="800" dirty="0">
                <a:solidFill>
                  <a:srgbClr val="0070C0"/>
                </a:solidFill>
              </a:rPr>
              <a:t>A.</a:t>
            </a:r>
            <a:r>
              <a:rPr lang="en-US" sz="800">
                <a:solidFill>
                  <a:srgbClr val="0070C0"/>
                </a:solidFill>
              </a:rPr>
              <a:t>J. Wharton</a:t>
            </a:r>
            <a:endParaRPr lang="en-US" sz="800" dirty="0">
              <a:solidFill>
                <a:srgbClr val="0070C0"/>
              </a:solidFill>
            </a:endParaRPr>
          </a:p>
          <a:p>
            <a:pPr algn="ctr"/>
            <a:endParaRPr lang="en-US" sz="800" b="1" dirty="0">
              <a:solidFill>
                <a:srgbClr val="FF0000"/>
              </a:solidFill>
            </a:endParaRPr>
          </a:p>
        </p:txBody>
      </p:sp>
      <p:sp>
        <p:nvSpPr>
          <p:cNvPr id="44" name="Rectangle 43">
            <a:extLst>
              <a:ext uri="{FF2B5EF4-FFF2-40B4-BE49-F238E27FC236}">
                <a16:creationId xmlns:a16="http://schemas.microsoft.com/office/drawing/2014/main" id="{130A2BCA-1FDC-CC2A-866E-F97E4CDB235A}"/>
              </a:ext>
            </a:extLst>
          </p:cNvPr>
          <p:cNvSpPr/>
          <p:nvPr/>
        </p:nvSpPr>
        <p:spPr>
          <a:xfrm>
            <a:off x="8188909" y="1085041"/>
            <a:ext cx="1758431" cy="5222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Operations &amp; Technical Safety </a:t>
            </a:r>
          </a:p>
          <a:p>
            <a:pPr algn="ctr"/>
            <a:r>
              <a:rPr lang="en-US" sz="800" dirty="0">
                <a:solidFill>
                  <a:schemeClr val="tx1"/>
                </a:solidFill>
              </a:rPr>
              <a:t>SEC AT OFFC 177765 </a:t>
            </a:r>
          </a:p>
          <a:p>
            <a:pPr algn="ctr"/>
            <a:r>
              <a:rPr lang="en-US" sz="800" dirty="0">
                <a:solidFill>
                  <a:srgbClr val="0070C0"/>
                </a:solidFill>
              </a:rPr>
              <a:t>L.A.</a:t>
            </a:r>
            <a:r>
              <a:rPr lang="en-US" sz="800">
                <a:solidFill>
                  <a:srgbClr val="0070C0"/>
                </a:solidFill>
              </a:rPr>
              <a:t>W. Van </a:t>
            </a:r>
            <a:r>
              <a:rPr lang="en-US" sz="800" dirty="0">
                <a:solidFill>
                  <a:srgbClr val="0070C0"/>
                </a:solidFill>
              </a:rPr>
              <a:t>Ham</a:t>
            </a:r>
          </a:p>
          <a:p>
            <a:pPr algn="ctr"/>
            <a:endParaRPr lang="en-US" sz="800" b="1" dirty="0">
              <a:solidFill>
                <a:schemeClr val="tx1"/>
              </a:solidFill>
            </a:endParaRPr>
          </a:p>
        </p:txBody>
      </p:sp>
      <p:sp>
        <p:nvSpPr>
          <p:cNvPr id="45" name="Rectangle 44">
            <a:extLst>
              <a:ext uri="{FF2B5EF4-FFF2-40B4-BE49-F238E27FC236}">
                <a16:creationId xmlns:a16="http://schemas.microsoft.com/office/drawing/2014/main" id="{D7693BAE-91A1-8B2C-8059-9C61F6D32A87}"/>
              </a:ext>
            </a:extLst>
          </p:cNvPr>
          <p:cNvSpPr/>
          <p:nvPr/>
        </p:nvSpPr>
        <p:spPr>
          <a:xfrm>
            <a:off x="5228139" y="1089027"/>
            <a:ext cx="1671752" cy="5222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HSSE Planning, Performance &amp; Assurance </a:t>
            </a:r>
          </a:p>
          <a:p>
            <a:pPr algn="ctr"/>
            <a:r>
              <a:rPr lang="en-US" sz="800" dirty="0">
                <a:solidFill>
                  <a:schemeClr val="tx1"/>
                </a:solidFill>
              </a:rPr>
              <a:t> DHK AT OFFC 178263 </a:t>
            </a:r>
          </a:p>
          <a:p>
            <a:pPr algn="ctr"/>
            <a:r>
              <a:rPr lang="en-US" sz="800">
                <a:solidFill>
                  <a:srgbClr val="0070C0"/>
                </a:solidFill>
              </a:rPr>
              <a:t>T. Akhmetov</a:t>
            </a:r>
            <a:endParaRPr lang="en-US" sz="800" dirty="0">
              <a:solidFill>
                <a:srgbClr val="0070C0"/>
              </a:solidFill>
            </a:endParaRPr>
          </a:p>
          <a:p>
            <a:pPr algn="ctr"/>
            <a:endParaRPr lang="en-US" sz="800" b="1" dirty="0">
              <a:solidFill>
                <a:schemeClr val="tx1"/>
              </a:solidFill>
            </a:endParaRPr>
          </a:p>
        </p:txBody>
      </p:sp>
      <p:sp>
        <p:nvSpPr>
          <p:cNvPr id="46" name="Rectangle 45">
            <a:extLst>
              <a:ext uri="{FF2B5EF4-FFF2-40B4-BE49-F238E27FC236}">
                <a16:creationId xmlns:a16="http://schemas.microsoft.com/office/drawing/2014/main" id="{3FE5E869-D453-5950-2794-1C71CDBED63F}"/>
              </a:ext>
            </a:extLst>
          </p:cNvPr>
          <p:cNvSpPr/>
          <p:nvPr/>
        </p:nvSpPr>
        <p:spPr>
          <a:xfrm>
            <a:off x="1400111" y="1255369"/>
            <a:ext cx="1770603" cy="5222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Crisis &amp; Emergency Preparedness </a:t>
            </a:r>
          </a:p>
          <a:p>
            <a:pPr algn="ctr"/>
            <a:r>
              <a:rPr lang="en-US" sz="800" dirty="0">
                <a:solidFill>
                  <a:schemeClr val="tx1"/>
                </a:solidFill>
              </a:rPr>
              <a:t>DHK AT OFFC 178264</a:t>
            </a:r>
          </a:p>
          <a:p>
            <a:pPr algn="ctr"/>
            <a:r>
              <a:rPr lang="en-US" sz="800">
                <a:solidFill>
                  <a:srgbClr val="0070C0"/>
                </a:solidFill>
              </a:rPr>
              <a:t>K. Kulbassov</a:t>
            </a:r>
            <a:endParaRPr lang="en-US" sz="800" dirty="0">
              <a:solidFill>
                <a:srgbClr val="0070C0"/>
              </a:solidFill>
            </a:endParaRPr>
          </a:p>
          <a:p>
            <a:pPr algn="ctr"/>
            <a:endParaRPr lang="en-US" sz="800" b="1" dirty="0">
              <a:solidFill>
                <a:schemeClr val="tx1"/>
              </a:solidFill>
            </a:endParaRPr>
          </a:p>
        </p:txBody>
      </p:sp>
      <p:sp>
        <p:nvSpPr>
          <p:cNvPr id="9" name="Rectangle 8">
            <a:extLst>
              <a:ext uri="{FF2B5EF4-FFF2-40B4-BE49-F238E27FC236}">
                <a16:creationId xmlns:a16="http://schemas.microsoft.com/office/drawing/2014/main" id="{BB1BC8FC-1CC4-F099-9599-D22F66EB7A35}"/>
              </a:ext>
            </a:extLst>
          </p:cNvPr>
          <p:cNvSpPr/>
          <p:nvPr/>
        </p:nvSpPr>
        <p:spPr>
          <a:xfrm>
            <a:off x="3760664" y="1947177"/>
            <a:ext cx="1671752" cy="5222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Data &amp; Reporting </a:t>
            </a:r>
          </a:p>
          <a:p>
            <a:pPr algn="ctr"/>
            <a:r>
              <a:rPr lang="en-US" sz="800" dirty="0">
                <a:solidFill>
                  <a:schemeClr val="tx1"/>
                </a:solidFill>
              </a:rPr>
              <a:t>Team Lead  </a:t>
            </a:r>
          </a:p>
          <a:p>
            <a:pPr algn="ctr"/>
            <a:r>
              <a:rPr lang="en-US" sz="800" dirty="0">
                <a:solidFill>
                  <a:schemeClr val="tx1"/>
                </a:solidFill>
              </a:rPr>
              <a:t>DHK AT OFFC 103029 </a:t>
            </a:r>
            <a:r>
              <a:rPr lang="en-US" sz="800" dirty="0" err="1">
                <a:solidFill>
                  <a:srgbClr val="0070C0"/>
                </a:solidFill>
              </a:rPr>
              <a:t>A.Kaisagaliyeva</a:t>
            </a:r>
            <a:endParaRPr lang="en-US" sz="800" dirty="0">
              <a:solidFill>
                <a:srgbClr val="0070C0"/>
              </a:solidFill>
            </a:endParaRPr>
          </a:p>
        </p:txBody>
      </p:sp>
      <p:sp>
        <p:nvSpPr>
          <p:cNvPr id="11" name="Rectangle 10">
            <a:extLst>
              <a:ext uri="{FF2B5EF4-FFF2-40B4-BE49-F238E27FC236}">
                <a16:creationId xmlns:a16="http://schemas.microsoft.com/office/drawing/2014/main" id="{7366C611-4CE9-06CF-A326-6EE2D46F3C55}"/>
              </a:ext>
            </a:extLst>
          </p:cNvPr>
          <p:cNvSpPr/>
          <p:nvPr/>
        </p:nvSpPr>
        <p:spPr>
          <a:xfrm>
            <a:off x="3372572" y="2607717"/>
            <a:ext cx="1671752" cy="5222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Data &amp; Reporting Advisor  DHK AT OFFC 178525 </a:t>
            </a:r>
          </a:p>
          <a:p>
            <a:pPr algn="ctr"/>
            <a:r>
              <a:rPr lang="en-US" sz="800" dirty="0" err="1">
                <a:solidFill>
                  <a:srgbClr val="0070C0"/>
                </a:solidFill>
              </a:rPr>
              <a:t>S.Sariyeva</a:t>
            </a:r>
            <a:endParaRPr lang="en-US" sz="800" dirty="0">
              <a:solidFill>
                <a:srgbClr val="0070C0"/>
              </a:solidFill>
            </a:endParaRPr>
          </a:p>
        </p:txBody>
      </p:sp>
      <p:sp>
        <p:nvSpPr>
          <p:cNvPr id="13" name="Rectangle 12">
            <a:extLst>
              <a:ext uri="{FF2B5EF4-FFF2-40B4-BE49-F238E27FC236}">
                <a16:creationId xmlns:a16="http://schemas.microsoft.com/office/drawing/2014/main" id="{3671E66B-E7AE-ACCC-4B3B-BF891880154D}"/>
              </a:ext>
            </a:extLst>
          </p:cNvPr>
          <p:cNvSpPr/>
          <p:nvPr/>
        </p:nvSpPr>
        <p:spPr>
          <a:xfrm>
            <a:off x="260551" y="2058253"/>
            <a:ext cx="1770602" cy="5222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Civil Protection Coordinator </a:t>
            </a:r>
          </a:p>
          <a:p>
            <a:pPr algn="ctr"/>
            <a:r>
              <a:rPr lang="en-US" sz="800" dirty="0">
                <a:solidFill>
                  <a:schemeClr val="tx1"/>
                </a:solidFill>
              </a:rPr>
              <a:t>DHK AT OFFC 179427</a:t>
            </a:r>
          </a:p>
          <a:p>
            <a:pPr algn="ctr"/>
            <a:r>
              <a:rPr lang="en-US" sz="800" dirty="0" err="1">
                <a:solidFill>
                  <a:srgbClr val="0070C0"/>
                </a:solidFill>
              </a:rPr>
              <a:t>M.Urynbassarov</a:t>
            </a:r>
            <a:endParaRPr lang="en-US" sz="800" dirty="0">
              <a:solidFill>
                <a:srgbClr val="0070C0"/>
              </a:solidFill>
            </a:endParaRPr>
          </a:p>
          <a:p>
            <a:pPr algn="ctr"/>
            <a:endParaRPr lang="en-US" sz="800" b="1" dirty="0">
              <a:solidFill>
                <a:schemeClr val="tx1"/>
              </a:solidFill>
            </a:endParaRPr>
          </a:p>
        </p:txBody>
      </p:sp>
      <p:sp>
        <p:nvSpPr>
          <p:cNvPr id="14" name="Rectangle 13">
            <a:extLst>
              <a:ext uri="{FF2B5EF4-FFF2-40B4-BE49-F238E27FC236}">
                <a16:creationId xmlns:a16="http://schemas.microsoft.com/office/drawing/2014/main" id="{758DED31-C858-BA2A-05CF-744A85009C99}"/>
              </a:ext>
            </a:extLst>
          </p:cNvPr>
          <p:cNvSpPr/>
          <p:nvPr/>
        </p:nvSpPr>
        <p:spPr>
          <a:xfrm>
            <a:off x="260551" y="2740374"/>
            <a:ext cx="1770602" cy="551505"/>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Crisis and Emergency Management Engineer</a:t>
            </a:r>
          </a:p>
          <a:p>
            <a:pPr algn="ctr"/>
            <a:r>
              <a:rPr lang="en-US" sz="800" dirty="0">
                <a:solidFill>
                  <a:schemeClr val="tx1"/>
                </a:solidFill>
              </a:rPr>
              <a:t>DHK AT OFFC 179428 </a:t>
            </a:r>
          </a:p>
          <a:p>
            <a:pPr algn="ctr"/>
            <a:r>
              <a:rPr lang="en-US" sz="800" dirty="0" err="1">
                <a:solidFill>
                  <a:srgbClr val="0070C0"/>
                </a:solidFill>
              </a:rPr>
              <a:t>D.Kibassova</a:t>
            </a:r>
            <a:endParaRPr lang="en-US" sz="800" dirty="0">
              <a:solidFill>
                <a:srgbClr val="0070C0"/>
              </a:solidFill>
            </a:endParaRPr>
          </a:p>
          <a:p>
            <a:pPr algn="ctr"/>
            <a:endParaRPr lang="en-US" sz="800" b="1" dirty="0">
              <a:solidFill>
                <a:schemeClr val="tx1"/>
              </a:solidFill>
            </a:endParaRPr>
          </a:p>
        </p:txBody>
      </p:sp>
      <p:sp>
        <p:nvSpPr>
          <p:cNvPr id="17" name="Rectangle 16">
            <a:extLst>
              <a:ext uri="{FF2B5EF4-FFF2-40B4-BE49-F238E27FC236}">
                <a16:creationId xmlns:a16="http://schemas.microsoft.com/office/drawing/2014/main" id="{249067C4-B87F-1D67-410F-9435928E0815}"/>
              </a:ext>
            </a:extLst>
          </p:cNvPr>
          <p:cNvSpPr/>
          <p:nvPr/>
        </p:nvSpPr>
        <p:spPr>
          <a:xfrm>
            <a:off x="260551" y="3421779"/>
            <a:ext cx="1770602" cy="5222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Crisis and Emergency Management Coordinator </a:t>
            </a:r>
          </a:p>
          <a:p>
            <a:pPr algn="ctr"/>
            <a:r>
              <a:rPr lang="en-US" sz="800" dirty="0">
                <a:solidFill>
                  <a:schemeClr val="tx1"/>
                </a:solidFill>
              </a:rPr>
              <a:t>DHK AT OFFC 106501 </a:t>
            </a:r>
          </a:p>
          <a:p>
            <a:pPr algn="ctr"/>
            <a:r>
              <a:rPr lang="en-US" sz="800" dirty="0" err="1">
                <a:solidFill>
                  <a:srgbClr val="0070C0"/>
                </a:solidFill>
              </a:rPr>
              <a:t>Z.Zalenova</a:t>
            </a:r>
            <a:endParaRPr lang="en-US" sz="800" dirty="0">
              <a:solidFill>
                <a:srgbClr val="0070C0"/>
              </a:solidFill>
            </a:endParaRPr>
          </a:p>
          <a:p>
            <a:pPr algn="ctr"/>
            <a:endParaRPr lang="en-US" sz="800" b="1" dirty="0">
              <a:solidFill>
                <a:schemeClr val="tx1"/>
              </a:solidFill>
            </a:endParaRPr>
          </a:p>
        </p:txBody>
      </p:sp>
      <p:sp>
        <p:nvSpPr>
          <p:cNvPr id="18" name="Rectangle 17">
            <a:extLst>
              <a:ext uri="{FF2B5EF4-FFF2-40B4-BE49-F238E27FC236}">
                <a16:creationId xmlns:a16="http://schemas.microsoft.com/office/drawing/2014/main" id="{3DA8BBE5-12A4-687B-5CF9-FAA7413304BF}"/>
              </a:ext>
            </a:extLst>
          </p:cNvPr>
          <p:cNvSpPr/>
          <p:nvPr/>
        </p:nvSpPr>
        <p:spPr>
          <a:xfrm>
            <a:off x="260551" y="4136016"/>
            <a:ext cx="1770602" cy="600555"/>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Business Continuity Planning Coordinator </a:t>
            </a:r>
          </a:p>
          <a:p>
            <a:pPr algn="ctr"/>
            <a:r>
              <a:rPr lang="en-US" sz="800" dirty="0">
                <a:solidFill>
                  <a:schemeClr val="tx1"/>
                </a:solidFill>
              </a:rPr>
              <a:t> DHK AT OFFC 108410 </a:t>
            </a:r>
          </a:p>
          <a:p>
            <a:pPr algn="ctr"/>
            <a:r>
              <a:rPr lang="en-US" sz="800" dirty="0" err="1">
                <a:solidFill>
                  <a:srgbClr val="0070C0"/>
                </a:solidFill>
              </a:rPr>
              <a:t>A.Urpekova</a:t>
            </a:r>
            <a:endParaRPr lang="en-US" sz="800" dirty="0">
              <a:solidFill>
                <a:srgbClr val="0070C0"/>
              </a:solidFill>
            </a:endParaRPr>
          </a:p>
          <a:p>
            <a:pPr algn="ctr"/>
            <a:endParaRPr lang="en-US" sz="800" b="1" dirty="0">
              <a:solidFill>
                <a:schemeClr val="tx1"/>
              </a:solidFill>
            </a:endParaRPr>
          </a:p>
        </p:txBody>
      </p:sp>
      <p:cxnSp>
        <p:nvCxnSpPr>
          <p:cNvPr id="20" name="Connector: Elbow 19">
            <a:extLst>
              <a:ext uri="{FF2B5EF4-FFF2-40B4-BE49-F238E27FC236}">
                <a16:creationId xmlns:a16="http://schemas.microsoft.com/office/drawing/2014/main" id="{A7557198-E783-25EC-1A71-8FC111F51C5F}"/>
              </a:ext>
            </a:extLst>
          </p:cNvPr>
          <p:cNvCxnSpPr>
            <a:cxnSpLocks/>
            <a:stCxn id="46" idx="2"/>
            <a:endCxn id="13" idx="3"/>
          </p:cNvCxnSpPr>
          <p:nvPr/>
        </p:nvCxnSpPr>
        <p:spPr>
          <a:xfrm rot="5400000">
            <a:off x="1887394" y="1921340"/>
            <a:ext cx="541778" cy="25426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25" name="Connector: Elbow 24">
            <a:extLst>
              <a:ext uri="{FF2B5EF4-FFF2-40B4-BE49-F238E27FC236}">
                <a16:creationId xmlns:a16="http://schemas.microsoft.com/office/drawing/2014/main" id="{55374CAA-6C29-A229-F9E6-41915CBAE20C}"/>
              </a:ext>
            </a:extLst>
          </p:cNvPr>
          <p:cNvCxnSpPr>
            <a:stCxn id="46" idx="2"/>
            <a:endCxn id="17" idx="3"/>
          </p:cNvCxnSpPr>
          <p:nvPr/>
        </p:nvCxnSpPr>
        <p:spPr>
          <a:xfrm rot="5400000">
            <a:off x="1205631" y="2603103"/>
            <a:ext cx="1905304" cy="254260"/>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36" name="Rectangle 35">
            <a:extLst>
              <a:ext uri="{FF2B5EF4-FFF2-40B4-BE49-F238E27FC236}">
                <a16:creationId xmlns:a16="http://schemas.microsoft.com/office/drawing/2014/main" id="{7A7575E5-3D64-1045-0D31-35F54DB03BF3}"/>
              </a:ext>
            </a:extLst>
          </p:cNvPr>
          <p:cNvSpPr/>
          <p:nvPr/>
        </p:nvSpPr>
        <p:spPr>
          <a:xfrm>
            <a:off x="8452930" y="1693277"/>
            <a:ext cx="1770602" cy="449311"/>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Process Safety Integrity Team Lead SEC AT OFFC 106464</a:t>
            </a:r>
          </a:p>
          <a:p>
            <a:pPr algn="ctr"/>
            <a:r>
              <a:rPr lang="en-US" sz="800" dirty="0" err="1">
                <a:solidFill>
                  <a:srgbClr val="0070C0"/>
                </a:solidFill>
              </a:rPr>
              <a:t>B.Skinner</a:t>
            </a:r>
            <a:endParaRPr lang="en-US" sz="800" dirty="0">
              <a:solidFill>
                <a:srgbClr val="0070C0"/>
              </a:solidFill>
            </a:endParaRPr>
          </a:p>
          <a:p>
            <a:pPr algn="ctr"/>
            <a:endParaRPr lang="en-US" sz="800" b="1" dirty="0">
              <a:solidFill>
                <a:schemeClr val="tx1"/>
              </a:solidFill>
            </a:endParaRPr>
          </a:p>
        </p:txBody>
      </p:sp>
      <p:sp>
        <p:nvSpPr>
          <p:cNvPr id="37" name="Rectangle 36">
            <a:extLst>
              <a:ext uri="{FF2B5EF4-FFF2-40B4-BE49-F238E27FC236}">
                <a16:creationId xmlns:a16="http://schemas.microsoft.com/office/drawing/2014/main" id="{915DB97D-074C-4867-C091-AC74BBC8E994}"/>
              </a:ext>
            </a:extLst>
          </p:cNvPr>
          <p:cNvSpPr/>
          <p:nvPr/>
        </p:nvSpPr>
        <p:spPr>
          <a:xfrm>
            <a:off x="8642933" y="2211730"/>
            <a:ext cx="1770602" cy="404823"/>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Technical Safety Engineer </a:t>
            </a:r>
          </a:p>
          <a:p>
            <a:pPr algn="ctr"/>
            <a:r>
              <a:rPr lang="en-US" sz="800" dirty="0">
                <a:solidFill>
                  <a:schemeClr val="tx1"/>
                </a:solidFill>
              </a:rPr>
              <a:t>COK AT OFFC 179356 </a:t>
            </a:r>
          </a:p>
          <a:p>
            <a:pPr algn="ctr"/>
            <a:r>
              <a:rPr lang="en-US" sz="800" dirty="0" err="1">
                <a:solidFill>
                  <a:srgbClr val="0070C0"/>
                </a:solidFill>
              </a:rPr>
              <a:t>Y.Amanbayev</a:t>
            </a:r>
            <a:r>
              <a:rPr lang="en-US" sz="800" dirty="0">
                <a:solidFill>
                  <a:srgbClr val="0070C0"/>
                </a:solidFill>
              </a:rPr>
              <a:t> (</a:t>
            </a:r>
            <a:r>
              <a:rPr lang="en-US" sz="800" dirty="0" err="1">
                <a:solidFill>
                  <a:srgbClr val="0070C0"/>
                </a:solidFill>
              </a:rPr>
              <a:t>A.Doskulova</a:t>
            </a:r>
            <a:r>
              <a:rPr lang="en-US" sz="800" dirty="0">
                <a:solidFill>
                  <a:srgbClr val="0070C0"/>
                </a:solidFill>
              </a:rPr>
              <a:t> ML)</a:t>
            </a:r>
          </a:p>
          <a:p>
            <a:pPr algn="ctr"/>
            <a:endParaRPr lang="en-US" sz="800" b="1" dirty="0">
              <a:solidFill>
                <a:schemeClr val="tx1"/>
              </a:solidFill>
            </a:endParaRPr>
          </a:p>
        </p:txBody>
      </p:sp>
      <p:sp>
        <p:nvSpPr>
          <p:cNvPr id="39" name="Rectangle 38">
            <a:extLst>
              <a:ext uri="{FF2B5EF4-FFF2-40B4-BE49-F238E27FC236}">
                <a16:creationId xmlns:a16="http://schemas.microsoft.com/office/drawing/2014/main" id="{F627D2DD-9471-3671-35C5-E51B19347374}"/>
              </a:ext>
            </a:extLst>
          </p:cNvPr>
          <p:cNvSpPr/>
          <p:nvPr/>
        </p:nvSpPr>
        <p:spPr>
          <a:xfrm>
            <a:off x="8642933" y="2681218"/>
            <a:ext cx="1770602" cy="454765"/>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750" dirty="0">
                <a:solidFill>
                  <a:schemeClr val="tx1"/>
                </a:solidFill>
              </a:rPr>
              <a:t>HSSE Process Safety and Competency Coordinator </a:t>
            </a:r>
          </a:p>
          <a:p>
            <a:pPr algn="ctr"/>
            <a:r>
              <a:rPr lang="en-US" sz="750" dirty="0">
                <a:solidFill>
                  <a:schemeClr val="tx1"/>
                </a:solidFill>
              </a:rPr>
              <a:t>DHK AT OFFC 178825 </a:t>
            </a:r>
            <a:r>
              <a:rPr lang="en-US" sz="750" dirty="0" err="1">
                <a:solidFill>
                  <a:srgbClr val="0070C0"/>
                </a:solidFill>
              </a:rPr>
              <a:t>R.Tastanbekov</a:t>
            </a:r>
            <a:endParaRPr lang="en-US" sz="750" dirty="0">
              <a:solidFill>
                <a:srgbClr val="0070C0"/>
              </a:solidFill>
            </a:endParaRPr>
          </a:p>
        </p:txBody>
      </p:sp>
      <p:cxnSp>
        <p:nvCxnSpPr>
          <p:cNvPr id="73" name="Connector: Elbow 72">
            <a:extLst>
              <a:ext uri="{FF2B5EF4-FFF2-40B4-BE49-F238E27FC236}">
                <a16:creationId xmlns:a16="http://schemas.microsoft.com/office/drawing/2014/main" id="{9012F2F7-1EBF-D9FA-5EF3-88C530B4E80B}"/>
              </a:ext>
            </a:extLst>
          </p:cNvPr>
          <p:cNvCxnSpPr>
            <a:cxnSpLocks/>
            <a:stCxn id="163" idx="2"/>
            <a:endCxn id="44" idx="0"/>
          </p:cNvCxnSpPr>
          <p:nvPr/>
        </p:nvCxnSpPr>
        <p:spPr>
          <a:xfrm rot="16200000" flipH="1">
            <a:off x="7418630" y="-564455"/>
            <a:ext cx="362349" cy="2936642"/>
          </a:xfrm>
          <a:prstGeom prst="bentConnector3">
            <a:avLst>
              <a:gd name="adj1" fmla="val 74741"/>
            </a:avLst>
          </a:prstGeom>
        </p:spPr>
        <p:style>
          <a:lnRef idx="2">
            <a:schemeClr val="accent1"/>
          </a:lnRef>
          <a:fillRef idx="0">
            <a:schemeClr val="accent1"/>
          </a:fillRef>
          <a:effectRef idx="1">
            <a:schemeClr val="accent1"/>
          </a:effectRef>
          <a:fontRef idx="minor">
            <a:schemeClr val="tx1"/>
          </a:fontRef>
        </p:style>
      </p:cxnSp>
      <p:cxnSp>
        <p:nvCxnSpPr>
          <p:cNvPr id="76" name="Connector: Elbow 75">
            <a:extLst>
              <a:ext uri="{FF2B5EF4-FFF2-40B4-BE49-F238E27FC236}">
                <a16:creationId xmlns:a16="http://schemas.microsoft.com/office/drawing/2014/main" id="{B31DE29C-6545-2EA6-9861-ACAE30C77CAA}"/>
              </a:ext>
            </a:extLst>
          </p:cNvPr>
          <p:cNvCxnSpPr>
            <a:cxnSpLocks/>
            <a:stCxn id="163" idx="2"/>
            <a:endCxn id="46" idx="0"/>
          </p:cNvCxnSpPr>
          <p:nvPr/>
        </p:nvCxnSpPr>
        <p:spPr>
          <a:xfrm rot="5400000">
            <a:off x="3942110" y="-934005"/>
            <a:ext cx="532677" cy="3846070"/>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1D341CDB-F3AC-5A62-80C3-62536BBBB30D}"/>
              </a:ext>
            </a:extLst>
          </p:cNvPr>
          <p:cNvCxnSpPr>
            <a:stCxn id="45" idx="0"/>
          </p:cNvCxnSpPr>
          <p:nvPr/>
        </p:nvCxnSpPr>
        <p:spPr>
          <a:xfrm flipV="1">
            <a:off x="6064015" y="984146"/>
            <a:ext cx="2" cy="104881"/>
          </a:xfrm>
          <a:prstGeom prst="line">
            <a:avLst/>
          </a:prstGeom>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B6D262A3-F751-562C-2176-BF5C74653094}"/>
              </a:ext>
            </a:extLst>
          </p:cNvPr>
          <p:cNvCxnSpPr>
            <a:cxnSpLocks/>
          </p:cNvCxnSpPr>
          <p:nvPr/>
        </p:nvCxnSpPr>
        <p:spPr>
          <a:xfrm flipV="1">
            <a:off x="9062036" y="1001241"/>
            <a:ext cx="6088" cy="71707"/>
          </a:xfrm>
          <a:prstGeom prst="line">
            <a:avLst/>
          </a:prstGeom>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12A94B75-3D15-BAE0-FC60-DA492C0CEF59}"/>
              </a:ext>
            </a:extLst>
          </p:cNvPr>
          <p:cNvSpPr txBox="1"/>
          <p:nvPr/>
        </p:nvSpPr>
        <p:spPr>
          <a:xfrm>
            <a:off x="11822226" y="6170043"/>
            <a:ext cx="431321" cy="215444"/>
          </a:xfrm>
          <a:prstGeom prst="rect">
            <a:avLst/>
          </a:prstGeom>
          <a:noFill/>
        </p:spPr>
        <p:txBody>
          <a:bodyPr wrap="square" rtlCol="0">
            <a:spAutoFit/>
          </a:bodyPr>
          <a:lstStyle/>
          <a:p>
            <a:r>
              <a:rPr lang="en-US" sz="800" dirty="0">
                <a:latin typeface="Times New Roman" panose="02020603050405020304" pitchFamily="18" charset="0"/>
                <a:cs typeface="Times New Roman" panose="02020603050405020304" pitchFamily="18" charset="0"/>
              </a:rPr>
              <a:t>20</a:t>
            </a:r>
          </a:p>
        </p:txBody>
      </p:sp>
      <p:cxnSp>
        <p:nvCxnSpPr>
          <p:cNvPr id="7" name="Connector: Elbow 6">
            <a:extLst>
              <a:ext uri="{FF2B5EF4-FFF2-40B4-BE49-F238E27FC236}">
                <a16:creationId xmlns:a16="http://schemas.microsoft.com/office/drawing/2014/main" id="{5B551C1F-DE33-7086-00B3-D4B05681E722}"/>
              </a:ext>
            </a:extLst>
          </p:cNvPr>
          <p:cNvCxnSpPr>
            <a:cxnSpLocks/>
            <a:stCxn id="46" idx="2"/>
            <a:endCxn id="14" idx="3"/>
          </p:cNvCxnSpPr>
          <p:nvPr/>
        </p:nvCxnSpPr>
        <p:spPr>
          <a:xfrm rot="5400000">
            <a:off x="1539010" y="2269724"/>
            <a:ext cx="1238546" cy="25426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21" name="Connector: Elbow 20">
            <a:extLst>
              <a:ext uri="{FF2B5EF4-FFF2-40B4-BE49-F238E27FC236}">
                <a16:creationId xmlns:a16="http://schemas.microsoft.com/office/drawing/2014/main" id="{26DF9853-B605-53AE-9A64-6414CC33E55A}"/>
              </a:ext>
            </a:extLst>
          </p:cNvPr>
          <p:cNvCxnSpPr>
            <a:cxnSpLocks/>
            <a:stCxn id="46" idx="2"/>
            <a:endCxn id="18" idx="3"/>
          </p:cNvCxnSpPr>
          <p:nvPr/>
        </p:nvCxnSpPr>
        <p:spPr>
          <a:xfrm rot="5400000">
            <a:off x="828927" y="2979807"/>
            <a:ext cx="2658713" cy="254260"/>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D9EEDECD-090E-A35B-1184-635F96F3D142}"/>
              </a:ext>
            </a:extLst>
          </p:cNvPr>
          <p:cNvSpPr/>
          <p:nvPr/>
        </p:nvSpPr>
        <p:spPr>
          <a:xfrm>
            <a:off x="3760664" y="3291880"/>
            <a:ext cx="1671752" cy="5222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Incident investigation </a:t>
            </a:r>
          </a:p>
          <a:p>
            <a:pPr algn="ctr"/>
            <a:r>
              <a:rPr lang="en-US" sz="800" dirty="0">
                <a:solidFill>
                  <a:schemeClr val="tx1"/>
                </a:solidFill>
              </a:rPr>
              <a:t>Team Lead </a:t>
            </a:r>
          </a:p>
          <a:p>
            <a:pPr algn="ctr"/>
            <a:r>
              <a:rPr lang="en-US" sz="800" dirty="0">
                <a:solidFill>
                  <a:schemeClr val="tx1"/>
                </a:solidFill>
              </a:rPr>
              <a:t> DHK AT OFFC 107135 </a:t>
            </a:r>
          </a:p>
          <a:p>
            <a:pPr algn="ctr"/>
            <a:r>
              <a:rPr lang="en-US" sz="800" dirty="0" err="1">
                <a:solidFill>
                  <a:srgbClr val="0070C0"/>
                </a:solidFill>
              </a:rPr>
              <a:t>M.Umirzak</a:t>
            </a:r>
            <a:r>
              <a:rPr lang="en-US" sz="800" dirty="0">
                <a:solidFill>
                  <a:schemeClr val="tx1"/>
                </a:solidFill>
              </a:rPr>
              <a:t> </a:t>
            </a:r>
          </a:p>
        </p:txBody>
      </p:sp>
      <p:sp>
        <p:nvSpPr>
          <p:cNvPr id="28" name="Rectangle 27">
            <a:extLst>
              <a:ext uri="{FF2B5EF4-FFF2-40B4-BE49-F238E27FC236}">
                <a16:creationId xmlns:a16="http://schemas.microsoft.com/office/drawing/2014/main" id="{46C6125F-44B8-7A92-D6BA-6D9791CDAF12}"/>
              </a:ext>
            </a:extLst>
          </p:cNvPr>
          <p:cNvSpPr/>
          <p:nvPr/>
        </p:nvSpPr>
        <p:spPr>
          <a:xfrm>
            <a:off x="3372572" y="3952420"/>
            <a:ext cx="1671752" cy="5222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Incident Investigation Coordinator </a:t>
            </a:r>
          </a:p>
          <a:p>
            <a:pPr algn="ctr"/>
            <a:r>
              <a:rPr lang="en-US" sz="800" dirty="0">
                <a:solidFill>
                  <a:schemeClr val="tx1"/>
                </a:solidFill>
              </a:rPr>
              <a:t> DHK AT OFFC 178281 </a:t>
            </a:r>
            <a:r>
              <a:rPr lang="en-US" sz="800" dirty="0" err="1">
                <a:solidFill>
                  <a:srgbClr val="0070C0"/>
                </a:solidFill>
              </a:rPr>
              <a:t>D.Moldazhanov</a:t>
            </a:r>
            <a:endParaRPr lang="en-US" sz="800" dirty="0">
              <a:solidFill>
                <a:srgbClr val="0070C0"/>
              </a:solidFill>
            </a:endParaRPr>
          </a:p>
        </p:txBody>
      </p:sp>
      <p:sp>
        <p:nvSpPr>
          <p:cNvPr id="29" name="Rectangle 28">
            <a:extLst>
              <a:ext uri="{FF2B5EF4-FFF2-40B4-BE49-F238E27FC236}">
                <a16:creationId xmlns:a16="http://schemas.microsoft.com/office/drawing/2014/main" id="{517D86B0-BC78-E7F8-0DBC-7F20567DEABD}"/>
              </a:ext>
            </a:extLst>
          </p:cNvPr>
          <p:cNvSpPr/>
          <p:nvPr/>
        </p:nvSpPr>
        <p:spPr>
          <a:xfrm>
            <a:off x="5968701" y="1947177"/>
            <a:ext cx="1671752" cy="5222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Culture &amp; Training </a:t>
            </a:r>
          </a:p>
          <a:p>
            <a:pPr algn="ctr"/>
            <a:r>
              <a:rPr lang="en-US" sz="800" dirty="0">
                <a:solidFill>
                  <a:schemeClr val="tx1"/>
                </a:solidFill>
              </a:rPr>
              <a:t>Team Lead  DHK AT OFFC 178265 </a:t>
            </a:r>
            <a:r>
              <a:rPr lang="en-US" sz="800" dirty="0" err="1">
                <a:solidFill>
                  <a:srgbClr val="0070C0"/>
                </a:solidFill>
              </a:rPr>
              <a:t>Y.Tleuliyev</a:t>
            </a:r>
            <a:endParaRPr lang="en-US" sz="800" dirty="0">
              <a:solidFill>
                <a:srgbClr val="0070C0"/>
              </a:solidFill>
            </a:endParaRPr>
          </a:p>
        </p:txBody>
      </p:sp>
      <p:sp>
        <p:nvSpPr>
          <p:cNvPr id="31" name="Rectangle 30">
            <a:extLst>
              <a:ext uri="{FF2B5EF4-FFF2-40B4-BE49-F238E27FC236}">
                <a16:creationId xmlns:a16="http://schemas.microsoft.com/office/drawing/2014/main" id="{199232F7-CD40-D5B3-BB1D-4635314A29BD}"/>
              </a:ext>
            </a:extLst>
          </p:cNvPr>
          <p:cNvSpPr/>
          <p:nvPr/>
        </p:nvSpPr>
        <p:spPr>
          <a:xfrm>
            <a:off x="6046804" y="2501442"/>
            <a:ext cx="1671752" cy="88290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Training Advisor AT OFFC</a:t>
            </a:r>
          </a:p>
          <a:p>
            <a:pPr algn="ctr"/>
            <a:r>
              <a:rPr lang="en-US" sz="800" dirty="0">
                <a:solidFill>
                  <a:schemeClr val="tx1"/>
                </a:solidFill>
              </a:rPr>
              <a:t>COK 179321 </a:t>
            </a:r>
            <a:r>
              <a:rPr lang="en-US" sz="800" dirty="0" err="1">
                <a:solidFill>
                  <a:srgbClr val="0070C0"/>
                </a:solidFill>
              </a:rPr>
              <a:t>T.Khaiyr</a:t>
            </a:r>
            <a:endParaRPr lang="en-US" sz="800" dirty="0">
              <a:solidFill>
                <a:srgbClr val="0070C0"/>
              </a:solidFill>
            </a:endParaRPr>
          </a:p>
          <a:p>
            <a:pPr algn="ctr"/>
            <a:r>
              <a:rPr lang="en-US" sz="800" dirty="0">
                <a:solidFill>
                  <a:schemeClr val="tx1"/>
                </a:solidFill>
              </a:rPr>
              <a:t>COK 179322 </a:t>
            </a:r>
            <a:r>
              <a:rPr lang="en-US" sz="800" dirty="0" err="1">
                <a:solidFill>
                  <a:srgbClr val="0070C0"/>
                </a:solidFill>
              </a:rPr>
              <a:t>E.Akhmetzhan</a:t>
            </a:r>
            <a:endParaRPr lang="en-US" sz="800" dirty="0">
              <a:solidFill>
                <a:srgbClr val="0070C0"/>
              </a:solidFill>
            </a:endParaRPr>
          </a:p>
          <a:p>
            <a:pPr algn="ctr"/>
            <a:r>
              <a:rPr lang="en-US" sz="800" dirty="0">
                <a:solidFill>
                  <a:schemeClr val="tx1"/>
                </a:solidFill>
              </a:rPr>
              <a:t>COK 178269 </a:t>
            </a:r>
            <a:r>
              <a:rPr lang="en-US" sz="800" dirty="0" err="1">
                <a:solidFill>
                  <a:srgbClr val="0070C0"/>
                </a:solidFill>
              </a:rPr>
              <a:t>A.Akhmetgaliyev</a:t>
            </a:r>
            <a:endParaRPr lang="en-US" sz="800" dirty="0">
              <a:solidFill>
                <a:srgbClr val="0070C0"/>
              </a:solidFill>
            </a:endParaRPr>
          </a:p>
          <a:p>
            <a:pPr algn="ctr"/>
            <a:r>
              <a:rPr lang="en-US" sz="800" dirty="0">
                <a:solidFill>
                  <a:schemeClr val="tx1"/>
                </a:solidFill>
              </a:rPr>
              <a:t>COK 178270 </a:t>
            </a:r>
            <a:r>
              <a:rPr lang="en-US" sz="800" dirty="0" err="1">
                <a:solidFill>
                  <a:srgbClr val="0070C0"/>
                </a:solidFill>
              </a:rPr>
              <a:t>T.Mendygaliyev</a:t>
            </a:r>
            <a:r>
              <a:rPr lang="en-US" sz="800" dirty="0">
                <a:solidFill>
                  <a:schemeClr val="tx1"/>
                </a:solidFill>
              </a:rPr>
              <a:t> </a:t>
            </a:r>
          </a:p>
          <a:p>
            <a:pPr algn="ctr"/>
            <a:r>
              <a:rPr lang="en-US" sz="800" dirty="0">
                <a:solidFill>
                  <a:schemeClr val="tx1"/>
                </a:solidFill>
              </a:rPr>
              <a:t>2 Vacancy 178271, 178272</a:t>
            </a:r>
          </a:p>
          <a:p>
            <a:pPr algn="ctr"/>
            <a:endParaRPr lang="en-US" sz="800" b="1" dirty="0">
              <a:solidFill>
                <a:schemeClr val="tx1"/>
              </a:solidFill>
            </a:endParaRPr>
          </a:p>
        </p:txBody>
      </p:sp>
      <p:sp>
        <p:nvSpPr>
          <p:cNvPr id="32" name="Rectangle 31">
            <a:extLst>
              <a:ext uri="{FF2B5EF4-FFF2-40B4-BE49-F238E27FC236}">
                <a16:creationId xmlns:a16="http://schemas.microsoft.com/office/drawing/2014/main" id="{0989B025-D9A1-5411-00C5-E1B45E193962}"/>
              </a:ext>
            </a:extLst>
          </p:cNvPr>
          <p:cNvSpPr/>
          <p:nvPr/>
        </p:nvSpPr>
        <p:spPr>
          <a:xfrm>
            <a:off x="6067296" y="3895810"/>
            <a:ext cx="1671752" cy="41744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Data advisor </a:t>
            </a:r>
          </a:p>
          <a:p>
            <a:pPr algn="ctr"/>
            <a:r>
              <a:rPr lang="en-US" sz="800" dirty="0">
                <a:solidFill>
                  <a:schemeClr val="tx1"/>
                </a:solidFill>
              </a:rPr>
              <a:t>COK AT OFFC 178288 </a:t>
            </a:r>
          </a:p>
          <a:p>
            <a:pPr algn="ctr"/>
            <a:r>
              <a:rPr lang="en-US" sz="800" dirty="0" err="1">
                <a:solidFill>
                  <a:srgbClr val="0070C0"/>
                </a:solidFill>
              </a:rPr>
              <a:t>A.Temirova</a:t>
            </a:r>
            <a:endParaRPr lang="en-US" sz="800" dirty="0">
              <a:solidFill>
                <a:srgbClr val="0070C0"/>
              </a:solidFill>
            </a:endParaRPr>
          </a:p>
          <a:p>
            <a:pPr algn="ctr"/>
            <a:endParaRPr lang="en-US" sz="800" b="1" dirty="0">
              <a:solidFill>
                <a:schemeClr val="tx1"/>
              </a:solidFill>
            </a:endParaRPr>
          </a:p>
        </p:txBody>
      </p:sp>
      <p:sp>
        <p:nvSpPr>
          <p:cNvPr id="33" name="Rectangle 32">
            <a:extLst>
              <a:ext uri="{FF2B5EF4-FFF2-40B4-BE49-F238E27FC236}">
                <a16:creationId xmlns:a16="http://schemas.microsoft.com/office/drawing/2014/main" id="{4744E7ED-AF8E-5ED5-68FD-8CFC7A85E221}"/>
              </a:ext>
            </a:extLst>
          </p:cNvPr>
          <p:cNvSpPr/>
          <p:nvPr/>
        </p:nvSpPr>
        <p:spPr>
          <a:xfrm>
            <a:off x="6064015" y="3422090"/>
            <a:ext cx="1671752" cy="404799"/>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Training Coordinator </a:t>
            </a:r>
          </a:p>
          <a:p>
            <a:pPr algn="ctr"/>
            <a:r>
              <a:rPr lang="en-US" sz="800" dirty="0">
                <a:solidFill>
                  <a:schemeClr val="tx1"/>
                </a:solidFill>
              </a:rPr>
              <a:t>DHK AT OFFC 178268 </a:t>
            </a:r>
            <a:r>
              <a:rPr lang="en-US" sz="800" dirty="0" err="1">
                <a:solidFill>
                  <a:srgbClr val="0070C0"/>
                </a:solidFill>
              </a:rPr>
              <a:t>A.Tleumukhanov</a:t>
            </a:r>
            <a:endParaRPr lang="en-US" sz="800" dirty="0">
              <a:solidFill>
                <a:srgbClr val="0070C0"/>
              </a:solidFill>
            </a:endParaRPr>
          </a:p>
        </p:txBody>
      </p:sp>
      <p:sp>
        <p:nvSpPr>
          <p:cNvPr id="38" name="Rectangle 37">
            <a:extLst>
              <a:ext uri="{FF2B5EF4-FFF2-40B4-BE49-F238E27FC236}">
                <a16:creationId xmlns:a16="http://schemas.microsoft.com/office/drawing/2014/main" id="{54567ED3-DB2A-5BDD-B876-A01F5347137B}"/>
              </a:ext>
            </a:extLst>
          </p:cNvPr>
          <p:cNvSpPr/>
          <p:nvPr/>
        </p:nvSpPr>
        <p:spPr>
          <a:xfrm>
            <a:off x="5986724" y="4412637"/>
            <a:ext cx="1671752" cy="44879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Planning &amp; Assurance Team Lead DHK AT OFFC 178266</a:t>
            </a:r>
          </a:p>
          <a:p>
            <a:pPr algn="ctr"/>
            <a:r>
              <a:rPr lang="en-US" sz="800" dirty="0">
                <a:solidFill>
                  <a:srgbClr val="FF0000"/>
                </a:solidFill>
              </a:rPr>
              <a:t> </a:t>
            </a:r>
            <a:r>
              <a:rPr lang="en-US" sz="800" dirty="0" err="1">
                <a:solidFill>
                  <a:srgbClr val="0070C0"/>
                </a:solidFill>
              </a:rPr>
              <a:t>E.Bukayeva</a:t>
            </a:r>
            <a:endParaRPr lang="en-US" sz="800" dirty="0">
              <a:solidFill>
                <a:srgbClr val="0070C0"/>
              </a:solidFill>
            </a:endParaRPr>
          </a:p>
        </p:txBody>
      </p:sp>
      <p:sp>
        <p:nvSpPr>
          <p:cNvPr id="41" name="Rectangle 40">
            <a:extLst>
              <a:ext uri="{FF2B5EF4-FFF2-40B4-BE49-F238E27FC236}">
                <a16:creationId xmlns:a16="http://schemas.microsoft.com/office/drawing/2014/main" id="{1D675262-8C04-C6CB-7B2B-4B7DEDB20147}"/>
              </a:ext>
            </a:extLst>
          </p:cNvPr>
          <p:cNvSpPr/>
          <p:nvPr/>
        </p:nvSpPr>
        <p:spPr>
          <a:xfrm>
            <a:off x="6096000" y="4939275"/>
            <a:ext cx="1671752" cy="44879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Planning Coordinator </a:t>
            </a:r>
          </a:p>
          <a:p>
            <a:pPr algn="ctr"/>
            <a:r>
              <a:rPr lang="en-US" sz="800" dirty="0">
                <a:solidFill>
                  <a:schemeClr val="tx1"/>
                </a:solidFill>
              </a:rPr>
              <a:t>DHK AT OFFC 178277 </a:t>
            </a:r>
          </a:p>
          <a:p>
            <a:pPr algn="ctr"/>
            <a:r>
              <a:rPr lang="en-US" sz="800" dirty="0" err="1">
                <a:solidFill>
                  <a:srgbClr val="0070C0"/>
                </a:solidFill>
              </a:rPr>
              <a:t>Z.Nurgaliyev</a:t>
            </a:r>
            <a:endParaRPr lang="en-US" sz="800" dirty="0">
              <a:solidFill>
                <a:srgbClr val="0070C0"/>
              </a:solidFill>
            </a:endParaRPr>
          </a:p>
        </p:txBody>
      </p:sp>
      <p:sp>
        <p:nvSpPr>
          <p:cNvPr id="43" name="Rectangle 42">
            <a:extLst>
              <a:ext uri="{FF2B5EF4-FFF2-40B4-BE49-F238E27FC236}">
                <a16:creationId xmlns:a16="http://schemas.microsoft.com/office/drawing/2014/main" id="{EB59EFBF-B65F-A192-92A1-DADD213BE251}"/>
              </a:ext>
            </a:extLst>
          </p:cNvPr>
          <p:cNvSpPr/>
          <p:nvPr/>
        </p:nvSpPr>
        <p:spPr>
          <a:xfrm>
            <a:off x="3385540" y="5216674"/>
            <a:ext cx="1671752" cy="54479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Regulatory Support Coordinator </a:t>
            </a:r>
          </a:p>
          <a:p>
            <a:pPr algn="ctr"/>
            <a:r>
              <a:rPr lang="en-US" sz="800" dirty="0">
                <a:solidFill>
                  <a:schemeClr val="tx1"/>
                </a:solidFill>
              </a:rPr>
              <a:t> DHK AS OFFC 107639 </a:t>
            </a:r>
            <a:r>
              <a:rPr lang="en-US" sz="800" dirty="0" err="1">
                <a:solidFill>
                  <a:srgbClr val="0070C0"/>
                </a:solidFill>
              </a:rPr>
              <a:t>G.Nurpeissova</a:t>
            </a:r>
            <a:endParaRPr lang="en-US" sz="800" dirty="0">
              <a:solidFill>
                <a:srgbClr val="0070C0"/>
              </a:solidFill>
            </a:endParaRPr>
          </a:p>
        </p:txBody>
      </p:sp>
      <p:sp>
        <p:nvSpPr>
          <p:cNvPr id="47" name="Rectangle 46">
            <a:extLst>
              <a:ext uri="{FF2B5EF4-FFF2-40B4-BE49-F238E27FC236}">
                <a16:creationId xmlns:a16="http://schemas.microsoft.com/office/drawing/2014/main" id="{B1DD5C1A-5AD3-A576-8B17-286A33538A0A}"/>
              </a:ext>
            </a:extLst>
          </p:cNvPr>
          <p:cNvSpPr/>
          <p:nvPr/>
        </p:nvSpPr>
        <p:spPr>
          <a:xfrm>
            <a:off x="6096000" y="5487450"/>
            <a:ext cx="1671752" cy="54479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Planning and Assurance Coordinator </a:t>
            </a:r>
          </a:p>
          <a:p>
            <a:pPr algn="ctr"/>
            <a:r>
              <a:rPr lang="en-US" sz="800" dirty="0">
                <a:solidFill>
                  <a:schemeClr val="tx1"/>
                </a:solidFill>
              </a:rPr>
              <a:t>COK AT OFFC 178276</a:t>
            </a:r>
          </a:p>
          <a:p>
            <a:pPr algn="ctr"/>
            <a:r>
              <a:rPr lang="en-US" sz="800" dirty="0" err="1">
                <a:solidFill>
                  <a:srgbClr val="0070C0"/>
                </a:solidFill>
              </a:rPr>
              <a:t>A.Kuznetsov</a:t>
            </a:r>
            <a:r>
              <a:rPr lang="en-US" sz="800" dirty="0">
                <a:solidFill>
                  <a:srgbClr val="0070C0"/>
                </a:solidFill>
              </a:rPr>
              <a:t> (</a:t>
            </a:r>
            <a:r>
              <a:rPr lang="en-US" sz="800" dirty="0" err="1">
                <a:solidFill>
                  <a:srgbClr val="0070C0"/>
                </a:solidFill>
              </a:rPr>
              <a:t>A.Hashem</a:t>
            </a:r>
            <a:r>
              <a:rPr lang="en-US" sz="800" dirty="0">
                <a:solidFill>
                  <a:srgbClr val="0070C0"/>
                </a:solidFill>
              </a:rPr>
              <a:t> ML)</a:t>
            </a:r>
          </a:p>
        </p:txBody>
      </p:sp>
      <p:sp>
        <p:nvSpPr>
          <p:cNvPr id="48" name="Rectangle 47">
            <a:extLst>
              <a:ext uri="{FF2B5EF4-FFF2-40B4-BE49-F238E27FC236}">
                <a16:creationId xmlns:a16="http://schemas.microsoft.com/office/drawing/2014/main" id="{B5D70D8F-10C3-EB8C-0303-2EF1F39F9BFD}"/>
              </a:ext>
            </a:extLst>
          </p:cNvPr>
          <p:cNvSpPr/>
          <p:nvPr/>
        </p:nvSpPr>
        <p:spPr>
          <a:xfrm>
            <a:off x="3385540" y="5879990"/>
            <a:ext cx="1671752" cy="477563"/>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Compliance Advisor </a:t>
            </a:r>
          </a:p>
          <a:p>
            <a:pPr algn="ctr"/>
            <a:r>
              <a:rPr lang="en-US" sz="800" dirty="0">
                <a:solidFill>
                  <a:schemeClr val="tx1"/>
                </a:solidFill>
              </a:rPr>
              <a:t>DHK AT OFFC 178284/178285</a:t>
            </a:r>
          </a:p>
          <a:p>
            <a:pPr algn="ctr"/>
            <a:r>
              <a:rPr lang="en-US" sz="800" dirty="0" err="1">
                <a:solidFill>
                  <a:srgbClr val="0070C0"/>
                </a:solidFill>
              </a:rPr>
              <a:t>A.Murzagaliyeva</a:t>
            </a:r>
            <a:r>
              <a:rPr lang="en-US" sz="800" dirty="0">
                <a:solidFill>
                  <a:srgbClr val="2ABDF2"/>
                </a:solidFill>
              </a:rPr>
              <a:t> / </a:t>
            </a:r>
            <a:r>
              <a:rPr lang="en-US" sz="800" dirty="0" err="1">
                <a:solidFill>
                  <a:srgbClr val="0070C0"/>
                </a:solidFill>
              </a:rPr>
              <a:t>T.Fillipova</a:t>
            </a:r>
            <a:endParaRPr lang="en-US" sz="800" dirty="0">
              <a:solidFill>
                <a:srgbClr val="0070C0"/>
              </a:solidFill>
            </a:endParaRPr>
          </a:p>
        </p:txBody>
      </p:sp>
      <p:sp>
        <p:nvSpPr>
          <p:cNvPr id="50" name="Rectangle 49">
            <a:extLst>
              <a:ext uri="{FF2B5EF4-FFF2-40B4-BE49-F238E27FC236}">
                <a16:creationId xmlns:a16="http://schemas.microsoft.com/office/drawing/2014/main" id="{592971B4-8720-4763-A3C2-976A0F1CB583}"/>
              </a:ext>
            </a:extLst>
          </p:cNvPr>
          <p:cNvSpPr/>
          <p:nvPr/>
        </p:nvSpPr>
        <p:spPr>
          <a:xfrm>
            <a:off x="8480990" y="3207667"/>
            <a:ext cx="1770602" cy="39943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Safety Team Lead (FM, SIP &amp;ITM)</a:t>
            </a:r>
          </a:p>
          <a:p>
            <a:pPr algn="ctr"/>
            <a:r>
              <a:rPr lang="en-US" sz="800" dirty="0">
                <a:solidFill>
                  <a:schemeClr val="tx1"/>
                </a:solidFill>
              </a:rPr>
              <a:t>DHK AT OFFC 100647 </a:t>
            </a:r>
          </a:p>
          <a:p>
            <a:pPr algn="ctr"/>
            <a:r>
              <a:rPr lang="en-US" sz="800" dirty="0" err="1">
                <a:solidFill>
                  <a:srgbClr val="0070C0"/>
                </a:solidFill>
              </a:rPr>
              <a:t>A.Karazhanova</a:t>
            </a:r>
            <a:endParaRPr lang="en-US" sz="800" dirty="0">
              <a:solidFill>
                <a:srgbClr val="0070C0"/>
              </a:solidFill>
            </a:endParaRPr>
          </a:p>
          <a:p>
            <a:pPr algn="ctr"/>
            <a:endParaRPr lang="en-US" sz="800" b="1" dirty="0">
              <a:solidFill>
                <a:schemeClr val="tx1"/>
              </a:solidFill>
            </a:endParaRPr>
          </a:p>
        </p:txBody>
      </p:sp>
      <p:sp>
        <p:nvSpPr>
          <p:cNvPr id="51" name="Rectangle 50">
            <a:extLst>
              <a:ext uri="{FF2B5EF4-FFF2-40B4-BE49-F238E27FC236}">
                <a16:creationId xmlns:a16="http://schemas.microsoft.com/office/drawing/2014/main" id="{4323FCE2-0DFE-8051-AE89-641A9993310B}"/>
              </a:ext>
            </a:extLst>
          </p:cNvPr>
          <p:cNvSpPr/>
          <p:nvPr/>
        </p:nvSpPr>
        <p:spPr>
          <a:xfrm>
            <a:off x="8642933" y="3682904"/>
            <a:ext cx="1836808" cy="5222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750" dirty="0">
                <a:solidFill>
                  <a:schemeClr val="tx1"/>
                </a:solidFill>
              </a:rPr>
              <a:t>Safety Engineer </a:t>
            </a:r>
          </a:p>
          <a:p>
            <a:pPr algn="ctr"/>
            <a:r>
              <a:rPr lang="en-US" sz="750" dirty="0">
                <a:solidFill>
                  <a:schemeClr val="tx1"/>
                </a:solidFill>
              </a:rPr>
              <a:t>COK AK OFFC 179277 </a:t>
            </a:r>
            <a:r>
              <a:rPr lang="en-US" sz="750" dirty="0" err="1">
                <a:solidFill>
                  <a:srgbClr val="0070C0"/>
                </a:solidFill>
              </a:rPr>
              <a:t>B.Temirgaliyeva</a:t>
            </a:r>
            <a:endParaRPr lang="en-US" sz="750" dirty="0">
              <a:solidFill>
                <a:srgbClr val="0070C0"/>
              </a:solidFill>
            </a:endParaRPr>
          </a:p>
          <a:p>
            <a:pPr algn="ctr"/>
            <a:r>
              <a:rPr lang="en-US" sz="750" dirty="0">
                <a:solidFill>
                  <a:schemeClr val="tx1"/>
                </a:solidFill>
              </a:rPr>
              <a:t>COK AT OFFC 109952 </a:t>
            </a:r>
            <a:r>
              <a:rPr lang="en-US" sz="750" dirty="0" err="1">
                <a:solidFill>
                  <a:srgbClr val="0070C0"/>
                </a:solidFill>
              </a:rPr>
              <a:t>A.Bakirov</a:t>
            </a:r>
            <a:endParaRPr lang="en-US" sz="750" dirty="0">
              <a:solidFill>
                <a:srgbClr val="0070C0"/>
              </a:solidFill>
            </a:endParaRPr>
          </a:p>
          <a:p>
            <a:pPr algn="ctr"/>
            <a:r>
              <a:rPr lang="en-US" sz="750" dirty="0">
                <a:solidFill>
                  <a:schemeClr val="tx1"/>
                </a:solidFill>
              </a:rPr>
              <a:t>COK AT OFFC 178705 </a:t>
            </a:r>
            <a:r>
              <a:rPr lang="en-US" sz="750" dirty="0" err="1">
                <a:solidFill>
                  <a:srgbClr val="0070C0"/>
                </a:solidFill>
              </a:rPr>
              <a:t>R.Dyuskaliyev</a:t>
            </a:r>
            <a:endParaRPr lang="en-US" sz="750" dirty="0">
              <a:solidFill>
                <a:srgbClr val="0070C0"/>
              </a:solidFill>
            </a:endParaRPr>
          </a:p>
          <a:p>
            <a:pPr algn="ctr"/>
            <a:endParaRPr lang="en-US" sz="800" b="1" dirty="0">
              <a:solidFill>
                <a:schemeClr val="tx1"/>
              </a:solidFill>
            </a:endParaRPr>
          </a:p>
        </p:txBody>
      </p:sp>
      <p:sp>
        <p:nvSpPr>
          <p:cNvPr id="52" name="Rectangle 51">
            <a:extLst>
              <a:ext uri="{FF2B5EF4-FFF2-40B4-BE49-F238E27FC236}">
                <a16:creationId xmlns:a16="http://schemas.microsoft.com/office/drawing/2014/main" id="{237C7FFF-B7BA-F2F1-1F4D-5D59AD3D4ADD}"/>
              </a:ext>
            </a:extLst>
          </p:cNvPr>
          <p:cNvSpPr/>
          <p:nvPr/>
        </p:nvSpPr>
        <p:spPr>
          <a:xfrm>
            <a:off x="8480990" y="4280919"/>
            <a:ext cx="1770602" cy="39943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Operations Safety Team Lead</a:t>
            </a:r>
          </a:p>
          <a:p>
            <a:pPr algn="ctr"/>
            <a:r>
              <a:rPr lang="en-US" sz="800" dirty="0">
                <a:solidFill>
                  <a:schemeClr val="tx1"/>
                </a:solidFill>
              </a:rPr>
              <a:t>DHK AT OFFC 178290 </a:t>
            </a:r>
          </a:p>
          <a:p>
            <a:pPr algn="ctr"/>
            <a:r>
              <a:rPr lang="en-US" sz="800" dirty="0" err="1">
                <a:solidFill>
                  <a:srgbClr val="0070C0"/>
                </a:solidFill>
              </a:rPr>
              <a:t>N.Tuleushaliyev</a:t>
            </a:r>
            <a:endParaRPr lang="en-US" sz="800" dirty="0">
              <a:solidFill>
                <a:srgbClr val="0070C0"/>
              </a:solidFill>
            </a:endParaRPr>
          </a:p>
        </p:txBody>
      </p:sp>
      <p:sp>
        <p:nvSpPr>
          <p:cNvPr id="53" name="Rectangle 52">
            <a:extLst>
              <a:ext uri="{FF2B5EF4-FFF2-40B4-BE49-F238E27FC236}">
                <a16:creationId xmlns:a16="http://schemas.microsoft.com/office/drawing/2014/main" id="{5152E923-E489-A730-DE7F-372653466AFB}"/>
              </a:ext>
            </a:extLst>
          </p:cNvPr>
          <p:cNvSpPr/>
          <p:nvPr/>
        </p:nvSpPr>
        <p:spPr>
          <a:xfrm>
            <a:off x="8642933" y="4771253"/>
            <a:ext cx="1770602" cy="39943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Operations Safety Engineer </a:t>
            </a:r>
          </a:p>
          <a:p>
            <a:pPr algn="ctr"/>
            <a:r>
              <a:rPr lang="en-US" sz="800" dirty="0">
                <a:solidFill>
                  <a:schemeClr val="tx1"/>
                </a:solidFill>
              </a:rPr>
              <a:t>DHK AT OFFC 105657</a:t>
            </a:r>
          </a:p>
          <a:p>
            <a:pPr algn="ctr"/>
            <a:r>
              <a:rPr lang="en-US" sz="800" dirty="0">
                <a:solidFill>
                  <a:schemeClr val="tx1"/>
                </a:solidFill>
              </a:rPr>
              <a:t> </a:t>
            </a:r>
            <a:r>
              <a:rPr lang="en-US" sz="800" dirty="0" err="1">
                <a:solidFill>
                  <a:srgbClr val="0070C0"/>
                </a:solidFill>
              </a:rPr>
              <a:t>N.Suleimenov</a:t>
            </a:r>
            <a:endParaRPr lang="en-US" sz="800" dirty="0">
              <a:solidFill>
                <a:srgbClr val="0070C0"/>
              </a:solidFill>
            </a:endParaRPr>
          </a:p>
        </p:txBody>
      </p:sp>
      <p:sp>
        <p:nvSpPr>
          <p:cNvPr id="55" name="Rectangle 54">
            <a:extLst>
              <a:ext uri="{FF2B5EF4-FFF2-40B4-BE49-F238E27FC236}">
                <a16:creationId xmlns:a16="http://schemas.microsoft.com/office/drawing/2014/main" id="{5A81A368-22BE-E3FB-3B12-3ABAADC5FE86}"/>
              </a:ext>
            </a:extLst>
          </p:cNvPr>
          <p:cNvSpPr/>
          <p:nvPr/>
        </p:nvSpPr>
        <p:spPr>
          <a:xfrm>
            <a:off x="8642933" y="5250631"/>
            <a:ext cx="1770602" cy="39943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Contract </a:t>
            </a:r>
            <a:r>
              <a:rPr lang="en-US" sz="800" err="1">
                <a:solidFill>
                  <a:srgbClr val="0070C0"/>
                </a:solidFill>
              </a:rPr>
              <a:t>Mng</a:t>
            </a:r>
            <a:r>
              <a:rPr lang="en-US" sz="800">
                <a:solidFill>
                  <a:srgbClr val="0070C0"/>
                </a:solidFill>
              </a:rPr>
              <a:t>. Lea</a:t>
            </a:r>
            <a:r>
              <a:rPr lang="en-US" sz="800">
                <a:solidFill>
                  <a:schemeClr val="tx1"/>
                </a:solidFill>
              </a:rPr>
              <a:t>d </a:t>
            </a:r>
            <a:endParaRPr lang="en-US" sz="800" dirty="0">
              <a:solidFill>
                <a:schemeClr val="tx1"/>
              </a:solidFill>
            </a:endParaRPr>
          </a:p>
          <a:p>
            <a:pPr algn="ctr"/>
            <a:r>
              <a:rPr lang="en-US" sz="800" dirty="0">
                <a:solidFill>
                  <a:schemeClr val="tx1"/>
                </a:solidFill>
              </a:rPr>
              <a:t>DHK AT OFFC 178295 </a:t>
            </a:r>
          </a:p>
          <a:p>
            <a:pPr algn="ctr"/>
            <a:r>
              <a:rPr lang="en-US" sz="800" dirty="0" err="1">
                <a:solidFill>
                  <a:srgbClr val="0070C0"/>
                </a:solidFill>
              </a:rPr>
              <a:t>G.Satbayeva</a:t>
            </a:r>
            <a:endParaRPr lang="en-US" sz="800" dirty="0">
              <a:solidFill>
                <a:srgbClr val="0070C0"/>
              </a:solidFill>
            </a:endParaRPr>
          </a:p>
        </p:txBody>
      </p:sp>
      <p:sp>
        <p:nvSpPr>
          <p:cNvPr id="57" name="Rectangle 56">
            <a:extLst>
              <a:ext uri="{FF2B5EF4-FFF2-40B4-BE49-F238E27FC236}">
                <a16:creationId xmlns:a16="http://schemas.microsoft.com/office/drawing/2014/main" id="{F3F2D71E-BC12-DD02-2283-5F334CEF9A79}"/>
              </a:ext>
            </a:extLst>
          </p:cNvPr>
          <p:cNvSpPr/>
          <p:nvPr/>
        </p:nvSpPr>
        <p:spPr>
          <a:xfrm>
            <a:off x="8642933" y="5739555"/>
            <a:ext cx="1770602" cy="39943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Contract </a:t>
            </a:r>
            <a:r>
              <a:rPr lang="en-US" sz="800" err="1">
                <a:solidFill>
                  <a:srgbClr val="0070C0"/>
                </a:solidFill>
              </a:rPr>
              <a:t>Mng</a:t>
            </a:r>
            <a:r>
              <a:rPr lang="en-US" sz="800">
                <a:solidFill>
                  <a:srgbClr val="0070C0"/>
                </a:solidFill>
              </a:rPr>
              <a:t>. Adviso</a:t>
            </a:r>
            <a:r>
              <a:rPr lang="en-US" sz="800">
                <a:solidFill>
                  <a:schemeClr val="tx1"/>
                </a:solidFill>
              </a:rPr>
              <a:t>r </a:t>
            </a:r>
            <a:endParaRPr lang="en-US" sz="800" dirty="0">
              <a:solidFill>
                <a:schemeClr val="tx1"/>
              </a:solidFill>
            </a:endParaRPr>
          </a:p>
          <a:p>
            <a:pPr algn="ctr"/>
            <a:r>
              <a:rPr lang="en-US" sz="800" dirty="0">
                <a:solidFill>
                  <a:schemeClr val="tx1"/>
                </a:solidFill>
              </a:rPr>
              <a:t>DHK AT OFFC 178296 </a:t>
            </a:r>
          </a:p>
          <a:p>
            <a:pPr algn="ctr"/>
            <a:r>
              <a:rPr lang="en-US" sz="800" dirty="0" err="1">
                <a:solidFill>
                  <a:srgbClr val="0070C0"/>
                </a:solidFill>
              </a:rPr>
              <a:t>Z.Bakhatkaliyeva</a:t>
            </a:r>
            <a:endParaRPr lang="en-US" sz="800" dirty="0">
              <a:solidFill>
                <a:srgbClr val="0070C0"/>
              </a:solidFill>
            </a:endParaRPr>
          </a:p>
        </p:txBody>
      </p:sp>
      <p:sp>
        <p:nvSpPr>
          <p:cNvPr id="58" name="Rectangle 57">
            <a:extLst>
              <a:ext uri="{FF2B5EF4-FFF2-40B4-BE49-F238E27FC236}">
                <a16:creationId xmlns:a16="http://schemas.microsoft.com/office/drawing/2014/main" id="{31AE7A89-F220-8C64-BDE1-38CE107B190E}"/>
              </a:ext>
            </a:extLst>
          </p:cNvPr>
          <p:cNvSpPr/>
          <p:nvPr/>
        </p:nvSpPr>
        <p:spPr>
          <a:xfrm>
            <a:off x="8480990" y="6241549"/>
            <a:ext cx="1770602" cy="39943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Technical Safety Engineering Lead Engineer </a:t>
            </a:r>
          </a:p>
          <a:p>
            <a:pPr algn="ctr"/>
            <a:r>
              <a:rPr lang="en-US" sz="800" dirty="0">
                <a:solidFill>
                  <a:schemeClr val="tx1"/>
                </a:solidFill>
              </a:rPr>
              <a:t>SEC AT OFFC 178824 </a:t>
            </a:r>
            <a:r>
              <a:rPr lang="en-US" sz="800" dirty="0" err="1">
                <a:solidFill>
                  <a:srgbClr val="0070C0"/>
                </a:solidFill>
              </a:rPr>
              <a:t>S.Roy</a:t>
            </a:r>
            <a:endParaRPr lang="en-US" sz="800" dirty="0">
              <a:solidFill>
                <a:srgbClr val="0070C0"/>
              </a:solidFill>
            </a:endParaRPr>
          </a:p>
        </p:txBody>
      </p:sp>
      <p:sp>
        <p:nvSpPr>
          <p:cNvPr id="59" name="Rectangle 58">
            <a:extLst>
              <a:ext uri="{FF2B5EF4-FFF2-40B4-BE49-F238E27FC236}">
                <a16:creationId xmlns:a16="http://schemas.microsoft.com/office/drawing/2014/main" id="{89C80AC9-53D5-C465-2259-B8682755DA73}"/>
              </a:ext>
            </a:extLst>
          </p:cNvPr>
          <p:cNvSpPr/>
          <p:nvPr/>
        </p:nvSpPr>
        <p:spPr>
          <a:xfrm>
            <a:off x="260551" y="4858240"/>
            <a:ext cx="1770602" cy="600555"/>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Duty Emergency Coordinator COK/DHK AT SHIFT 109947/108015</a:t>
            </a:r>
          </a:p>
          <a:p>
            <a:pPr algn="ctr"/>
            <a:r>
              <a:rPr lang="en-US" sz="800" dirty="0" err="1">
                <a:solidFill>
                  <a:srgbClr val="0070C0"/>
                </a:solidFill>
              </a:rPr>
              <a:t>G.Nabidullin</a:t>
            </a:r>
            <a:r>
              <a:rPr lang="en-US" sz="800" dirty="0">
                <a:solidFill>
                  <a:srgbClr val="2ABDF2"/>
                </a:solidFill>
              </a:rPr>
              <a:t> / </a:t>
            </a:r>
            <a:r>
              <a:rPr lang="en-US" sz="800" dirty="0" err="1">
                <a:solidFill>
                  <a:srgbClr val="0070C0"/>
                </a:solidFill>
              </a:rPr>
              <a:t>Y.Kabdualiyev</a:t>
            </a:r>
            <a:endParaRPr lang="en-US" sz="800" dirty="0">
              <a:solidFill>
                <a:srgbClr val="0070C0"/>
              </a:solidFill>
            </a:endParaRPr>
          </a:p>
        </p:txBody>
      </p:sp>
      <p:cxnSp>
        <p:nvCxnSpPr>
          <p:cNvPr id="60" name="Connector: Elbow 59">
            <a:extLst>
              <a:ext uri="{FF2B5EF4-FFF2-40B4-BE49-F238E27FC236}">
                <a16:creationId xmlns:a16="http://schemas.microsoft.com/office/drawing/2014/main" id="{1A26BABF-0A58-EB88-533F-5D57F04305DE}"/>
              </a:ext>
            </a:extLst>
          </p:cNvPr>
          <p:cNvCxnSpPr>
            <a:cxnSpLocks/>
            <a:stCxn id="46" idx="2"/>
            <a:endCxn id="59" idx="3"/>
          </p:cNvCxnSpPr>
          <p:nvPr/>
        </p:nvCxnSpPr>
        <p:spPr>
          <a:xfrm rot="5400000">
            <a:off x="467815" y="3340919"/>
            <a:ext cx="3380937" cy="25426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63" name="Connector: Elbow 62">
            <a:extLst>
              <a:ext uri="{FF2B5EF4-FFF2-40B4-BE49-F238E27FC236}">
                <a16:creationId xmlns:a16="http://schemas.microsoft.com/office/drawing/2014/main" id="{9CC7B18D-1423-2754-C3CA-ABD41494B9BB}"/>
              </a:ext>
            </a:extLst>
          </p:cNvPr>
          <p:cNvCxnSpPr>
            <a:cxnSpLocks/>
          </p:cNvCxnSpPr>
          <p:nvPr/>
        </p:nvCxnSpPr>
        <p:spPr>
          <a:xfrm rot="16200000" flipH="1">
            <a:off x="4367521" y="2982529"/>
            <a:ext cx="2985518" cy="288741"/>
          </a:xfrm>
          <a:prstGeom prst="bentConnector3">
            <a:avLst>
              <a:gd name="adj1" fmla="val 99845"/>
            </a:avLst>
          </a:prstGeom>
        </p:spPr>
        <p:style>
          <a:lnRef idx="2">
            <a:schemeClr val="accent1"/>
          </a:lnRef>
          <a:fillRef idx="0">
            <a:schemeClr val="accent1"/>
          </a:fillRef>
          <a:effectRef idx="1">
            <a:schemeClr val="accent1"/>
          </a:effectRef>
          <a:fontRef idx="minor">
            <a:schemeClr val="tx1"/>
          </a:fontRef>
        </p:style>
      </p:cxnSp>
      <p:cxnSp>
        <p:nvCxnSpPr>
          <p:cNvPr id="69" name="Connector: Elbow 68">
            <a:extLst>
              <a:ext uri="{FF2B5EF4-FFF2-40B4-BE49-F238E27FC236}">
                <a16:creationId xmlns:a16="http://schemas.microsoft.com/office/drawing/2014/main" id="{F2B2E8EB-8F9A-7CDF-51AB-FD6488073253}"/>
              </a:ext>
            </a:extLst>
          </p:cNvPr>
          <p:cNvCxnSpPr>
            <a:cxnSpLocks/>
            <a:endCxn id="29" idx="1"/>
          </p:cNvCxnSpPr>
          <p:nvPr/>
        </p:nvCxnSpPr>
        <p:spPr>
          <a:xfrm rot="16200000" flipH="1">
            <a:off x="5546405" y="1785987"/>
            <a:ext cx="597046" cy="247546"/>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74" name="Connector: Elbow 73">
            <a:extLst>
              <a:ext uri="{FF2B5EF4-FFF2-40B4-BE49-F238E27FC236}">
                <a16:creationId xmlns:a16="http://schemas.microsoft.com/office/drawing/2014/main" id="{1BC01819-C477-F990-645A-CCAD150DC516}"/>
              </a:ext>
            </a:extLst>
          </p:cNvPr>
          <p:cNvCxnSpPr>
            <a:cxnSpLocks/>
            <a:endCxn id="9" idx="3"/>
          </p:cNvCxnSpPr>
          <p:nvPr/>
        </p:nvCxnSpPr>
        <p:spPr>
          <a:xfrm rot="5400000">
            <a:off x="5278263" y="1765391"/>
            <a:ext cx="597045" cy="28873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80" name="Connector: Elbow 79">
            <a:extLst>
              <a:ext uri="{FF2B5EF4-FFF2-40B4-BE49-F238E27FC236}">
                <a16:creationId xmlns:a16="http://schemas.microsoft.com/office/drawing/2014/main" id="{3AA36679-B063-930B-8CB5-98EC0AC124F2}"/>
              </a:ext>
            </a:extLst>
          </p:cNvPr>
          <p:cNvCxnSpPr>
            <a:cxnSpLocks/>
            <a:endCxn id="27" idx="3"/>
          </p:cNvCxnSpPr>
          <p:nvPr/>
        </p:nvCxnSpPr>
        <p:spPr>
          <a:xfrm rot="5400000">
            <a:off x="4609670" y="2437974"/>
            <a:ext cx="1937759" cy="292265"/>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87" name="Connector: Elbow 86">
            <a:extLst>
              <a:ext uri="{FF2B5EF4-FFF2-40B4-BE49-F238E27FC236}">
                <a16:creationId xmlns:a16="http://schemas.microsoft.com/office/drawing/2014/main" id="{B48D24D1-254D-DEB1-29A2-E6C69208D654}"/>
              </a:ext>
            </a:extLst>
          </p:cNvPr>
          <p:cNvCxnSpPr>
            <a:cxnSpLocks/>
            <a:endCxn id="31" idx="1"/>
          </p:cNvCxnSpPr>
          <p:nvPr/>
        </p:nvCxnSpPr>
        <p:spPr>
          <a:xfrm rot="16200000" flipH="1">
            <a:off x="5782521" y="2678610"/>
            <a:ext cx="473506" cy="5506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94" name="Connector: Elbow 93">
            <a:extLst>
              <a:ext uri="{FF2B5EF4-FFF2-40B4-BE49-F238E27FC236}">
                <a16:creationId xmlns:a16="http://schemas.microsoft.com/office/drawing/2014/main" id="{F652B98A-5013-B417-C49E-D214EB2878B1}"/>
              </a:ext>
            </a:extLst>
          </p:cNvPr>
          <p:cNvCxnSpPr>
            <a:cxnSpLocks/>
            <a:endCxn id="33" idx="1"/>
          </p:cNvCxnSpPr>
          <p:nvPr/>
        </p:nvCxnSpPr>
        <p:spPr>
          <a:xfrm rot="16200000" flipH="1">
            <a:off x="5653635" y="3214110"/>
            <a:ext cx="748488" cy="72272"/>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96" name="Connector: Elbow 95">
            <a:extLst>
              <a:ext uri="{FF2B5EF4-FFF2-40B4-BE49-F238E27FC236}">
                <a16:creationId xmlns:a16="http://schemas.microsoft.com/office/drawing/2014/main" id="{C5E084B2-72CA-C53C-9FE7-7C7F4CA6566A}"/>
              </a:ext>
            </a:extLst>
          </p:cNvPr>
          <p:cNvCxnSpPr>
            <a:cxnSpLocks/>
            <a:endCxn id="32" idx="1"/>
          </p:cNvCxnSpPr>
          <p:nvPr/>
        </p:nvCxnSpPr>
        <p:spPr>
          <a:xfrm rot="16200000" flipH="1">
            <a:off x="5685090" y="3722326"/>
            <a:ext cx="686850" cy="77562"/>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99" name="Connector: Elbow 98">
            <a:extLst>
              <a:ext uri="{FF2B5EF4-FFF2-40B4-BE49-F238E27FC236}">
                <a16:creationId xmlns:a16="http://schemas.microsoft.com/office/drawing/2014/main" id="{6C343D43-49DE-BCD4-5DE9-D270139D7B14}"/>
              </a:ext>
            </a:extLst>
          </p:cNvPr>
          <p:cNvCxnSpPr>
            <a:cxnSpLocks/>
            <a:endCxn id="41" idx="1"/>
          </p:cNvCxnSpPr>
          <p:nvPr/>
        </p:nvCxnSpPr>
        <p:spPr>
          <a:xfrm rot="16200000" flipH="1">
            <a:off x="5911725" y="4979396"/>
            <a:ext cx="300428" cy="68122"/>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17" name="Connector: Elbow 116">
            <a:extLst>
              <a:ext uri="{FF2B5EF4-FFF2-40B4-BE49-F238E27FC236}">
                <a16:creationId xmlns:a16="http://schemas.microsoft.com/office/drawing/2014/main" id="{F2507231-C648-0F4D-DA23-92D65B1AC28B}"/>
              </a:ext>
            </a:extLst>
          </p:cNvPr>
          <p:cNvCxnSpPr>
            <a:cxnSpLocks/>
            <a:endCxn id="11" idx="3"/>
          </p:cNvCxnSpPr>
          <p:nvPr/>
        </p:nvCxnSpPr>
        <p:spPr>
          <a:xfrm rot="5400000">
            <a:off x="4983990" y="2529722"/>
            <a:ext cx="399435" cy="278766"/>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21" name="Connector: Elbow 120">
            <a:extLst>
              <a:ext uri="{FF2B5EF4-FFF2-40B4-BE49-F238E27FC236}">
                <a16:creationId xmlns:a16="http://schemas.microsoft.com/office/drawing/2014/main" id="{731B48DA-7B36-DFF4-EAFF-A86CD4A314E6}"/>
              </a:ext>
            </a:extLst>
          </p:cNvPr>
          <p:cNvCxnSpPr>
            <a:cxnSpLocks/>
            <a:endCxn id="28" idx="3"/>
          </p:cNvCxnSpPr>
          <p:nvPr/>
        </p:nvCxnSpPr>
        <p:spPr>
          <a:xfrm rot="5400000">
            <a:off x="4969875" y="3887169"/>
            <a:ext cx="400806" cy="25190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23" name="Connector: Elbow 122">
            <a:extLst>
              <a:ext uri="{FF2B5EF4-FFF2-40B4-BE49-F238E27FC236}">
                <a16:creationId xmlns:a16="http://schemas.microsoft.com/office/drawing/2014/main" id="{3AD2C7C2-9AE0-1B2A-8AF3-33C2731AAE7A}"/>
              </a:ext>
            </a:extLst>
          </p:cNvPr>
          <p:cNvCxnSpPr>
            <a:cxnSpLocks/>
            <a:endCxn id="36" idx="1"/>
          </p:cNvCxnSpPr>
          <p:nvPr/>
        </p:nvCxnSpPr>
        <p:spPr>
          <a:xfrm rot="16200000" flipH="1">
            <a:off x="8220448" y="1685451"/>
            <a:ext cx="301720" cy="163244"/>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25" name="Connector: Elbow 124">
            <a:extLst>
              <a:ext uri="{FF2B5EF4-FFF2-40B4-BE49-F238E27FC236}">
                <a16:creationId xmlns:a16="http://schemas.microsoft.com/office/drawing/2014/main" id="{E6169416-0F1D-81DC-B4C9-C8DCAC45A46F}"/>
              </a:ext>
            </a:extLst>
          </p:cNvPr>
          <p:cNvCxnSpPr>
            <a:cxnSpLocks/>
            <a:endCxn id="50" idx="1"/>
          </p:cNvCxnSpPr>
          <p:nvPr/>
        </p:nvCxnSpPr>
        <p:spPr>
          <a:xfrm rot="16200000" flipH="1">
            <a:off x="7625197" y="2551591"/>
            <a:ext cx="1520282" cy="191304"/>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28" name="Connector: Elbow 127">
            <a:extLst>
              <a:ext uri="{FF2B5EF4-FFF2-40B4-BE49-F238E27FC236}">
                <a16:creationId xmlns:a16="http://schemas.microsoft.com/office/drawing/2014/main" id="{0372E3A7-9F45-D015-A61F-B37215C54272}"/>
              </a:ext>
            </a:extLst>
          </p:cNvPr>
          <p:cNvCxnSpPr>
            <a:cxnSpLocks/>
            <a:endCxn id="52" idx="1"/>
          </p:cNvCxnSpPr>
          <p:nvPr/>
        </p:nvCxnSpPr>
        <p:spPr>
          <a:xfrm rot="16200000" flipH="1">
            <a:off x="7806597" y="3806243"/>
            <a:ext cx="1157482" cy="191304"/>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30" name="Connector: Elbow 129">
            <a:extLst>
              <a:ext uri="{FF2B5EF4-FFF2-40B4-BE49-F238E27FC236}">
                <a16:creationId xmlns:a16="http://schemas.microsoft.com/office/drawing/2014/main" id="{81C2344E-C8C6-263F-A8C2-FB17D7EFEECA}"/>
              </a:ext>
            </a:extLst>
          </p:cNvPr>
          <p:cNvCxnSpPr>
            <a:cxnSpLocks/>
            <a:endCxn id="58" idx="1"/>
          </p:cNvCxnSpPr>
          <p:nvPr/>
        </p:nvCxnSpPr>
        <p:spPr>
          <a:xfrm rot="16200000" flipH="1">
            <a:off x="7370521" y="5330797"/>
            <a:ext cx="2029634" cy="191304"/>
          </a:xfrm>
          <a:prstGeom prst="bentConnector2">
            <a:avLst/>
          </a:prstGeom>
        </p:spPr>
        <p:style>
          <a:lnRef idx="2">
            <a:schemeClr val="accent1"/>
          </a:lnRef>
          <a:fillRef idx="0">
            <a:schemeClr val="accent1"/>
          </a:fillRef>
          <a:effectRef idx="1">
            <a:schemeClr val="accent1"/>
          </a:effectRef>
          <a:fontRef idx="minor">
            <a:schemeClr val="tx1"/>
          </a:fontRef>
        </p:style>
      </p:cxnSp>
      <p:grpSp>
        <p:nvGrpSpPr>
          <p:cNvPr id="136" name="Group 135">
            <a:extLst>
              <a:ext uri="{FF2B5EF4-FFF2-40B4-BE49-F238E27FC236}">
                <a16:creationId xmlns:a16="http://schemas.microsoft.com/office/drawing/2014/main" id="{ACD6CB39-953C-7E09-CDE7-2FE89189F810}"/>
              </a:ext>
            </a:extLst>
          </p:cNvPr>
          <p:cNvGrpSpPr/>
          <p:nvPr/>
        </p:nvGrpSpPr>
        <p:grpSpPr>
          <a:xfrm>
            <a:off x="8497903" y="4690667"/>
            <a:ext cx="145030" cy="1180209"/>
            <a:chOff x="6138853" y="4868719"/>
            <a:chExt cx="145030" cy="1180209"/>
          </a:xfrm>
        </p:grpSpPr>
        <p:cxnSp>
          <p:nvCxnSpPr>
            <p:cNvPr id="132" name="Connector: Elbow 131">
              <a:extLst>
                <a:ext uri="{FF2B5EF4-FFF2-40B4-BE49-F238E27FC236}">
                  <a16:creationId xmlns:a16="http://schemas.microsoft.com/office/drawing/2014/main" id="{C9222866-9285-9174-8A36-CDFBE276D2A7}"/>
                </a:ext>
              </a:extLst>
            </p:cNvPr>
            <p:cNvCxnSpPr>
              <a:cxnSpLocks/>
            </p:cNvCxnSpPr>
            <p:nvPr/>
          </p:nvCxnSpPr>
          <p:spPr>
            <a:xfrm rot="16200000" flipH="1">
              <a:off x="6075652" y="4931920"/>
              <a:ext cx="271432" cy="14503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33" name="Connector: Elbow 132">
              <a:extLst>
                <a:ext uri="{FF2B5EF4-FFF2-40B4-BE49-F238E27FC236}">
                  <a16:creationId xmlns:a16="http://schemas.microsoft.com/office/drawing/2014/main" id="{CE475A12-4559-78B5-A931-08B780A1C163}"/>
                </a:ext>
              </a:extLst>
            </p:cNvPr>
            <p:cNvCxnSpPr>
              <a:cxnSpLocks/>
            </p:cNvCxnSpPr>
            <p:nvPr/>
          </p:nvCxnSpPr>
          <p:spPr>
            <a:xfrm rot="16200000" flipH="1">
              <a:off x="5995375" y="5276205"/>
              <a:ext cx="431986" cy="14503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34" name="Connector: Elbow 133">
              <a:extLst>
                <a:ext uri="{FF2B5EF4-FFF2-40B4-BE49-F238E27FC236}">
                  <a16:creationId xmlns:a16="http://schemas.microsoft.com/office/drawing/2014/main" id="{85A49F25-2BE1-0E4F-9F67-65DB0BD1BFC3}"/>
                </a:ext>
              </a:extLst>
            </p:cNvPr>
            <p:cNvCxnSpPr>
              <a:cxnSpLocks/>
            </p:cNvCxnSpPr>
            <p:nvPr/>
          </p:nvCxnSpPr>
          <p:spPr>
            <a:xfrm rot="16200000" flipH="1">
              <a:off x="5947666" y="5712711"/>
              <a:ext cx="530048" cy="142386"/>
            </a:xfrm>
            <a:prstGeom prst="bentConnector2">
              <a:avLst/>
            </a:prstGeom>
          </p:spPr>
          <p:style>
            <a:lnRef idx="2">
              <a:schemeClr val="accent1"/>
            </a:lnRef>
            <a:fillRef idx="0">
              <a:schemeClr val="accent1"/>
            </a:fillRef>
            <a:effectRef idx="1">
              <a:schemeClr val="accent1"/>
            </a:effectRef>
            <a:fontRef idx="minor">
              <a:schemeClr val="tx1"/>
            </a:fontRef>
          </p:style>
        </p:cxnSp>
      </p:grpSp>
      <p:grpSp>
        <p:nvGrpSpPr>
          <p:cNvPr id="141" name="Group 140">
            <a:extLst>
              <a:ext uri="{FF2B5EF4-FFF2-40B4-BE49-F238E27FC236}">
                <a16:creationId xmlns:a16="http://schemas.microsoft.com/office/drawing/2014/main" id="{BA3A5AD7-7FF6-8844-C0AA-DBBDD49A01B3}"/>
              </a:ext>
            </a:extLst>
          </p:cNvPr>
          <p:cNvGrpSpPr/>
          <p:nvPr/>
        </p:nvGrpSpPr>
        <p:grpSpPr>
          <a:xfrm>
            <a:off x="8497903" y="2143769"/>
            <a:ext cx="145030" cy="695994"/>
            <a:chOff x="8386312" y="2210298"/>
            <a:chExt cx="145030" cy="695994"/>
          </a:xfrm>
        </p:grpSpPr>
        <p:cxnSp>
          <p:nvCxnSpPr>
            <p:cNvPr id="138" name="Connector: Elbow 137">
              <a:extLst>
                <a:ext uri="{FF2B5EF4-FFF2-40B4-BE49-F238E27FC236}">
                  <a16:creationId xmlns:a16="http://schemas.microsoft.com/office/drawing/2014/main" id="{EBC6E2C2-D8F7-96BE-F4EC-A97290315CA5}"/>
                </a:ext>
              </a:extLst>
            </p:cNvPr>
            <p:cNvCxnSpPr>
              <a:cxnSpLocks/>
            </p:cNvCxnSpPr>
            <p:nvPr/>
          </p:nvCxnSpPr>
          <p:spPr>
            <a:xfrm rot="16200000" flipH="1">
              <a:off x="8323111" y="2273499"/>
              <a:ext cx="271432" cy="14503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39" name="Connector: Elbow 138">
              <a:extLst>
                <a:ext uri="{FF2B5EF4-FFF2-40B4-BE49-F238E27FC236}">
                  <a16:creationId xmlns:a16="http://schemas.microsoft.com/office/drawing/2014/main" id="{1D0E0427-EB4C-60C5-7BD7-8C21A69C43C3}"/>
                </a:ext>
              </a:extLst>
            </p:cNvPr>
            <p:cNvCxnSpPr>
              <a:cxnSpLocks/>
            </p:cNvCxnSpPr>
            <p:nvPr/>
          </p:nvCxnSpPr>
          <p:spPr>
            <a:xfrm rot="16200000" flipH="1">
              <a:off x="8242834" y="2617784"/>
              <a:ext cx="431986" cy="145030"/>
            </a:xfrm>
            <a:prstGeom prst="bentConnector2">
              <a:avLst/>
            </a:prstGeom>
          </p:spPr>
          <p:style>
            <a:lnRef idx="2">
              <a:schemeClr val="accent1"/>
            </a:lnRef>
            <a:fillRef idx="0">
              <a:schemeClr val="accent1"/>
            </a:fillRef>
            <a:effectRef idx="1">
              <a:schemeClr val="accent1"/>
            </a:effectRef>
            <a:fontRef idx="minor">
              <a:schemeClr val="tx1"/>
            </a:fontRef>
          </p:style>
        </p:cxnSp>
      </p:grpSp>
      <p:cxnSp>
        <p:nvCxnSpPr>
          <p:cNvPr id="143" name="Connector: Elbow 142">
            <a:extLst>
              <a:ext uri="{FF2B5EF4-FFF2-40B4-BE49-F238E27FC236}">
                <a16:creationId xmlns:a16="http://schemas.microsoft.com/office/drawing/2014/main" id="{1FFAB719-0C7A-6FD1-B194-CDF1D388038B}"/>
              </a:ext>
            </a:extLst>
          </p:cNvPr>
          <p:cNvCxnSpPr>
            <a:cxnSpLocks/>
            <a:endCxn id="51" idx="1"/>
          </p:cNvCxnSpPr>
          <p:nvPr/>
        </p:nvCxnSpPr>
        <p:spPr>
          <a:xfrm rot="16200000" flipH="1">
            <a:off x="8428085" y="3729162"/>
            <a:ext cx="330336" cy="99360"/>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6629F6E1-54EA-C635-C368-3E03B94DCD47}"/>
              </a:ext>
            </a:extLst>
          </p:cNvPr>
          <p:cNvSpPr/>
          <p:nvPr/>
        </p:nvSpPr>
        <p:spPr>
          <a:xfrm>
            <a:off x="3755365" y="4649360"/>
            <a:ext cx="1671752" cy="44879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Compliance Team Lead </a:t>
            </a:r>
          </a:p>
          <a:p>
            <a:pPr algn="ctr"/>
            <a:r>
              <a:rPr lang="en-US" sz="800" dirty="0">
                <a:solidFill>
                  <a:schemeClr val="tx1"/>
                </a:solidFill>
              </a:rPr>
              <a:t>DHK AT OFFC 178267</a:t>
            </a:r>
          </a:p>
          <a:p>
            <a:pPr algn="ctr"/>
            <a:r>
              <a:rPr lang="en-US" sz="800" dirty="0">
                <a:solidFill>
                  <a:srgbClr val="FF0000"/>
                </a:solidFill>
              </a:rPr>
              <a:t> </a:t>
            </a:r>
            <a:r>
              <a:rPr lang="en-US" sz="800" dirty="0" err="1">
                <a:solidFill>
                  <a:srgbClr val="0070C0"/>
                </a:solidFill>
              </a:rPr>
              <a:t>A.Turegaliyeva</a:t>
            </a:r>
            <a:endParaRPr lang="en-US" sz="800" dirty="0">
              <a:solidFill>
                <a:srgbClr val="0070C0"/>
              </a:solidFill>
            </a:endParaRPr>
          </a:p>
        </p:txBody>
      </p:sp>
      <p:cxnSp>
        <p:nvCxnSpPr>
          <p:cNvPr id="26" name="Connector: Elbow 25">
            <a:extLst>
              <a:ext uri="{FF2B5EF4-FFF2-40B4-BE49-F238E27FC236}">
                <a16:creationId xmlns:a16="http://schemas.microsoft.com/office/drawing/2014/main" id="{D2F59CC9-045C-AD9A-A71E-DCFC648ADD10}"/>
              </a:ext>
            </a:extLst>
          </p:cNvPr>
          <p:cNvCxnSpPr>
            <a:cxnSpLocks/>
          </p:cNvCxnSpPr>
          <p:nvPr/>
        </p:nvCxnSpPr>
        <p:spPr>
          <a:xfrm rot="5400000">
            <a:off x="4571814" y="3819673"/>
            <a:ext cx="2013469" cy="28874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30" name="Connector: Elbow 29">
            <a:extLst>
              <a:ext uri="{FF2B5EF4-FFF2-40B4-BE49-F238E27FC236}">
                <a16:creationId xmlns:a16="http://schemas.microsoft.com/office/drawing/2014/main" id="{5479F958-516F-33CB-2161-D6F49F66CBD0}"/>
              </a:ext>
            </a:extLst>
          </p:cNvPr>
          <p:cNvCxnSpPr>
            <a:cxnSpLocks/>
          </p:cNvCxnSpPr>
          <p:nvPr/>
        </p:nvCxnSpPr>
        <p:spPr>
          <a:xfrm rot="5400000">
            <a:off x="4969875" y="5184059"/>
            <a:ext cx="400806" cy="25190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34" name="Connector: Elbow 33">
            <a:extLst>
              <a:ext uri="{FF2B5EF4-FFF2-40B4-BE49-F238E27FC236}">
                <a16:creationId xmlns:a16="http://schemas.microsoft.com/office/drawing/2014/main" id="{9EC4418C-70DA-2265-932C-3DFC5F346DEF}"/>
              </a:ext>
            </a:extLst>
          </p:cNvPr>
          <p:cNvCxnSpPr>
            <a:cxnSpLocks/>
          </p:cNvCxnSpPr>
          <p:nvPr/>
        </p:nvCxnSpPr>
        <p:spPr>
          <a:xfrm rot="16200000" flipH="1">
            <a:off x="5687695" y="5375991"/>
            <a:ext cx="748488" cy="72272"/>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40" name="Connector: Elbow 39">
            <a:extLst>
              <a:ext uri="{FF2B5EF4-FFF2-40B4-BE49-F238E27FC236}">
                <a16:creationId xmlns:a16="http://schemas.microsoft.com/office/drawing/2014/main" id="{D57351CC-E278-EDB8-E9E8-9DDDAFC8800E}"/>
              </a:ext>
            </a:extLst>
          </p:cNvPr>
          <p:cNvCxnSpPr>
            <a:cxnSpLocks/>
          </p:cNvCxnSpPr>
          <p:nvPr/>
        </p:nvCxnSpPr>
        <p:spPr>
          <a:xfrm rot="5400000">
            <a:off x="4881821" y="5700493"/>
            <a:ext cx="602716" cy="233843"/>
          </a:xfrm>
          <a:prstGeom prst="bentConnector2">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3357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01FF1-FC62-C3B6-B059-39191CD5A52A}"/>
            </a:ext>
          </a:extLst>
        </p:cNvPr>
        <p:cNvGrpSpPr/>
        <p:nvPr/>
      </p:nvGrpSpPr>
      <p:grpSpPr>
        <a:xfrm>
          <a:off x="0" y="0"/>
          <a:ext cx="0" cy="0"/>
          <a:chOff x="0" y="0"/>
          <a:chExt cx="0" cy="0"/>
        </a:xfrm>
      </p:grpSpPr>
      <p:sp>
        <p:nvSpPr>
          <p:cNvPr id="236" name="Text Placeholder 235">
            <a:extLst>
              <a:ext uri="{FF2B5EF4-FFF2-40B4-BE49-F238E27FC236}">
                <a16:creationId xmlns:a16="http://schemas.microsoft.com/office/drawing/2014/main" id="{7A63F204-4096-6EC9-3E51-63E150F42217}"/>
              </a:ext>
            </a:extLst>
          </p:cNvPr>
          <p:cNvSpPr>
            <a:spLocks noGrp="1"/>
          </p:cNvSpPr>
          <p:nvPr>
            <p:ph type="body" sz="quarter" idx="10"/>
          </p:nvPr>
        </p:nvSpPr>
        <p:spPr>
          <a:xfrm>
            <a:off x="156470" y="319586"/>
            <a:ext cx="10459170" cy="640966"/>
          </a:xfrm>
        </p:spPr>
        <p:txBody>
          <a:bodyPr>
            <a:normAutofit/>
          </a:bodyPr>
          <a:lstStyle/>
          <a:p>
            <a:r>
              <a:rPr lang="en-US" sz="1800" dirty="0">
                <a:solidFill>
                  <a:schemeClr val="accent5"/>
                </a:solidFill>
              </a:rPr>
              <a:t>Health Services</a:t>
            </a:r>
          </a:p>
          <a:p>
            <a:endParaRPr lang="en-US" b="0" dirty="0">
              <a:solidFill>
                <a:schemeClr val="accent5"/>
              </a:solidFill>
            </a:endParaRPr>
          </a:p>
        </p:txBody>
      </p:sp>
      <p:sp>
        <p:nvSpPr>
          <p:cNvPr id="12" name="Rectangle 11">
            <a:extLst>
              <a:ext uri="{FF2B5EF4-FFF2-40B4-BE49-F238E27FC236}">
                <a16:creationId xmlns:a16="http://schemas.microsoft.com/office/drawing/2014/main" id="{28B5975F-4C20-2E68-9BAC-238A06359106}"/>
              </a:ext>
            </a:extLst>
          </p:cNvPr>
          <p:cNvSpPr/>
          <p:nvPr/>
        </p:nvSpPr>
        <p:spPr>
          <a:xfrm>
            <a:off x="5197906" y="712614"/>
            <a:ext cx="1570446" cy="463440"/>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Health Services Manager </a:t>
            </a:r>
          </a:p>
          <a:p>
            <a:pPr algn="ctr"/>
            <a:r>
              <a:rPr lang="en-US" sz="800" dirty="0">
                <a:solidFill>
                  <a:schemeClr val="tx1"/>
                </a:solidFill>
              </a:rPr>
              <a:t>DHK AT OFFC 107422 </a:t>
            </a:r>
          </a:p>
          <a:p>
            <a:pPr algn="ctr"/>
            <a:r>
              <a:rPr lang="en-US" sz="800">
                <a:solidFill>
                  <a:srgbClr val="0070C0"/>
                </a:solidFill>
              </a:rPr>
              <a:t>N. Baimenshin</a:t>
            </a:r>
            <a:endParaRPr lang="en-US" sz="800" dirty="0">
              <a:solidFill>
                <a:srgbClr val="0070C0"/>
              </a:solidFill>
            </a:endParaRPr>
          </a:p>
          <a:p>
            <a:pPr algn="ctr"/>
            <a:endParaRPr lang="en-US" sz="800" b="1" dirty="0">
              <a:solidFill>
                <a:schemeClr val="tx1"/>
              </a:solidFill>
            </a:endParaRPr>
          </a:p>
        </p:txBody>
      </p:sp>
      <p:sp>
        <p:nvSpPr>
          <p:cNvPr id="113" name="Rectangle 112">
            <a:extLst>
              <a:ext uri="{FF2B5EF4-FFF2-40B4-BE49-F238E27FC236}">
                <a16:creationId xmlns:a16="http://schemas.microsoft.com/office/drawing/2014/main" id="{EC6767A7-B895-2C33-D442-3D500550C5F0}"/>
              </a:ext>
            </a:extLst>
          </p:cNvPr>
          <p:cNvSpPr/>
          <p:nvPr/>
        </p:nvSpPr>
        <p:spPr>
          <a:xfrm>
            <a:off x="1117463" y="1568577"/>
            <a:ext cx="1570445" cy="50150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Industrial Hygiene </a:t>
            </a:r>
          </a:p>
          <a:p>
            <a:pPr algn="ctr"/>
            <a:r>
              <a:rPr lang="en-US" sz="800" dirty="0">
                <a:solidFill>
                  <a:schemeClr val="tx1"/>
                </a:solidFill>
              </a:rPr>
              <a:t>DHK AT OFFC 107467</a:t>
            </a:r>
          </a:p>
          <a:p>
            <a:pPr algn="ctr"/>
            <a:r>
              <a:rPr lang="en-US" sz="800">
                <a:solidFill>
                  <a:srgbClr val="0070C0"/>
                </a:solidFill>
              </a:rPr>
              <a:t>M. Mambetov</a:t>
            </a:r>
            <a:endParaRPr lang="en-US" sz="800" dirty="0">
              <a:solidFill>
                <a:srgbClr val="0070C0"/>
              </a:solidFill>
            </a:endParaRPr>
          </a:p>
          <a:p>
            <a:pPr algn="ctr"/>
            <a:endParaRPr lang="en-US" sz="800" dirty="0">
              <a:solidFill>
                <a:schemeClr val="tx1"/>
              </a:solidFill>
            </a:endParaRPr>
          </a:p>
        </p:txBody>
      </p:sp>
      <p:sp>
        <p:nvSpPr>
          <p:cNvPr id="216" name="Rectangle 215">
            <a:extLst>
              <a:ext uri="{FF2B5EF4-FFF2-40B4-BE49-F238E27FC236}">
                <a16:creationId xmlns:a16="http://schemas.microsoft.com/office/drawing/2014/main" id="{7AD9ED8C-4DF8-284E-C969-DD06EC2EE9C2}"/>
              </a:ext>
            </a:extLst>
          </p:cNvPr>
          <p:cNvSpPr/>
          <p:nvPr/>
        </p:nvSpPr>
        <p:spPr>
          <a:xfrm>
            <a:off x="4913511" y="1566804"/>
            <a:ext cx="1854841" cy="501507"/>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Medical Services</a:t>
            </a:r>
          </a:p>
          <a:p>
            <a:pPr algn="ctr"/>
            <a:r>
              <a:rPr lang="en-US" sz="800" dirty="0">
                <a:solidFill>
                  <a:schemeClr val="tx1"/>
                </a:solidFill>
              </a:rPr>
              <a:t>DHK AT OFFC 100856</a:t>
            </a:r>
          </a:p>
          <a:p>
            <a:pPr algn="ctr"/>
            <a:r>
              <a:rPr lang="en-US" sz="800">
                <a:solidFill>
                  <a:srgbClr val="0070C0"/>
                </a:solidFill>
              </a:rPr>
              <a:t>A. Akizhanov</a:t>
            </a:r>
            <a:endParaRPr lang="en-US" sz="800" dirty="0">
              <a:solidFill>
                <a:srgbClr val="0070C0"/>
              </a:solidFill>
            </a:endParaRPr>
          </a:p>
          <a:p>
            <a:pPr algn="ctr"/>
            <a:endParaRPr lang="en-US" sz="800" dirty="0">
              <a:solidFill>
                <a:schemeClr val="tx1"/>
              </a:solidFill>
            </a:endParaRPr>
          </a:p>
          <a:p>
            <a:pPr algn="ctr"/>
            <a:endParaRPr lang="en-US" sz="800" b="1" dirty="0">
              <a:solidFill>
                <a:schemeClr val="tx1"/>
              </a:solidFill>
            </a:endParaRPr>
          </a:p>
        </p:txBody>
      </p:sp>
      <p:sp>
        <p:nvSpPr>
          <p:cNvPr id="20" name="Rectangle 19">
            <a:extLst>
              <a:ext uri="{FF2B5EF4-FFF2-40B4-BE49-F238E27FC236}">
                <a16:creationId xmlns:a16="http://schemas.microsoft.com/office/drawing/2014/main" id="{BC102977-7699-3EB4-CA68-DADAA02EC2C2}"/>
              </a:ext>
            </a:extLst>
          </p:cNvPr>
          <p:cNvSpPr/>
          <p:nvPr/>
        </p:nvSpPr>
        <p:spPr>
          <a:xfrm>
            <a:off x="9295545" y="2389590"/>
            <a:ext cx="1570445" cy="50150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Occupational Health Coordinator </a:t>
            </a:r>
          </a:p>
          <a:p>
            <a:pPr algn="ctr"/>
            <a:r>
              <a:rPr lang="en-US" sz="800" dirty="0">
                <a:solidFill>
                  <a:schemeClr val="tx1"/>
                </a:solidFill>
              </a:rPr>
              <a:t>DHK AT OFFC 100857 </a:t>
            </a:r>
            <a:r>
              <a:rPr lang="en-US" sz="800" dirty="0" err="1">
                <a:solidFill>
                  <a:srgbClr val="0070C0"/>
                </a:solidFill>
              </a:rPr>
              <a:t>L.Mukusheva</a:t>
            </a:r>
            <a:endParaRPr lang="en-US" sz="800" dirty="0">
              <a:solidFill>
                <a:srgbClr val="0070C0"/>
              </a:solidFill>
            </a:endParaRPr>
          </a:p>
        </p:txBody>
      </p:sp>
      <p:sp>
        <p:nvSpPr>
          <p:cNvPr id="21" name="Rectangle 20">
            <a:extLst>
              <a:ext uri="{FF2B5EF4-FFF2-40B4-BE49-F238E27FC236}">
                <a16:creationId xmlns:a16="http://schemas.microsoft.com/office/drawing/2014/main" id="{3B5D625C-5A10-E24F-70A7-D31C36CD281F}"/>
              </a:ext>
            </a:extLst>
          </p:cNvPr>
          <p:cNvSpPr/>
          <p:nvPr/>
        </p:nvSpPr>
        <p:spPr>
          <a:xfrm>
            <a:off x="9295545" y="2963931"/>
            <a:ext cx="1570445" cy="50150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Doctor (Clinic)</a:t>
            </a:r>
          </a:p>
          <a:p>
            <a:pPr algn="ctr"/>
            <a:r>
              <a:rPr lang="en-US" sz="800" dirty="0">
                <a:solidFill>
                  <a:schemeClr val="tx1"/>
                </a:solidFill>
              </a:rPr>
              <a:t>DHK/COK AT ROT 100860/178523</a:t>
            </a:r>
          </a:p>
          <a:p>
            <a:pPr algn="ctr"/>
            <a:r>
              <a:rPr lang="en-US" sz="800" dirty="0" err="1">
                <a:solidFill>
                  <a:srgbClr val="0070C0"/>
                </a:solidFill>
              </a:rPr>
              <a:t>B.Tuleugaliyev</a:t>
            </a:r>
            <a:r>
              <a:rPr lang="en-US" sz="800" dirty="0">
                <a:solidFill>
                  <a:srgbClr val="2ABDF2"/>
                </a:solidFill>
              </a:rPr>
              <a:t>/</a:t>
            </a:r>
            <a:r>
              <a:rPr lang="en-US" sz="800" dirty="0" err="1">
                <a:solidFill>
                  <a:srgbClr val="0070C0"/>
                </a:solidFill>
              </a:rPr>
              <a:t>B.Jumagaliyev</a:t>
            </a:r>
            <a:endParaRPr lang="en-US" sz="800" dirty="0">
              <a:solidFill>
                <a:srgbClr val="0070C0"/>
              </a:solidFill>
            </a:endParaRPr>
          </a:p>
          <a:p>
            <a:pPr algn="ctr"/>
            <a:endParaRPr lang="en-US" sz="800" b="1" dirty="0">
              <a:solidFill>
                <a:schemeClr val="tx1"/>
              </a:solidFill>
            </a:endParaRPr>
          </a:p>
        </p:txBody>
      </p:sp>
      <p:cxnSp>
        <p:nvCxnSpPr>
          <p:cNvPr id="25" name="Connector: Elbow 24">
            <a:extLst>
              <a:ext uri="{FF2B5EF4-FFF2-40B4-BE49-F238E27FC236}">
                <a16:creationId xmlns:a16="http://schemas.microsoft.com/office/drawing/2014/main" id="{AA99418B-9499-A60E-5A75-CDC95869D250}"/>
              </a:ext>
            </a:extLst>
          </p:cNvPr>
          <p:cNvCxnSpPr>
            <a:cxnSpLocks/>
            <a:stCxn id="12" idx="2"/>
            <a:endCxn id="2" idx="0"/>
          </p:cNvCxnSpPr>
          <p:nvPr/>
        </p:nvCxnSpPr>
        <p:spPr>
          <a:xfrm rot="16200000" flipH="1">
            <a:off x="7720694" y="-561512"/>
            <a:ext cx="350618" cy="3825749"/>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4141F83-B864-6763-6E99-3D31C859F2A4}"/>
              </a:ext>
            </a:extLst>
          </p:cNvPr>
          <p:cNvCxnSpPr>
            <a:cxnSpLocks/>
            <a:stCxn id="113" idx="0"/>
            <a:endCxn id="12" idx="2"/>
          </p:cNvCxnSpPr>
          <p:nvPr/>
        </p:nvCxnSpPr>
        <p:spPr>
          <a:xfrm rot="5400000" flipH="1" flipV="1">
            <a:off x="3746646" y="-667905"/>
            <a:ext cx="392523" cy="4080443"/>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5BCEBC83-3A63-9418-52FA-2DC157C329F6}"/>
              </a:ext>
            </a:extLst>
          </p:cNvPr>
          <p:cNvCxnSpPr>
            <a:cxnSpLocks/>
          </p:cNvCxnSpPr>
          <p:nvPr/>
        </p:nvCxnSpPr>
        <p:spPr>
          <a:xfrm flipV="1">
            <a:off x="5975299" y="1372316"/>
            <a:ext cx="0" cy="204169"/>
          </a:xfrm>
          <a:prstGeom prst="line">
            <a:avLst/>
          </a:prstGeom>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BEBCA958-297E-CD00-9F62-44DE688C1782}"/>
              </a:ext>
            </a:extLst>
          </p:cNvPr>
          <p:cNvSpPr/>
          <p:nvPr/>
        </p:nvSpPr>
        <p:spPr>
          <a:xfrm>
            <a:off x="9012961" y="1526672"/>
            <a:ext cx="1591833" cy="593191"/>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Occupational Health DHK AT OFFC 107466</a:t>
            </a:r>
          </a:p>
          <a:p>
            <a:pPr algn="ctr"/>
            <a:r>
              <a:rPr lang="en-US" sz="800" dirty="0" err="1">
                <a:solidFill>
                  <a:srgbClr val="0070C0"/>
                </a:solidFill>
              </a:rPr>
              <a:t>A.Tatanov</a:t>
            </a:r>
            <a:endParaRPr lang="en-US" sz="800" dirty="0">
              <a:solidFill>
                <a:srgbClr val="0070C0"/>
              </a:solidFill>
            </a:endParaRPr>
          </a:p>
          <a:p>
            <a:pPr algn="ctr"/>
            <a:endParaRPr lang="en-US" sz="800" b="1" dirty="0">
              <a:solidFill>
                <a:schemeClr val="tx1"/>
              </a:solidFill>
            </a:endParaRPr>
          </a:p>
        </p:txBody>
      </p:sp>
      <p:sp>
        <p:nvSpPr>
          <p:cNvPr id="10" name="TextBox 9">
            <a:extLst>
              <a:ext uri="{FF2B5EF4-FFF2-40B4-BE49-F238E27FC236}">
                <a16:creationId xmlns:a16="http://schemas.microsoft.com/office/drawing/2014/main" id="{72EE28A7-4055-0AFC-78FB-4444A04B7AEF}"/>
              </a:ext>
            </a:extLst>
          </p:cNvPr>
          <p:cNvSpPr txBox="1"/>
          <p:nvPr/>
        </p:nvSpPr>
        <p:spPr>
          <a:xfrm>
            <a:off x="11760679" y="6512943"/>
            <a:ext cx="431321" cy="215444"/>
          </a:xfrm>
          <a:prstGeom prst="rect">
            <a:avLst/>
          </a:prstGeom>
          <a:noFill/>
        </p:spPr>
        <p:txBody>
          <a:bodyPr wrap="square" rtlCol="0">
            <a:spAutoFit/>
          </a:bodyPr>
          <a:lstStyle/>
          <a:p>
            <a:r>
              <a:rPr lang="en-US" sz="800" dirty="0">
                <a:latin typeface="Times New Roman" panose="02020603050405020304" pitchFamily="18" charset="0"/>
                <a:cs typeface="Times New Roman" panose="02020603050405020304" pitchFamily="18" charset="0"/>
              </a:rPr>
              <a:t>21</a:t>
            </a:r>
          </a:p>
        </p:txBody>
      </p:sp>
      <p:cxnSp>
        <p:nvCxnSpPr>
          <p:cNvPr id="14" name="Straight Connector 27">
            <a:extLst>
              <a:ext uri="{FF2B5EF4-FFF2-40B4-BE49-F238E27FC236}">
                <a16:creationId xmlns:a16="http://schemas.microsoft.com/office/drawing/2014/main" id="{3DF9AB38-A50D-8159-4BD5-8961D87EEBD7}"/>
              </a:ext>
            </a:extLst>
          </p:cNvPr>
          <p:cNvCxnSpPr>
            <a:cxnSpLocks/>
            <a:endCxn id="22" idx="3"/>
          </p:cNvCxnSpPr>
          <p:nvPr/>
        </p:nvCxnSpPr>
        <p:spPr>
          <a:xfrm rot="5400000">
            <a:off x="2239829" y="2200774"/>
            <a:ext cx="431981" cy="167056"/>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4A2D4E3C-E251-EAD7-C6AF-5429306A1379}"/>
              </a:ext>
            </a:extLst>
          </p:cNvPr>
          <p:cNvSpPr/>
          <p:nvPr/>
        </p:nvSpPr>
        <p:spPr>
          <a:xfrm>
            <a:off x="801846" y="2249539"/>
            <a:ext cx="1570445" cy="50150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Hygiene Engineer </a:t>
            </a:r>
          </a:p>
          <a:p>
            <a:pPr algn="ctr"/>
            <a:r>
              <a:rPr lang="it-IT" sz="800" dirty="0">
                <a:solidFill>
                  <a:schemeClr val="tx1"/>
                </a:solidFill>
              </a:rPr>
              <a:t>DHK AT OFFC</a:t>
            </a:r>
            <a:r>
              <a:rPr lang="en-US" sz="800" dirty="0">
                <a:solidFill>
                  <a:schemeClr val="tx1"/>
                </a:solidFill>
              </a:rPr>
              <a:t> 179408</a:t>
            </a:r>
          </a:p>
          <a:p>
            <a:pPr algn="ctr"/>
            <a:r>
              <a:rPr lang="en-US" sz="800" dirty="0" err="1">
                <a:solidFill>
                  <a:srgbClr val="0070C0"/>
                </a:solidFill>
              </a:rPr>
              <a:t>M.Akhmejanov</a:t>
            </a:r>
            <a:endParaRPr lang="en-US" sz="800" dirty="0">
              <a:solidFill>
                <a:srgbClr val="0070C0"/>
              </a:solidFill>
            </a:endParaRPr>
          </a:p>
          <a:p>
            <a:pPr algn="ctr"/>
            <a:endParaRPr lang="en-US" sz="800" b="1" dirty="0">
              <a:solidFill>
                <a:schemeClr val="tx1"/>
              </a:solidFill>
            </a:endParaRPr>
          </a:p>
        </p:txBody>
      </p:sp>
      <p:cxnSp>
        <p:nvCxnSpPr>
          <p:cNvPr id="26" name="Straight Connector 27">
            <a:extLst>
              <a:ext uri="{FF2B5EF4-FFF2-40B4-BE49-F238E27FC236}">
                <a16:creationId xmlns:a16="http://schemas.microsoft.com/office/drawing/2014/main" id="{DF7F77F1-C0CB-B95D-E2AB-58F8E59B5EA9}"/>
              </a:ext>
            </a:extLst>
          </p:cNvPr>
          <p:cNvCxnSpPr>
            <a:cxnSpLocks/>
            <a:endCxn id="27" idx="3"/>
          </p:cNvCxnSpPr>
          <p:nvPr/>
        </p:nvCxnSpPr>
        <p:spPr>
          <a:xfrm rot="5400000">
            <a:off x="2143187" y="3284825"/>
            <a:ext cx="625267" cy="167057"/>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8C98C5BE-6BF9-5F97-606B-D7FF056CE52A}"/>
              </a:ext>
            </a:extLst>
          </p:cNvPr>
          <p:cNvSpPr/>
          <p:nvPr/>
        </p:nvSpPr>
        <p:spPr>
          <a:xfrm>
            <a:off x="801846" y="3430233"/>
            <a:ext cx="1570445" cy="50150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Hygiene Engineer </a:t>
            </a:r>
          </a:p>
          <a:p>
            <a:pPr algn="ctr"/>
            <a:r>
              <a:rPr lang="en-US" sz="800" dirty="0">
                <a:solidFill>
                  <a:schemeClr val="tx1"/>
                </a:solidFill>
              </a:rPr>
              <a:t>DHK EW ROT 103398/153398</a:t>
            </a:r>
          </a:p>
          <a:p>
            <a:pPr algn="ctr"/>
            <a:r>
              <a:rPr lang="en-US" sz="800" dirty="0" err="1">
                <a:solidFill>
                  <a:srgbClr val="0070C0"/>
                </a:solidFill>
              </a:rPr>
              <a:t>T.Rasskazova</a:t>
            </a:r>
            <a:r>
              <a:rPr lang="en-US" sz="800" dirty="0">
                <a:solidFill>
                  <a:srgbClr val="2ABDF2"/>
                </a:solidFill>
              </a:rPr>
              <a:t>/</a:t>
            </a:r>
            <a:r>
              <a:rPr lang="en-US" sz="800" dirty="0" err="1">
                <a:solidFill>
                  <a:srgbClr val="0070C0"/>
                </a:solidFill>
              </a:rPr>
              <a:t>S.Nurniyazova</a:t>
            </a:r>
            <a:endParaRPr lang="en-US" sz="800" dirty="0">
              <a:solidFill>
                <a:srgbClr val="0070C0"/>
              </a:solidFill>
            </a:endParaRPr>
          </a:p>
          <a:p>
            <a:pPr algn="ctr"/>
            <a:endParaRPr lang="en-US" sz="800" dirty="0">
              <a:solidFill>
                <a:schemeClr val="tx1"/>
              </a:solidFill>
            </a:endParaRPr>
          </a:p>
          <a:p>
            <a:pPr algn="ctr"/>
            <a:endParaRPr lang="en-US" sz="800" b="1" dirty="0">
              <a:solidFill>
                <a:schemeClr val="tx1"/>
              </a:solidFill>
            </a:endParaRPr>
          </a:p>
        </p:txBody>
      </p:sp>
      <p:cxnSp>
        <p:nvCxnSpPr>
          <p:cNvPr id="37" name="Straight Connector 27">
            <a:extLst>
              <a:ext uri="{FF2B5EF4-FFF2-40B4-BE49-F238E27FC236}">
                <a16:creationId xmlns:a16="http://schemas.microsoft.com/office/drawing/2014/main" id="{3CA66E2A-5207-ACF9-7E17-2B1BE980CCE2}"/>
              </a:ext>
            </a:extLst>
          </p:cNvPr>
          <p:cNvCxnSpPr>
            <a:cxnSpLocks/>
            <a:endCxn id="38" idx="3"/>
          </p:cNvCxnSpPr>
          <p:nvPr/>
        </p:nvCxnSpPr>
        <p:spPr>
          <a:xfrm rot="5400000">
            <a:off x="2132278" y="2683570"/>
            <a:ext cx="647084" cy="167057"/>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08242DC5-4CDC-351A-EEB1-6CDB54D5A6F0}"/>
              </a:ext>
            </a:extLst>
          </p:cNvPr>
          <p:cNvSpPr/>
          <p:nvPr/>
        </p:nvSpPr>
        <p:spPr>
          <a:xfrm>
            <a:off x="801846" y="2839886"/>
            <a:ext cx="1570445" cy="50150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Sanitary Compliance Doctor</a:t>
            </a:r>
          </a:p>
          <a:p>
            <a:pPr algn="ctr"/>
            <a:r>
              <a:rPr lang="en-US" sz="800" dirty="0">
                <a:solidFill>
                  <a:schemeClr val="tx1"/>
                </a:solidFill>
              </a:rPr>
              <a:t>DHK EW ROT 103396/110011</a:t>
            </a:r>
          </a:p>
          <a:p>
            <a:pPr algn="ctr"/>
            <a:r>
              <a:rPr lang="en-US" sz="800" dirty="0" err="1">
                <a:solidFill>
                  <a:srgbClr val="0070C0"/>
                </a:solidFill>
              </a:rPr>
              <a:t>A.Azangaliyeva</a:t>
            </a:r>
            <a:r>
              <a:rPr lang="en-US" sz="800" dirty="0">
                <a:solidFill>
                  <a:srgbClr val="2ABDF2"/>
                </a:solidFill>
              </a:rPr>
              <a:t>/</a:t>
            </a:r>
            <a:r>
              <a:rPr lang="en-US" sz="800" dirty="0" err="1">
                <a:solidFill>
                  <a:srgbClr val="0070C0"/>
                </a:solidFill>
              </a:rPr>
              <a:t>P.Pak</a:t>
            </a:r>
            <a:endParaRPr lang="en-US" sz="800" dirty="0">
              <a:solidFill>
                <a:srgbClr val="0070C0"/>
              </a:solidFill>
            </a:endParaRPr>
          </a:p>
          <a:p>
            <a:pPr algn="ctr"/>
            <a:endParaRPr lang="en-US" sz="800" b="1" dirty="0">
              <a:solidFill>
                <a:schemeClr val="tx1"/>
              </a:solidFill>
            </a:endParaRPr>
          </a:p>
        </p:txBody>
      </p:sp>
      <p:sp>
        <p:nvSpPr>
          <p:cNvPr id="39" name="Rectangle 38">
            <a:extLst>
              <a:ext uri="{FF2B5EF4-FFF2-40B4-BE49-F238E27FC236}">
                <a16:creationId xmlns:a16="http://schemas.microsoft.com/office/drawing/2014/main" id="{2DCFFD4C-8D16-8023-5549-603CCEF8C5B3}"/>
              </a:ext>
            </a:extLst>
          </p:cNvPr>
          <p:cNvSpPr/>
          <p:nvPr/>
        </p:nvSpPr>
        <p:spPr>
          <a:xfrm>
            <a:off x="801846" y="4021656"/>
            <a:ext cx="1570445" cy="544155"/>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it-IT" sz="800" dirty="0" err="1">
                <a:solidFill>
                  <a:schemeClr val="tx1"/>
                </a:solidFill>
              </a:rPr>
              <a:t>Sanitary</a:t>
            </a:r>
            <a:r>
              <a:rPr lang="it-IT" sz="800" dirty="0">
                <a:solidFill>
                  <a:schemeClr val="tx1"/>
                </a:solidFill>
              </a:rPr>
              <a:t> Compliance Coordinator </a:t>
            </a:r>
          </a:p>
          <a:p>
            <a:pPr algn="ctr"/>
            <a:r>
              <a:rPr lang="it-IT" sz="800" dirty="0">
                <a:solidFill>
                  <a:schemeClr val="tx1"/>
                </a:solidFill>
              </a:rPr>
              <a:t> DHK AT OFFC 102946 </a:t>
            </a:r>
            <a:r>
              <a:rPr lang="it-IT" sz="800" dirty="0" err="1">
                <a:solidFill>
                  <a:srgbClr val="0070C0"/>
                </a:solidFill>
              </a:rPr>
              <a:t>D.Daumanova</a:t>
            </a:r>
            <a:endParaRPr lang="it-IT" sz="800" dirty="0">
              <a:solidFill>
                <a:srgbClr val="0070C0"/>
              </a:solidFill>
            </a:endParaRPr>
          </a:p>
          <a:p>
            <a:pPr algn="ctr"/>
            <a:endParaRPr lang="en-US" sz="800" b="1" dirty="0">
              <a:solidFill>
                <a:schemeClr val="tx1"/>
              </a:solidFill>
            </a:endParaRPr>
          </a:p>
        </p:txBody>
      </p:sp>
      <p:cxnSp>
        <p:nvCxnSpPr>
          <p:cNvPr id="41" name="Straight Connector 27">
            <a:extLst>
              <a:ext uri="{FF2B5EF4-FFF2-40B4-BE49-F238E27FC236}">
                <a16:creationId xmlns:a16="http://schemas.microsoft.com/office/drawing/2014/main" id="{922C26E6-12A6-56AF-7932-8DCE9E660195}"/>
              </a:ext>
            </a:extLst>
          </p:cNvPr>
          <p:cNvCxnSpPr>
            <a:cxnSpLocks/>
            <a:endCxn id="42" idx="3"/>
          </p:cNvCxnSpPr>
          <p:nvPr/>
        </p:nvCxnSpPr>
        <p:spPr>
          <a:xfrm rot="5400000">
            <a:off x="2137551" y="5114061"/>
            <a:ext cx="636539" cy="167057"/>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42" name="Rectangle 41">
            <a:extLst>
              <a:ext uri="{FF2B5EF4-FFF2-40B4-BE49-F238E27FC236}">
                <a16:creationId xmlns:a16="http://schemas.microsoft.com/office/drawing/2014/main" id="{08464CF9-C6D8-186A-CFCD-CD0A193BCF63}"/>
              </a:ext>
            </a:extLst>
          </p:cNvPr>
          <p:cNvSpPr/>
          <p:nvPr/>
        </p:nvSpPr>
        <p:spPr>
          <a:xfrm>
            <a:off x="801846" y="5265105"/>
            <a:ext cx="1570445" cy="50150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Hygiene Engineer </a:t>
            </a:r>
          </a:p>
          <a:p>
            <a:pPr algn="ctr"/>
            <a:r>
              <a:rPr lang="it-IT" sz="800" dirty="0">
                <a:solidFill>
                  <a:schemeClr val="tx1"/>
                </a:solidFill>
              </a:rPr>
              <a:t>COK AT OFFC</a:t>
            </a:r>
            <a:r>
              <a:rPr lang="en-US" sz="800" dirty="0">
                <a:solidFill>
                  <a:schemeClr val="tx1"/>
                </a:solidFill>
              </a:rPr>
              <a:t> 107521</a:t>
            </a:r>
          </a:p>
          <a:p>
            <a:pPr algn="ctr"/>
            <a:r>
              <a:rPr lang="en-US" sz="800" dirty="0" err="1">
                <a:solidFill>
                  <a:srgbClr val="0070C0"/>
                </a:solidFill>
              </a:rPr>
              <a:t>K.Taipysheva</a:t>
            </a:r>
            <a:endParaRPr lang="en-US" sz="800" dirty="0">
              <a:solidFill>
                <a:srgbClr val="0070C0"/>
              </a:solidFill>
            </a:endParaRPr>
          </a:p>
          <a:p>
            <a:pPr algn="ctr"/>
            <a:endParaRPr lang="en-US" sz="800" dirty="0">
              <a:solidFill>
                <a:schemeClr val="tx1"/>
              </a:solidFill>
            </a:endParaRPr>
          </a:p>
          <a:p>
            <a:pPr algn="ctr"/>
            <a:endParaRPr lang="en-US" sz="800" b="1" dirty="0">
              <a:solidFill>
                <a:schemeClr val="tx1"/>
              </a:solidFill>
            </a:endParaRPr>
          </a:p>
        </p:txBody>
      </p:sp>
      <p:cxnSp>
        <p:nvCxnSpPr>
          <p:cNvPr id="44" name="Straight Connector 27">
            <a:extLst>
              <a:ext uri="{FF2B5EF4-FFF2-40B4-BE49-F238E27FC236}">
                <a16:creationId xmlns:a16="http://schemas.microsoft.com/office/drawing/2014/main" id="{4FE07BDF-D6D6-ED05-4E54-638A26A13531}"/>
              </a:ext>
            </a:extLst>
          </p:cNvPr>
          <p:cNvCxnSpPr>
            <a:cxnSpLocks/>
            <a:endCxn id="45" idx="3"/>
          </p:cNvCxnSpPr>
          <p:nvPr/>
        </p:nvCxnSpPr>
        <p:spPr>
          <a:xfrm rot="5400000">
            <a:off x="2118628" y="4479883"/>
            <a:ext cx="674393" cy="167065"/>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45" name="Rectangle 44">
            <a:extLst>
              <a:ext uri="{FF2B5EF4-FFF2-40B4-BE49-F238E27FC236}">
                <a16:creationId xmlns:a16="http://schemas.microsoft.com/office/drawing/2014/main" id="{28DE2854-147A-EF65-DC50-4B6304835592}"/>
              </a:ext>
            </a:extLst>
          </p:cNvPr>
          <p:cNvSpPr/>
          <p:nvPr/>
        </p:nvSpPr>
        <p:spPr>
          <a:xfrm>
            <a:off x="801846" y="4612003"/>
            <a:ext cx="1570445" cy="577217"/>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Radiation Protection &amp; Industrial Hygiene Engineer </a:t>
            </a:r>
          </a:p>
          <a:p>
            <a:pPr algn="ctr"/>
            <a:r>
              <a:rPr lang="it-IT" sz="800" dirty="0">
                <a:solidFill>
                  <a:schemeClr val="tx1"/>
                </a:solidFill>
              </a:rPr>
              <a:t>COK AT OFFC</a:t>
            </a:r>
            <a:r>
              <a:rPr lang="en-US" sz="800" dirty="0">
                <a:solidFill>
                  <a:schemeClr val="tx1"/>
                </a:solidFill>
              </a:rPr>
              <a:t> 103289 </a:t>
            </a:r>
            <a:r>
              <a:rPr lang="en-US" sz="800" dirty="0" err="1">
                <a:solidFill>
                  <a:srgbClr val="0070C0"/>
                </a:solidFill>
              </a:rPr>
              <a:t>N.Sychevanov</a:t>
            </a:r>
            <a:endParaRPr lang="en-US" sz="800" dirty="0">
              <a:solidFill>
                <a:srgbClr val="0070C0"/>
              </a:solidFill>
            </a:endParaRPr>
          </a:p>
          <a:p>
            <a:pPr algn="ctr"/>
            <a:endParaRPr lang="en-US" sz="800" b="1" dirty="0">
              <a:solidFill>
                <a:schemeClr val="tx1"/>
              </a:solidFill>
            </a:endParaRPr>
          </a:p>
        </p:txBody>
      </p:sp>
      <p:cxnSp>
        <p:nvCxnSpPr>
          <p:cNvPr id="46" name="Straight Connector 27">
            <a:extLst>
              <a:ext uri="{FF2B5EF4-FFF2-40B4-BE49-F238E27FC236}">
                <a16:creationId xmlns:a16="http://schemas.microsoft.com/office/drawing/2014/main" id="{058A5B8B-7EB2-A895-46AE-BC305E412C3A}"/>
              </a:ext>
            </a:extLst>
          </p:cNvPr>
          <p:cNvCxnSpPr>
            <a:cxnSpLocks/>
            <a:endCxn id="39" idx="3"/>
          </p:cNvCxnSpPr>
          <p:nvPr/>
        </p:nvCxnSpPr>
        <p:spPr>
          <a:xfrm rot="5400000">
            <a:off x="2148565" y="3902948"/>
            <a:ext cx="614512" cy="167060"/>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59" name="Rectangle 58">
            <a:extLst>
              <a:ext uri="{FF2B5EF4-FFF2-40B4-BE49-F238E27FC236}">
                <a16:creationId xmlns:a16="http://schemas.microsoft.com/office/drawing/2014/main" id="{F2510779-D70B-3EAE-A192-BE5AAC830CF8}"/>
              </a:ext>
            </a:extLst>
          </p:cNvPr>
          <p:cNvSpPr/>
          <p:nvPr/>
        </p:nvSpPr>
        <p:spPr>
          <a:xfrm>
            <a:off x="4003757" y="2332439"/>
            <a:ext cx="1854841" cy="58004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Medical Services Supervisor</a:t>
            </a:r>
          </a:p>
          <a:p>
            <a:pPr algn="ctr"/>
            <a:r>
              <a:rPr lang="en-US" sz="800" dirty="0">
                <a:solidFill>
                  <a:schemeClr val="tx1"/>
                </a:solidFill>
              </a:rPr>
              <a:t>DHK OR ROT 107388/101191</a:t>
            </a:r>
          </a:p>
          <a:p>
            <a:pPr algn="ctr"/>
            <a:r>
              <a:rPr lang="en-US" sz="800">
                <a:solidFill>
                  <a:srgbClr val="0070C0"/>
                </a:solidFill>
              </a:rPr>
              <a:t>M. Aukeshev</a:t>
            </a:r>
            <a:r>
              <a:rPr lang="en-US" sz="800">
                <a:solidFill>
                  <a:srgbClr val="2ABDF2"/>
                </a:solidFill>
              </a:rPr>
              <a:t> </a:t>
            </a:r>
            <a:r>
              <a:rPr lang="en-US" sz="800" dirty="0">
                <a:solidFill>
                  <a:srgbClr val="2ABDF2"/>
                </a:solidFill>
              </a:rPr>
              <a:t>/ </a:t>
            </a:r>
            <a:r>
              <a:rPr lang="en-US" sz="800">
                <a:solidFill>
                  <a:srgbClr val="0070C0"/>
                </a:solidFill>
              </a:rPr>
              <a:t>K. Kusmoldin</a:t>
            </a:r>
            <a:r>
              <a:rPr lang="en-US" sz="800">
                <a:solidFill>
                  <a:schemeClr val="tx1"/>
                </a:solidFill>
              </a:rPr>
              <a:t> </a:t>
            </a:r>
            <a:endParaRPr lang="en-US" sz="800" dirty="0">
              <a:solidFill>
                <a:schemeClr val="tx1"/>
              </a:solidFill>
            </a:endParaRPr>
          </a:p>
          <a:p>
            <a:pPr algn="ctr"/>
            <a:endParaRPr lang="en-US" sz="800" b="1" dirty="0">
              <a:solidFill>
                <a:schemeClr val="tx1"/>
              </a:solidFill>
            </a:endParaRPr>
          </a:p>
        </p:txBody>
      </p:sp>
      <p:sp>
        <p:nvSpPr>
          <p:cNvPr id="60" name="Rectangle 59">
            <a:extLst>
              <a:ext uri="{FF2B5EF4-FFF2-40B4-BE49-F238E27FC236}">
                <a16:creationId xmlns:a16="http://schemas.microsoft.com/office/drawing/2014/main" id="{6A4EB8C8-A349-3E91-A34A-4A4D4C3D94FA}"/>
              </a:ext>
            </a:extLst>
          </p:cNvPr>
          <p:cNvSpPr/>
          <p:nvPr/>
        </p:nvSpPr>
        <p:spPr>
          <a:xfrm>
            <a:off x="4241159" y="3001800"/>
            <a:ext cx="1854841" cy="58004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Doctor (Site)</a:t>
            </a:r>
          </a:p>
          <a:p>
            <a:pPr algn="ctr"/>
            <a:r>
              <a:rPr lang="en-US" sz="800" dirty="0">
                <a:solidFill>
                  <a:schemeClr val="tx1"/>
                </a:solidFill>
              </a:rPr>
              <a:t>COK/DHK OR ROT 100864/123956</a:t>
            </a:r>
          </a:p>
          <a:p>
            <a:pPr algn="ctr"/>
            <a:r>
              <a:rPr lang="en-US" sz="800" dirty="0" err="1">
                <a:solidFill>
                  <a:srgbClr val="0070C0"/>
                </a:solidFill>
              </a:rPr>
              <a:t>S.Zhurgenbayev</a:t>
            </a:r>
            <a:r>
              <a:rPr lang="en-US" sz="800" dirty="0">
                <a:solidFill>
                  <a:srgbClr val="0070C0"/>
                </a:solidFill>
              </a:rPr>
              <a:t> </a:t>
            </a:r>
            <a:r>
              <a:rPr lang="en-US" sz="800" dirty="0">
                <a:solidFill>
                  <a:srgbClr val="2ABDF2"/>
                </a:solidFill>
              </a:rPr>
              <a:t>/ </a:t>
            </a:r>
            <a:r>
              <a:rPr lang="en-US" sz="800" dirty="0" err="1">
                <a:solidFill>
                  <a:srgbClr val="0070C0"/>
                </a:solidFill>
              </a:rPr>
              <a:t>R.Badayev</a:t>
            </a:r>
            <a:endParaRPr lang="en-US" sz="800" dirty="0">
              <a:solidFill>
                <a:srgbClr val="0070C0"/>
              </a:solidFill>
            </a:endParaRPr>
          </a:p>
          <a:p>
            <a:pPr algn="ctr"/>
            <a:endParaRPr lang="en-US" sz="800" b="1" dirty="0">
              <a:solidFill>
                <a:schemeClr val="tx1"/>
              </a:solidFill>
            </a:endParaRPr>
          </a:p>
        </p:txBody>
      </p:sp>
      <p:sp>
        <p:nvSpPr>
          <p:cNvPr id="61" name="Rectangle 60">
            <a:extLst>
              <a:ext uri="{FF2B5EF4-FFF2-40B4-BE49-F238E27FC236}">
                <a16:creationId xmlns:a16="http://schemas.microsoft.com/office/drawing/2014/main" id="{FFB8D8B7-78E5-8FE9-3580-A5809C440DBF}"/>
              </a:ext>
            </a:extLst>
          </p:cNvPr>
          <p:cNvSpPr/>
          <p:nvPr/>
        </p:nvSpPr>
        <p:spPr>
          <a:xfrm>
            <a:off x="4241158" y="3685792"/>
            <a:ext cx="1854841" cy="58004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Doctor (Site)</a:t>
            </a:r>
          </a:p>
          <a:p>
            <a:pPr algn="ctr"/>
            <a:r>
              <a:rPr lang="en-US" sz="800" dirty="0">
                <a:solidFill>
                  <a:schemeClr val="tx1"/>
                </a:solidFill>
              </a:rPr>
              <a:t>DHK/COK OR ROT 110013/110012</a:t>
            </a:r>
          </a:p>
          <a:p>
            <a:pPr algn="ctr"/>
            <a:r>
              <a:rPr lang="en-US" sz="800" dirty="0" err="1">
                <a:solidFill>
                  <a:srgbClr val="0070C0"/>
                </a:solidFill>
              </a:rPr>
              <a:t>V.Kozlov</a:t>
            </a:r>
            <a:r>
              <a:rPr lang="en-US" sz="800" dirty="0">
                <a:solidFill>
                  <a:srgbClr val="2ABDF2"/>
                </a:solidFill>
              </a:rPr>
              <a:t> / </a:t>
            </a:r>
            <a:r>
              <a:rPr lang="en-US" sz="800" dirty="0" err="1">
                <a:solidFill>
                  <a:srgbClr val="0070C0"/>
                </a:solidFill>
              </a:rPr>
              <a:t>B.Bektursinov</a:t>
            </a:r>
            <a:endParaRPr lang="en-US" sz="800" dirty="0">
              <a:solidFill>
                <a:srgbClr val="0070C0"/>
              </a:solidFill>
            </a:endParaRPr>
          </a:p>
          <a:p>
            <a:pPr algn="ctr"/>
            <a:endParaRPr lang="en-US" sz="800" dirty="0">
              <a:solidFill>
                <a:schemeClr val="tx1"/>
              </a:solidFill>
            </a:endParaRPr>
          </a:p>
          <a:p>
            <a:pPr algn="ctr"/>
            <a:endParaRPr lang="en-US" sz="800" b="1" dirty="0">
              <a:solidFill>
                <a:schemeClr val="tx1"/>
              </a:solidFill>
            </a:endParaRPr>
          </a:p>
        </p:txBody>
      </p:sp>
      <p:sp>
        <p:nvSpPr>
          <p:cNvPr id="63" name="Rectangle 62">
            <a:extLst>
              <a:ext uri="{FF2B5EF4-FFF2-40B4-BE49-F238E27FC236}">
                <a16:creationId xmlns:a16="http://schemas.microsoft.com/office/drawing/2014/main" id="{BE280030-3A96-6A43-E903-17CBF2834847}"/>
              </a:ext>
            </a:extLst>
          </p:cNvPr>
          <p:cNvSpPr/>
          <p:nvPr/>
        </p:nvSpPr>
        <p:spPr>
          <a:xfrm>
            <a:off x="6501623" y="2336274"/>
            <a:ext cx="1854841" cy="58004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Medical Services Supervisor </a:t>
            </a:r>
          </a:p>
          <a:p>
            <a:pPr algn="ctr"/>
            <a:r>
              <a:rPr lang="en-US" sz="800" dirty="0">
                <a:solidFill>
                  <a:schemeClr val="tx1"/>
                </a:solidFill>
              </a:rPr>
              <a:t>DHK EW ROT 109701/110116</a:t>
            </a:r>
          </a:p>
          <a:p>
            <a:pPr algn="ctr"/>
            <a:r>
              <a:rPr lang="en-US" sz="800">
                <a:solidFill>
                  <a:srgbClr val="0070C0"/>
                </a:solidFill>
              </a:rPr>
              <a:t>A. Bissenbayev</a:t>
            </a:r>
            <a:r>
              <a:rPr lang="en-US" sz="800">
                <a:solidFill>
                  <a:srgbClr val="2ABDF2"/>
                </a:solidFill>
              </a:rPr>
              <a:t>a </a:t>
            </a:r>
            <a:r>
              <a:rPr lang="en-US" sz="800" dirty="0">
                <a:solidFill>
                  <a:srgbClr val="2ABDF2"/>
                </a:solidFill>
              </a:rPr>
              <a:t>/ </a:t>
            </a:r>
            <a:r>
              <a:rPr lang="en-US" sz="800">
                <a:solidFill>
                  <a:srgbClr val="0070C0"/>
                </a:solidFill>
              </a:rPr>
              <a:t>M. Yessimzhanov</a:t>
            </a:r>
            <a:endParaRPr lang="en-US" sz="800" dirty="0">
              <a:solidFill>
                <a:srgbClr val="0070C0"/>
              </a:solidFill>
            </a:endParaRPr>
          </a:p>
        </p:txBody>
      </p:sp>
      <p:sp>
        <p:nvSpPr>
          <p:cNvPr id="64" name="Rectangle 63">
            <a:extLst>
              <a:ext uri="{FF2B5EF4-FFF2-40B4-BE49-F238E27FC236}">
                <a16:creationId xmlns:a16="http://schemas.microsoft.com/office/drawing/2014/main" id="{E1D3A0D2-112A-D8B5-1325-7523C76E7800}"/>
              </a:ext>
            </a:extLst>
          </p:cNvPr>
          <p:cNvSpPr/>
          <p:nvPr/>
        </p:nvSpPr>
        <p:spPr>
          <a:xfrm>
            <a:off x="6760869" y="3051370"/>
            <a:ext cx="1854841" cy="1005120"/>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 Doctor (Site) EW ROT</a:t>
            </a:r>
          </a:p>
          <a:p>
            <a:pPr algn="ctr"/>
            <a:r>
              <a:rPr lang="en-US" sz="800" dirty="0">
                <a:solidFill>
                  <a:schemeClr val="tx1"/>
                </a:solidFill>
              </a:rPr>
              <a:t>COK 179101 </a:t>
            </a:r>
            <a:r>
              <a:rPr lang="en-US" sz="800">
                <a:solidFill>
                  <a:srgbClr val="0070C0"/>
                </a:solidFill>
              </a:rPr>
              <a:t>T. Omaro</a:t>
            </a:r>
            <a:r>
              <a:rPr lang="en-US" sz="800">
                <a:solidFill>
                  <a:srgbClr val="2ABDF2"/>
                </a:solidFill>
              </a:rPr>
              <a:t>v</a:t>
            </a:r>
            <a:endParaRPr lang="en-US" sz="800" dirty="0">
              <a:solidFill>
                <a:srgbClr val="2ABDF2"/>
              </a:solidFill>
            </a:endParaRPr>
          </a:p>
          <a:p>
            <a:pPr algn="ctr"/>
            <a:r>
              <a:rPr lang="en-US" sz="800" dirty="0">
                <a:solidFill>
                  <a:schemeClr val="tx1"/>
                </a:solidFill>
              </a:rPr>
              <a:t>COK 179355 </a:t>
            </a:r>
            <a:r>
              <a:rPr lang="en-US" sz="800">
                <a:solidFill>
                  <a:srgbClr val="0070C0"/>
                </a:solidFill>
              </a:rPr>
              <a:t>N. Maratul</a:t>
            </a:r>
            <a:r>
              <a:rPr lang="en-US" sz="800">
                <a:solidFill>
                  <a:srgbClr val="2ABDF2"/>
                </a:solidFill>
              </a:rPr>
              <a:t>y</a:t>
            </a:r>
            <a:endParaRPr lang="en-US" sz="800" dirty="0">
              <a:solidFill>
                <a:srgbClr val="2ABDF2"/>
              </a:solidFill>
            </a:endParaRPr>
          </a:p>
          <a:p>
            <a:pPr algn="ctr"/>
            <a:r>
              <a:rPr lang="en-US" sz="800" dirty="0">
                <a:solidFill>
                  <a:schemeClr val="tx1"/>
                </a:solidFill>
              </a:rPr>
              <a:t>DHK 103532 </a:t>
            </a:r>
            <a:r>
              <a:rPr lang="en-US" sz="800" dirty="0" err="1">
                <a:solidFill>
                  <a:srgbClr val="0070C0"/>
                </a:solidFill>
              </a:rPr>
              <a:t>B.Altynbekov</a:t>
            </a:r>
            <a:endParaRPr lang="en-US" sz="800" dirty="0">
              <a:solidFill>
                <a:srgbClr val="0070C0"/>
              </a:solidFill>
            </a:endParaRPr>
          </a:p>
          <a:p>
            <a:pPr algn="ctr"/>
            <a:r>
              <a:rPr lang="en-US" sz="800" dirty="0">
                <a:solidFill>
                  <a:schemeClr val="tx1"/>
                </a:solidFill>
              </a:rPr>
              <a:t>DHK 102365 </a:t>
            </a:r>
            <a:r>
              <a:rPr lang="en-US" sz="800" dirty="0" err="1">
                <a:solidFill>
                  <a:srgbClr val="0070C0"/>
                </a:solidFill>
              </a:rPr>
              <a:t>V.Kim</a:t>
            </a:r>
            <a:endParaRPr lang="en-US" sz="800" dirty="0">
              <a:solidFill>
                <a:srgbClr val="0070C0"/>
              </a:solidFill>
            </a:endParaRPr>
          </a:p>
          <a:p>
            <a:pPr algn="ctr"/>
            <a:r>
              <a:rPr lang="en-US" sz="800" dirty="0">
                <a:solidFill>
                  <a:schemeClr val="tx1"/>
                </a:solidFill>
              </a:rPr>
              <a:t>COK 103264 </a:t>
            </a:r>
            <a:r>
              <a:rPr lang="en-US" sz="800">
                <a:solidFill>
                  <a:srgbClr val="0070C0"/>
                </a:solidFill>
              </a:rPr>
              <a:t>A. Kairatul</a:t>
            </a:r>
            <a:r>
              <a:rPr lang="en-US" sz="800">
                <a:solidFill>
                  <a:srgbClr val="2ABDF2"/>
                </a:solidFill>
              </a:rPr>
              <a:t>y</a:t>
            </a:r>
            <a:endParaRPr lang="en-US" sz="800" dirty="0">
              <a:solidFill>
                <a:srgbClr val="2ABDF2"/>
              </a:solidFill>
            </a:endParaRPr>
          </a:p>
          <a:p>
            <a:pPr algn="ctr"/>
            <a:r>
              <a:rPr lang="en-US" sz="800" dirty="0">
                <a:solidFill>
                  <a:schemeClr val="tx1"/>
                </a:solidFill>
              </a:rPr>
              <a:t>DHK 103956 </a:t>
            </a:r>
            <a:r>
              <a:rPr lang="en-US" sz="800" dirty="0" err="1">
                <a:solidFill>
                  <a:srgbClr val="0070C0"/>
                </a:solidFill>
              </a:rPr>
              <a:t>S.Zhumagazina</a:t>
            </a:r>
            <a:endParaRPr lang="en-US" sz="800" dirty="0">
              <a:solidFill>
                <a:srgbClr val="0070C0"/>
              </a:solidFill>
            </a:endParaRPr>
          </a:p>
          <a:p>
            <a:pPr algn="ctr"/>
            <a:endParaRPr lang="en-US" sz="800" dirty="0">
              <a:solidFill>
                <a:schemeClr val="tx1"/>
              </a:solidFill>
            </a:endParaRPr>
          </a:p>
        </p:txBody>
      </p:sp>
      <p:sp>
        <p:nvSpPr>
          <p:cNvPr id="65" name="Rectangle 64">
            <a:extLst>
              <a:ext uri="{FF2B5EF4-FFF2-40B4-BE49-F238E27FC236}">
                <a16:creationId xmlns:a16="http://schemas.microsoft.com/office/drawing/2014/main" id="{0607EC6E-3739-E257-E505-B11AB712C784}"/>
              </a:ext>
            </a:extLst>
          </p:cNvPr>
          <p:cNvSpPr/>
          <p:nvPr/>
        </p:nvSpPr>
        <p:spPr>
          <a:xfrm>
            <a:off x="6760867" y="4120050"/>
            <a:ext cx="1854841" cy="1171145"/>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Nurse EW ROT</a:t>
            </a:r>
          </a:p>
          <a:p>
            <a:pPr algn="ctr"/>
            <a:r>
              <a:rPr lang="en-US" sz="800" dirty="0">
                <a:solidFill>
                  <a:schemeClr val="tx1"/>
                </a:solidFill>
              </a:rPr>
              <a:t>COK 179317 </a:t>
            </a:r>
            <a:r>
              <a:rPr lang="en-US" sz="800" dirty="0" err="1">
                <a:solidFill>
                  <a:srgbClr val="0070C0"/>
                </a:solidFill>
              </a:rPr>
              <a:t>D.Muradimov</a:t>
            </a:r>
            <a:endParaRPr lang="en-US" sz="800" dirty="0">
              <a:solidFill>
                <a:srgbClr val="0070C0"/>
              </a:solidFill>
            </a:endParaRPr>
          </a:p>
          <a:p>
            <a:pPr algn="ctr"/>
            <a:r>
              <a:rPr lang="en-US" sz="800" dirty="0">
                <a:solidFill>
                  <a:schemeClr val="tx1"/>
                </a:solidFill>
              </a:rPr>
              <a:t>COK 179318 </a:t>
            </a:r>
            <a:r>
              <a:rPr lang="en-US" sz="800">
                <a:solidFill>
                  <a:srgbClr val="0070C0"/>
                </a:solidFill>
              </a:rPr>
              <a:t>D. Sepbaye</a:t>
            </a:r>
            <a:r>
              <a:rPr lang="en-US" sz="800">
                <a:solidFill>
                  <a:srgbClr val="2ABDF2"/>
                </a:solidFill>
              </a:rPr>
              <a:t>v</a:t>
            </a:r>
            <a:r>
              <a:rPr lang="en-US" sz="800" dirty="0">
                <a:solidFill>
                  <a:schemeClr val="tx1"/>
                </a:solidFill>
              </a:rPr>
              <a:t>, </a:t>
            </a:r>
          </a:p>
          <a:p>
            <a:pPr algn="ctr"/>
            <a:r>
              <a:rPr lang="en-US" sz="800" dirty="0">
                <a:solidFill>
                  <a:schemeClr val="tx1"/>
                </a:solidFill>
              </a:rPr>
              <a:t>COK 179319 </a:t>
            </a:r>
            <a:r>
              <a:rPr lang="en-US" sz="800" dirty="0" err="1">
                <a:solidFill>
                  <a:srgbClr val="0070C0"/>
                </a:solidFill>
              </a:rPr>
              <a:t>D.Julamanov</a:t>
            </a:r>
            <a:endParaRPr lang="en-US" sz="800" dirty="0">
              <a:solidFill>
                <a:srgbClr val="0070C0"/>
              </a:solidFill>
            </a:endParaRPr>
          </a:p>
          <a:p>
            <a:pPr algn="ctr"/>
            <a:r>
              <a:rPr lang="en-US" sz="800" dirty="0">
                <a:solidFill>
                  <a:schemeClr val="tx1"/>
                </a:solidFill>
              </a:rPr>
              <a:t>COK 179320 </a:t>
            </a:r>
            <a:r>
              <a:rPr lang="en-US" sz="800" dirty="0" err="1">
                <a:solidFill>
                  <a:srgbClr val="0070C0"/>
                </a:solidFill>
              </a:rPr>
              <a:t>O.Talkanbayev</a:t>
            </a:r>
            <a:endParaRPr lang="en-US" sz="800" dirty="0">
              <a:solidFill>
                <a:srgbClr val="0070C0"/>
              </a:solidFill>
            </a:endParaRPr>
          </a:p>
          <a:p>
            <a:pPr algn="ctr"/>
            <a:r>
              <a:rPr lang="en-US" sz="800" dirty="0">
                <a:solidFill>
                  <a:schemeClr val="tx1"/>
                </a:solidFill>
              </a:rPr>
              <a:t>COK 121680 </a:t>
            </a:r>
            <a:r>
              <a:rPr lang="en-US" sz="800" dirty="0" err="1">
                <a:solidFill>
                  <a:srgbClr val="0070C0"/>
                </a:solidFill>
              </a:rPr>
              <a:t>I.Sitdikov</a:t>
            </a:r>
            <a:endParaRPr lang="en-US" sz="800" dirty="0">
              <a:solidFill>
                <a:srgbClr val="0070C0"/>
              </a:solidFill>
            </a:endParaRPr>
          </a:p>
          <a:p>
            <a:pPr algn="ctr"/>
            <a:r>
              <a:rPr lang="en-US" sz="800" dirty="0">
                <a:solidFill>
                  <a:schemeClr val="tx1"/>
                </a:solidFill>
              </a:rPr>
              <a:t>COK 151680 </a:t>
            </a:r>
            <a:r>
              <a:rPr lang="en-US" sz="800" dirty="0" err="1">
                <a:solidFill>
                  <a:srgbClr val="0070C0"/>
                </a:solidFill>
              </a:rPr>
              <a:t>A.Bizhanov</a:t>
            </a:r>
            <a:endParaRPr lang="en-US" sz="800" dirty="0">
              <a:solidFill>
                <a:srgbClr val="0070C0"/>
              </a:solidFill>
            </a:endParaRPr>
          </a:p>
          <a:p>
            <a:pPr algn="ctr"/>
            <a:r>
              <a:rPr lang="en-US" sz="800" dirty="0">
                <a:solidFill>
                  <a:schemeClr val="tx1"/>
                </a:solidFill>
              </a:rPr>
              <a:t>COK 110017 </a:t>
            </a:r>
            <a:r>
              <a:rPr lang="en-US" sz="800" dirty="0" err="1">
                <a:solidFill>
                  <a:srgbClr val="0070C0"/>
                </a:solidFill>
              </a:rPr>
              <a:t>M.Kereyev</a:t>
            </a:r>
            <a:endParaRPr lang="en-US" sz="800" dirty="0">
              <a:solidFill>
                <a:srgbClr val="0070C0"/>
              </a:solidFill>
            </a:endParaRPr>
          </a:p>
          <a:p>
            <a:pPr algn="ctr"/>
            <a:r>
              <a:rPr lang="en-US" sz="800" dirty="0">
                <a:solidFill>
                  <a:schemeClr val="tx1"/>
                </a:solidFill>
              </a:rPr>
              <a:t>COK 103931 </a:t>
            </a:r>
            <a:r>
              <a:rPr lang="en-US" sz="800" dirty="0" err="1">
                <a:solidFill>
                  <a:srgbClr val="0070C0"/>
                </a:solidFill>
              </a:rPr>
              <a:t>N.Nurgaliyev</a:t>
            </a:r>
            <a:endParaRPr lang="en-US" sz="800" dirty="0">
              <a:solidFill>
                <a:srgbClr val="0070C0"/>
              </a:solidFill>
            </a:endParaRPr>
          </a:p>
        </p:txBody>
      </p:sp>
      <p:cxnSp>
        <p:nvCxnSpPr>
          <p:cNvPr id="73" name="Straight Connector 27">
            <a:extLst>
              <a:ext uri="{FF2B5EF4-FFF2-40B4-BE49-F238E27FC236}">
                <a16:creationId xmlns:a16="http://schemas.microsoft.com/office/drawing/2014/main" id="{B9AD20B7-7E97-E70C-803D-B4A5759B224D}"/>
              </a:ext>
            </a:extLst>
          </p:cNvPr>
          <p:cNvCxnSpPr>
            <a:cxnSpLocks/>
          </p:cNvCxnSpPr>
          <p:nvPr/>
        </p:nvCxnSpPr>
        <p:spPr>
          <a:xfrm rot="16200000" flipH="1">
            <a:off x="8899383" y="2869449"/>
            <a:ext cx="625267" cy="167057"/>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74" name="Straight Connector 27">
            <a:extLst>
              <a:ext uri="{FF2B5EF4-FFF2-40B4-BE49-F238E27FC236}">
                <a16:creationId xmlns:a16="http://schemas.microsoft.com/office/drawing/2014/main" id="{0ADD4C61-A468-E92C-D4D5-388C894985B0}"/>
              </a:ext>
            </a:extLst>
          </p:cNvPr>
          <p:cNvCxnSpPr>
            <a:cxnSpLocks/>
            <a:endCxn id="20" idx="1"/>
          </p:cNvCxnSpPr>
          <p:nvPr/>
        </p:nvCxnSpPr>
        <p:spPr>
          <a:xfrm rot="16200000" flipH="1">
            <a:off x="8951775" y="2296573"/>
            <a:ext cx="520481" cy="16706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75" name="Straight Connector 27">
            <a:extLst>
              <a:ext uri="{FF2B5EF4-FFF2-40B4-BE49-F238E27FC236}">
                <a16:creationId xmlns:a16="http://schemas.microsoft.com/office/drawing/2014/main" id="{523FDFCA-31D7-10C4-E484-558EA05EC400}"/>
              </a:ext>
            </a:extLst>
          </p:cNvPr>
          <p:cNvCxnSpPr>
            <a:cxnSpLocks/>
          </p:cNvCxnSpPr>
          <p:nvPr/>
        </p:nvCxnSpPr>
        <p:spPr>
          <a:xfrm rot="16200000" flipH="1">
            <a:off x="8893747" y="4635931"/>
            <a:ext cx="636539" cy="167057"/>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79" name="Straight Connector 27">
            <a:extLst>
              <a:ext uri="{FF2B5EF4-FFF2-40B4-BE49-F238E27FC236}">
                <a16:creationId xmlns:a16="http://schemas.microsoft.com/office/drawing/2014/main" id="{C1F20756-4C78-E005-DD8B-B9D6EEA33269}"/>
              </a:ext>
            </a:extLst>
          </p:cNvPr>
          <p:cNvCxnSpPr>
            <a:cxnSpLocks/>
          </p:cNvCxnSpPr>
          <p:nvPr/>
        </p:nvCxnSpPr>
        <p:spPr>
          <a:xfrm rot="16200000" flipH="1">
            <a:off x="8893747" y="4045584"/>
            <a:ext cx="636539" cy="167057"/>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80" name="Straight Connector 27">
            <a:extLst>
              <a:ext uri="{FF2B5EF4-FFF2-40B4-BE49-F238E27FC236}">
                <a16:creationId xmlns:a16="http://schemas.microsoft.com/office/drawing/2014/main" id="{92AF721F-5409-BA39-88BC-8E70A263C75E}"/>
              </a:ext>
            </a:extLst>
          </p:cNvPr>
          <p:cNvCxnSpPr>
            <a:cxnSpLocks/>
          </p:cNvCxnSpPr>
          <p:nvPr/>
        </p:nvCxnSpPr>
        <p:spPr>
          <a:xfrm rot="16200000" flipH="1">
            <a:off x="8915422" y="3476911"/>
            <a:ext cx="593190" cy="167059"/>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84" name="Rectangle 83">
            <a:extLst>
              <a:ext uri="{FF2B5EF4-FFF2-40B4-BE49-F238E27FC236}">
                <a16:creationId xmlns:a16="http://schemas.microsoft.com/office/drawing/2014/main" id="{D0F5F505-C627-F62C-3B02-35A5E70199A3}"/>
              </a:ext>
            </a:extLst>
          </p:cNvPr>
          <p:cNvSpPr/>
          <p:nvPr/>
        </p:nvSpPr>
        <p:spPr>
          <a:xfrm>
            <a:off x="9295545" y="3559010"/>
            <a:ext cx="1570445" cy="561039"/>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Occupational Health Support Advisor </a:t>
            </a:r>
          </a:p>
          <a:p>
            <a:pPr algn="ctr"/>
            <a:r>
              <a:rPr lang="en-US" sz="800" dirty="0">
                <a:solidFill>
                  <a:schemeClr val="tx1"/>
                </a:solidFill>
              </a:rPr>
              <a:t>DHK AT OFFC 103556 </a:t>
            </a:r>
            <a:r>
              <a:rPr lang="en-US" sz="800" dirty="0" err="1">
                <a:solidFill>
                  <a:srgbClr val="0070C0"/>
                </a:solidFill>
              </a:rPr>
              <a:t>N.Jumabayeva</a:t>
            </a:r>
            <a:endParaRPr lang="en-US" sz="800" dirty="0">
              <a:solidFill>
                <a:srgbClr val="0070C0"/>
              </a:solidFill>
            </a:endParaRPr>
          </a:p>
        </p:txBody>
      </p:sp>
      <p:sp>
        <p:nvSpPr>
          <p:cNvPr id="85" name="Rectangle 84">
            <a:extLst>
              <a:ext uri="{FF2B5EF4-FFF2-40B4-BE49-F238E27FC236}">
                <a16:creationId xmlns:a16="http://schemas.microsoft.com/office/drawing/2014/main" id="{D9BAA8D8-672E-FCB7-92B6-98BC345C0DF0}"/>
              </a:ext>
            </a:extLst>
          </p:cNvPr>
          <p:cNvSpPr/>
          <p:nvPr/>
        </p:nvSpPr>
        <p:spPr>
          <a:xfrm>
            <a:off x="9295545" y="4186685"/>
            <a:ext cx="1570445" cy="50150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Doctor (Site)</a:t>
            </a:r>
          </a:p>
          <a:p>
            <a:pPr algn="ctr"/>
            <a:r>
              <a:rPr lang="en-US" sz="800" dirty="0">
                <a:solidFill>
                  <a:schemeClr val="tx1"/>
                </a:solidFill>
              </a:rPr>
              <a:t>DHK BT ROT 110018/110019</a:t>
            </a:r>
          </a:p>
          <a:p>
            <a:pPr algn="ctr"/>
            <a:r>
              <a:rPr lang="en-US" sz="800" dirty="0" err="1">
                <a:solidFill>
                  <a:srgbClr val="0070C0"/>
                </a:solidFill>
              </a:rPr>
              <a:t>T.Sundetov</a:t>
            </a:r>
            <a:r>
              <a:rPr lang="en-US" sz="800" dirty="0">
                <a:solidFill>
                  <a:srgbClr val="2ABDF2"/>
                </a:solidFill>
              </a:rPr>
              <a:t>/</a:t>
            </a:r>
            <a:r>
              <a:rPr lang="en-US" sz="800" dirty="0" err="1">
                <a:solidFill>
                  <a:srgbClr val="0070C0"/>
                </a:solidFill>
              </a:rPr>
              <a:t>Y.Yakukin</a:t>
            </a:r>
            <a:endParaRPr lang="en-US" sz="800" dirty="0">
              <a:solidFill>
                <a:srgbClr val="0070C0"/>
              </a:solidFill>
            </a:endParaRPr>
          </a:p>
          <a:p>
            <a:pPr algn="ctr"/>
            <a:endParaRPr lang="en-US" sz="800" b="1" dirty="0">
              <a:solidFill>
                <a:schemeClr val="tx1"/>
              </a:solidFill>
            </a:endParaRPr>
          </a:p>
        </p:txBody>
      </p:sp>
      <p:sp>
        <p:nvSpPr>
          <p:cNvPr id="86" name="Rectangle 85">
            <a:extLst>
              <a:ext uri="{FF2B5EF4-FFF2-40B4-BE49-F238E27FC236}">
                <a16:creationId xmlns:a16="http://schemas.microsoft.com/office/drawing/2014/main" id="{3CDBD324-14A3-0E35-BB78-024B6A26A6A5}"/>
              </a:ext>
            </a:extLst>
          </p:cNvPr>
          <p:cNvSpPr/>
          <p:nvPr/>
        </p:nvSpPr>
        <p:spPr>
          <a:xfrm>
            <a:off x="9295545" y="4778538"/>
            <a:ext cx="1570445" cy="552789"/>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Nurse (Site)</a:t>
            </a:r>
          </a:p>
          <a:p>
            <a:pPr algn="ctr"/>
            <a:r>
              <a:rPr lang="en-US" sz="800" dirty="0">
                <a:solidFill>
                  <a:schemeClr val="tx1"/>
                </a:solidFill>
              </a:rPr>
              <a:t>DHK/COK BT ROT 153002/103002</a:t>
            </a:r>
          </a:p>
          <a:p>
            <a:pPr algn="ctr"/>
            <a:r>
              <a:rPr lang="en-US" sz="800" dirty="0" err="1">
                <a:solidFill>
                  <a:srgbClr val="0070C0"/>
                </a:solidFill>
              </a:rPr>
              <a:t>A.Omirova</a:t>
            </a:r>
            <a:r>
              <a:rPr lang="en-US" sz="800" dirty="0">
                <a:solidFill>
                  <a:srgbClr val="2ABDF2"/>
                </a:solidFill>
              </a:rPr>
              <a:t>/</a:t>
            </a:r>
            <a:r>
              <a:rPr lang="en-US" sz="800" dirty="0" err="1">
                <a:solidFill>
                  <a:srgbClr val="0070C0"/>
                </a:solidFill>
              </a:rPr>
              <a:t>G.Bishenova</a:t>
            </a:r>
            <a:endParaRPr lang="en-US" sz="800" dirty="0">
              <a:solidFill>
                <a:srgbClr val="0070C0"/>
              </a:solidFill>
            </a:endParaRPr>
          </a:p>
          <a:p>
            <a:pPr algn="ctr"/>
            <a:endParaRPr lang="en-US" sz="800" b="1" dirty="0">
              <a:solidFill>
                <a:schemeClr val="tx1"/>
              </a:solidFill>
            </a:endParaRPr>
          </a:p>
        </p:txBody>
      </p:sp>
      <p:cxnSp>
        <p:nvCxnSpPr>
          <p:cNvPr id="87" name="Straight Connector 27">
            <a:extLst>
              <a:ext uri="{FF2B5EF4-FFF2-40B4-BE49-F238E27FC236}">
                <a16:creationId xmlns:a16="http://schemas.microsoft.com/office/drawing/2014/main" id="{6CBC44E2-98CE-3044-AFD9-F3DB5FD8B5C1}"/>
              </a:ext>
            </a:extLst>
          </p:cNvPr>
          <p:cNvCxnSpPr>
            <a:cxnSpLocks/>
            <a:stCxn id="216" idx="2"/>
            <a:endCxn id="63" idx="0"/>
          </p:cNvCxnSpPr>
          <p:nvPr/>
        </p:nvCxnSpPr>
        <p:spPr>
          <a:xfrm rot="16200000" flipH="1">
            <a:off x="6501007" y="1408236"/>
            <a:ext cx="267963" cy="1588112"/>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90" name="Straight Connector 27">
            <a:extLst>
              <a:ext uri="{FF2B5EF4-FFF2-40B4-BE49-F238E27FC236}">
                <a16:creationId xmlns:a16="http://schemas.microsoft.com/office/drawing/2014/main" id="{D0995DD2-07F8-AF1C-A9CD-1585966561C3}"/>
              </a:ext>
            </a:extLst>
          </p:cNvPr>
          <p:cNvCxnSpPr>
            <a:cxnSpLocks/>
            <a:stCxn id="59" idx="0"/>
            <a:endCxn id="216" idx="2"/>
          </p:cNvCxnSpPr>
          <p:nvPr/>
        </p:nvCxnSpPr>
        <p:spPr>
          <a:xfrm rot="5400000" flipH="1" flipV="1">
            <a:off x="5253991" y="1745498"/>
            <a:ext cx="264128" cy="909754"/>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94" name="Straight Connector 27">
            <a:extLst>
              <a:ext uri="{FF2B5EF4-FFF2-40B4-BE49-F238E27FC236}">
                <a16:creationId xmlns:a16="http://schemas.microsoft.com/office/drawing/2014/main" id="{0FC141C1-6250-97EC-ED8C-720AE70C3E25}"/>
              </a:ext>
            </a:extLst>
          </p:cNvPr>
          <p:cNvCxnSpPr>
            <a:cxnSpLocks/>
            <a:endCxn id="60" idx="1"/>
          </p:cNvCxnSpPr>
          <p:nvPr/>
        </p:nvCxnSpPr>
        <p:spPr>
          <a:xfrm rot="16200000" flipH="1">
            <a:off x="3968998" y="3019663"/>
            <a:ext cx="379336" cy="164986"/>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96" name="Straight Connector 27">
            <a:extLst>
              <a:ext uri="{FF2B5EF4-FFF2-40B4-BE49-F238E27FC236}">
                <a16:creationId xmlns:a16="http://schemas.microsoft.com/office/drawing/2014/main" id="{DC711C32-397B-B11F-726F-856F389BAD6A}"/>
              </a:ext>
            </a:extLst>
          </p:cNvPr>
          <p:cNvCxnSpPr>
            <a:cxnSpLocks/>
            <a:endCxn id="61" idx="1"/>
          </p:cNvCxnSpPr>
          <p:nvPr/>
        </p:nvCxnSpPr>
        <p:spPr>
          <a:xfrm rot="16200000" flipH="1">
            <a:off x="3802680" y="3537337"/>
            <a:ext cx="711971" cy="164985"/>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99" name="Straight Connector 27">
            <a:extLst>
              <a:ext uri="{FF2B5EF4-FFF2-40B4-BE49-F238E27FC236}">
                <a16:creationId xmlns:a16="http://schemas.microsoft.com/office/drawing/2014/main" id="{02AD6188-AB6C-17E2-1E50-2820AF8A239C}"/>
              </a:ext>
            </a:extLst>
          </p:cNvPr>
          <p:cNvCxnSpPr>
            <a:cxnSpLocks/>
            <a:endCxn id="64" idx="1"/>
          </p:cNvCxnSpPr>
          <p:nvPr/>
        </p:nvCxnSpPr>
        <p:spPr>
          <a:xfrm rot="16200000" flipH="1">
            <a:off x="6375614" y="3168675"/>
            <a:ext cx="633794" cy="136716"/>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01" name="Straight Connector 27">
            <a:extLst>
              <a:ext uri="{FF2B5EF4-FFF2-40B4-BE49-F238E27FC236}">
                <a16:creationId xmlns:a16="http://schemas.microsoft.com/office/drawing/2014/main" id="{05703F92-8CA8-81AE-B7D8-38FC52190499}"/>
              </a:ext>
            </a:extLst>
          </p:cNvPr>
          <p:cNvCxnSpPr>
            <a:cxnSpLocks/>
            <a:endCxn id="65" idx="1"/>
          </p:cNvCxnSpPr>
          <p:nvPr/>
        </p:nvCxnSpPr>
        <p:spPr>
          <a:xfrm rot="16200000" flipH="1">
            <a:off x="6114686" y="4059442"/>
            <a:ext cx="1148162" cy="144200"/>
          </a:xfrm>
          <a:prstGeom prst="bentConnector2">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1227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48F9F-7239-7F38-8F58-1FCED477D114}"/>
            </a:ext>
          </a:extLst>
        </p:cNvPr>
        <p:cNvGrpSpPr/>
        <p:nvPr/>
      </p:nvGrpSpPr>
      <p:grpSpPr>
        <a:xfrm>
          <a:off x="0" y="0"/>
          <a:ext cx="0" cy="0"/>
          <a:chOff x="0" y="0"/>
          <a:chExt cx="0" cy="0"/>
        </a:xfrm>
      </p:grpSpPr>
      <p:sp>
        <p:nvSpPr>
          <p:cNvPr id="236" name="Text Placeholder 235">
            <a:extLst>
              <a:ext uri="{FF2B5EF4-FFF2-40B4-BE49-F238E27FC236}">
                <a16:creationId xmlns:a16="http://schemas.microsoft.com/office/drawing/2014/main" id="{B5BC5166-6D0D-7D96-D63E-25AEEE22FDBF}"/>
              </a:ext>
            </a:extLst>
          </p:cNvPr>
          <p:cNvSpPr>
            <a:spLocks noGrp="1"/>
          </p:cNvSpPr>
          <p:nvPr>
            <p:ph type="body" sz="quarter" idx="10"/>
          </p:nvPr>
        </p:nvSpPr>
        <p:spPr>
          <a:xfrm>
            <a:off x="0" y="116104"/>
            <a:ext cx="5264734" cy="339661"/>
          </a:xfrm>
        </p:spPr>
        <p:txBody>
          <a:bodyPr>
            <a:normAutofit lnSpcReduction="10000"/>
          </a:bodyPr>
          <a:lstStyle/>
          <a:p>
            <a:r>
              <a:rPr lang="en-US" b="0" dirty="0"/>
              <a:t>Security</a:t>
            </a:r>
          </a:p>
        </p:txBody>
      </p:sp>
      <p:sp>
        <p:nvSpPr>
          <p:cNvPr id="160" name="Rectangle 159">
            <a:extLst>
              <a:ext uri="{FF2B5EF4-FFF2-40B4-BE49-F238E27FC236}">
                <a16:creationId xmlns:a16="http://schemas.microsoft.com/office/drawing/2014/main" id="{3B7B1F53-8924-646C-60D8-FA9C8C121239}"/>
              </a:ext>
            </a:extLst>
          </p:cNvPr>
          <p:cNvSpPr/>
          <p:nvPr/>
        </p:nvSpPr>
        <p:spPr>
          <a:xfrm>
            <a:off x="4474692" y="530401"/>
            <a:ext cx="2002066" cy="5505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Manager </a:t>
            </a:r>
          </a:p>
          <a:p>
            <a:pPr algn="ctr"/>
            <a:r>
              <a:rPr lang="en-US" sz="800" dirty="0">
                <a:solidFill>
                  <a:schemeClr val="tx1"/>
                </a:solidFill>
              </a:rPr>
              <a:t>DHK AT OFFC 100417 </a:t>
            </a:r>
          </a:p>
          <a:p>
            <a:pPr algn="ctr"/>
            <a:r>
              <a:rPr lang="en-US" sz="800">
                <a:solidFill>
                  <a:srgbClr val="0070C0"/>
                </a:solidFill>
              </a:rPr>
              <a:t>B. Muratov</a:t>
            </a:r>
            <a:endParaRPr lang="en-US" sz="800" dirty="0">
              <a:solidFill>
                <a:srgbClr val="0070C0"/>
              </a:solidFill>
            </a:endParaRPr>
          </a:p>
          <a:p>
            <a:pPr algn="ctr"/>
            <a:endParaRPr lang="en-US" sz="800" b="1" dirty="0">
              <a:solidFill>
                <a:schemeClr val="tx1"/>
              </a:solidFill>
            </a:endParaRPr>
          </a:p>
        </p:txBody>
      </p:sp>
      <p:sp>
        <p:nvSpPr>
          <p:cNvPr id="81" name="Rectangle 80">
            <a:extLst>
              <a:ext uri="{FF2B5EF4-FFF2-40B4-BE49-F238E27FC236}">
                <a16:creationId xmlns:a16="http://schemas.microsoft.com/office/drawing/2014/main" id="{77FE6EE4-C99C-A76E-AE68-E89CCC6C7502}"/>
              </a:ext>
            </a:extLst>
          </p:cNvPr>
          <p:cNvSpPr/>
          <p:nvPr/>
        </p:nvSpPr>
        <p:spPr>
          <a:xfrm>
            <a:off x="4061406" y="1312889"/>
            <a:ext cx="1752568" cy="5505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Superintendent </a:t>
            </a:r>
          </a:p>
          <a:p>
            <a:pPr algn="ctr"/>
            <a:r>
              <a:rPr lang="en-US" sz="800" dirty="0">
                <a:solidFill>
                  <a:schemeClr val="tx1"/>
                </a:solidFill>
              </a:rPr>
              <a:t>DHK AT OFFC 104069 </a:t>
            </a:r>
          </a:p>
          <a:p>
            <a:pPr algn="ctr"/>
            <a:r>
              <a:rPr lang="en-US" sz="800">
                <a:solidFill>
                  <a:srgbClr val="0070C0"/>
                </a:solidFill>
              </a:rPr>
              <a:t>A. Bakirov</a:t>
            </a:r>
            <a:endParaRPr lang="en-US" sz="800" b="1" dirty="0">
              <a:solidFill>
                <a:srgbClr val="0070C0"/>
              </a:solidFill>
            </a:endParaRPr>
          </a:p>
        </p:txBody>
      </p:sp>
      <p:sp>
        <p:nvSpPr>
          <p:cNvPr id="210" name="Rectangle 209">
            <a:extLst>
              <a:ext uri="{FF2B5EF4-FFF2-40B4-BE49-F238E27FC236}">
                <a16:creationId xmlns:a16="http://schemas.microsoft.com/office/drawing/2014/main" id="{BCD73BE6-FB39-7679-E67A-E2E14A3D2520}"/>
              </a:ext>
            </a:extLst>
          </p:cNvPr>
          <p:cNvSpPr/>
          <p:nvPr/>
        </p:nvSpPr>
        <p:spPr>
          <a:xfrm>
            <a:off x="8990425" y="2019808"/>
            <a:ext cx="1383203" cy="56028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Electronic Systems Engineer </a:t>
            </a:r>
          </a:p>
          <a:p>
            <a:pPr algn="ctr"/>
            <a:r>
              <a:rPr lang="en-US" sz="800" dirty="0">
                <a:solidFill>
                  <a:schemeClr val="tx1"/>
                </a:solidFill>
              </a:rPr>
              <a:t>DHK EW OFFC 179374 </a:t>
            </a:r>
            <a:r>
              <a:rPr lang="en-US" sz="800" dirty="0" err="1">
                <a:solidFill>
                  <a:srgbClr val="0070C0"/>
                </a:solidFill>
              </a:rPr>
              <a:t>A.Nurgaliyev</a:t>
            </a:r>
            <a:endParaRPr lang="en-US" sz="800" dirty="0">
              <a:solidFill>
                <a:srgbClr val="0070C0"/>
              </a:solidFill>
            </a:endParaRPr>
          </a:p>
        </p:txBody>
      </p:sp>
      <p:cxnSp>
        <p:nvCxnSpPr>
          <p:cNvPr id="56" name="Straight Connector 55">
            <a:extLst>
              <a:ext uri="{FF2B5EF4-FFF2-40B4-BE49-F238E27FC236}">
                <a16:creationId xmlns:a16="http://schemas.microsoft.com/office/drawing/2014/main" id="{10F9B7D6-8E84-FEC2-BC26-A032CDBC75C5}"/>
              </a:ext>
            </a:extLst>
          </p:cNvPr>
          <p:cNvCxnSpPr>
            <a:cxnSpLocks/>
          </p:cNvCxnSpPr>
          <p:nvPr/>
        </p:nvCxnSpPr>
        <p:spPr>
          <a:xfrm flipH="1">
            <a:off x="456270" y="3912888"/>
            <a:ext cx="11905"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6BA20E1F-2055-68DE-0BA9-DF3D9E01E142}"/>
              </a:ext>
            </a:extLst>
          </p:cNvPr>
          <p:cNvSpPr txBox="1"/>
          <p:nvPr/>
        </p:nvSpPr>
        <p:spPr>
          <a:xfrm>
            <a:off x="11760679" y="6512943"/>
            <a:ext cx="431321" cy="215444"/>
          </a:xfrm>
          <a:prstGeom prst="rect">
            <a:avLst/>
          </a:prstGeom>
          <a:noFill/>
        </p:spPr>
        <p:txBody>
          <a:bodyPr wrap="square" rtlCol="0">
            <a:spAutoFit/>
          </a:bodyPr>
          <a:lstStyle/>
          <a:p>
            <a:r>
              <a:rPr lang="en-US" sz="800" dirty="0">
                <a:latin typeface="Times New Roman" panose="02020603050405020304" pitchFamily="18" charset="0"/>
                <a:cs typeface="Times New Roman" panose="02020603050405020304" pitchFamily="18" charset="0"/>
              </a:rPr>
              <a:t>21</a:t>
            </a:r>
          </a:p>
        </p:txBody>
      </p:sp>
      <p:sp>
        <p:nvSpPr>
          <p:cNvPr id="8" name="Rectangle 7">
            <a:extLst>
              <a:ext uri="{FF2B5EF4-FFF2-40B4-BE49-F238E27FC236}">
                <a16:creationId xmlns:a16="http://schemas.microsoft.com/office/drawing/2014/main" id="{40A2EAA9-A102-8D4E-E9DE-B5364F9BCCDD}"/>
              </a:ext>
            </a:extLst>
          </p:cNvPr>
          <p:cNvSpPr/>
          <p:nvPr/>
        </p:nvSpPr>
        <p:spPr>
          <a:xfrm>
            <a:off x="6490391" y="1312889"/>
            <a:ext cx="1752568" cy="5505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Superintendent (Onshore) DHK EW ROT 109705/104105</a:t>
            </a:r>
          </a:p>
          <a:p>
            <a:pPr algn="ctr"/>
            <a:r>
              <a:rPr lang="en-US" sz="800">
                <a:solidFill>
                  <a:srgbClr val="0070C0"/>
                </a:solidFill>
              </a:rPr>
              <a:t>S. Ubigaliye</a:t>
            </a:r>
            <a:r>
              <a:rPr lang="en-US" sz="800">
                <a:solidFill>
                  <a:srgbClr val="2ABDF2"/>
                </a:solidFill>
              </a:rPr>
              <a:t>v </a:t>
            </a:r>
            <a:r>
              <a:rPr lang="en-US" sz="800" dirty="0">
                <a:solidFill>
                  <a:srgbClr val="2ABDF2"/>
                </a:solidFill>
              </a:rPr>
              <a:t>/ </a:t>
            </a:r>
            <a:r>
              <a:rPr lang="en-US" sz="800">
                <a:solidFill>
                  <a:srgbClr val="0070C0"/>
                </a:solidFill>
              </a:rPr>
              <a:t>Y. Turyzhniko</a:t>
            </a:r>
            <a:r>
              <a:rPr lang="en-US" sz="800">
                <a:solidFill>
                  <a:srgbClr val="2ABDF2"/>
                </a:solidFill>
              </a:rPr>
              <a:t>v</a:t>
            </a:r>
            <a:endParaRPr lang="en-US" sz="800" dirty="0">
              <a:solidFill>
                <a:srgbClr val="2ABDF2"/>
              </a:solidFill>
            </a:endParaRPr>
          </a:p>
          <a:p>
            <a:pPr algn="ctr"/>
            <a:endParaRPr lang="en-US" sz="800" b="1" dirty="0">
              <a:solidFill>
                <a:schemeClr val="tx1"/>
              </a:solidFill>
            </a:endParaRPr>
          </a:p>
        </p:txBody>
      </p:sp>
      <p:sp>
        <p:nvSpPr>
          <p:cNvPr id="10" name="Rectangle 9">
            <a:extLst>
              <a:ext uri="{FF2B5EF4-FFF2-40B4-BE49-F238E27FC236}">
                <a16:creationId xmlns:a16="http://schemas.microsoft.com/office/drawing/2014/main" id="{5D52C326-D29F-EDD7-A11A-96F2F82AAD32}"/>
              </a:ext>
            </a:extLst>
          </p:cNvPr>
          <p:cNvSpPr/>
          <p:nvPr/>
        </p:nvSpPr>
        <p:spPr>
          <a:xfrm>
            <a:off x="8621060" y="1312889"/>
            <a:ext cx="1752568" cy="5505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Technology Systems Team Lead </a:t>
            </a:r>
          </a:p>
          <a:p>
            <a:pPr algn="ctr"/>
            <a:r>
              <a:rPr lang="en-US" sz="800" dirty="0">
                <a:solidFill>
                  <a:schemeClr val="tx1"/>
                </a:solidFill>
              </a:rPr>
              <a:t>DHK AT OFFC 179140 </a:t>
            </a:r>
          </a:p>
          <a:p>
            <a:pPr algn="ctr"/>
            <a:r>
              <a:rPr lang="en-US" sz="800">
                <a:solidFill>
                  <a:srgbClr val="0070C0"/>
                </a:solidFill>
              </a:rPr>
              <a:t>G. Rakhimgaliyev</a:t>
            </a:r>
            <a:endParaRPr lang="en-US" sz="800" dirty="0">
              <a:solidFill>
                <a:srgbClr val="0070C0"/>
              </a:solidFill>
            </a:endParaRPr>
          </a:p>
          <a:p>
            <a:pPr algn="ctr"/>
            <a:endParaRPr lang="en-US" sz="800" b="1" dirty="0">
              <a:solidFill>
                <a:schemeClr val="tx1"/>
              </a:solidFill>
            </a:endParaRPr>
          </a:p>
        </p:txBody>
      </p:sp>
      <p:sp>
        <p:nvSpPr>
          <p:cNvPr id="12" name="Rectangle 11">
            <a:extLst>
              <a:ext uri="{FF2B5EF4-FFF2-40B4-BE49-F238E27FC236}">
                <a16:creationId xmlns:a16="http://schemas.microsoft.com/office/drawing/2014/main" id="{899E2267-EB72-13C5-7179-448EE92FB633}"/>
              </a:ext>
            </a:extLst>
          </p:cNvPr>
          <p:cNvSpPr/>
          <p:nvPr/>
        </p:nvSpPr>
        <p:spPr>
          <a:xfrm>
            <a:off x="1052130" y="1321034"/>
            <a:ext cx="1752568" cy="760333"/>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Security Monitoring, Control &amp; Information Management </a:t>
            </a:r>
          </a:p>
          <a:p>
            <a:pPr algn="ctr"/>
            <a:r>
              <a:rPr lang="en-US" sz="800" dirty="0">
                <a:solidFill>
                  <a:schemeClr val="tx1"/>
                </a:solidFill>
              </a:rPr>
              <a:t>DHK AT OFFC 107429 </a:t>
            </a:r>
          </a:p>
          <a:p>
            <a:pPr algn="ctr"/>
            <a:r>
              <a:rPr lang="en-US" sz="800">
                <a:solidFill>
                  <a:srgbClr val="0070C0"/>
                </a:solidFill>
              </a:rPr>
              <a:t>G. Timofeyevich</a:t>
            </a:r>
            <a:endParaRPr lang="en-US" sz="800" dirty="0">
              <a:solidFill>
                <a:srgbClr val="0070C0"/>
              </a:solidFill>
            </a:endParaRPr>
          </a:p>
        </p:txBody>
      </p:sp>
      <p:sp>
        <p:nvSpPr>
          <p:cNvPr id="14" name="Rectangle 13">
            <a:extLst>
              <a:ext uri="{FF2B5EF4-FFF2-40B4-BE49-F238E27FC236}">
                <a16:creationId xmlns:a16="http://schemas.microsoft.com/office/drawing/2014/main" id="{E7E6EE3E-836A-B94B-8602-7C0A3F2FC856}"/>
              </a:ext>
            </a:extLst>
          </p:cNvPr>
          <p:cNvSpPr/>
          <p:nvPr/>
        </p:nvSpPr>
        <p:spPr>
          <a:xfrm>
            <a:off x="8990425" y="2736497"/>
            <a:ext cx="1383203" cy="56028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Electronic Systems Engineer </a:t>
            </a:r>
          </a:p>
          <a:p>
            <a:pPr algn="ctr"/>
            <a:r>
              <a:rPr lang="en-US" sz="800" dirty="0">
                <a:solidFill>
                  <a:schemeClr val="tx1"/>
                </a:solidFill>
              </a:rPr>
              <a:t>DHK EW OFFC 104206 </a:t>
            </a:r>
            <a:r>
              <a:rPr lang="en-US" sz="800" dirty="0" err="1">
                <a:solidFill>
                  <a:srgbClr val="0070C0"/>
                </a:solidFill>
              </a:rPr>
              <a:t>P.Trussov</a:t>
            </a:r>
            <a:endParaRPr lang="en-US" sz="800" dirty="0">
              <a:solidFill>
                <a:srgbClr val="0070C0"/>
              </a:solidFill>
            </a:endParaRPr>
          </a:p>
        </p:txBody>
      </p:sp>
      <p:sp>
        <p:nvSpPr>
          <p:cNvPr id="15" name="Rectangle 14">
            <a:extLst>
              <a:ext uri="{FF2B5EF4-FFF2-40B4-BE49-F238E27FC236}">
                <a16:creationId xmlns:a16="http://schemas.microsoft.com/office/drawing/2014/main" id="{5E63570E-D364-2710-DA64-44B87C9E406C}"/>
              </a:ext>
            </a:extLst>
          </p:cNvPr>
          <p:cNvSpPr/>
          <p:nvPr/>
        </p:nvSpPr>
        <p:spPr>
          <a:xfrm>
            <a:off x="2177912" y="2214104"/>
            <a:ext cx="1263367" cy="819887"/>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Control Centers Supervisor </a:t>
            </a:r>
          </a:p>
          <a:p>
            <a:pPr algn="ctr"/>
            <a:r>
              <a:rPr lang="en-US" sz="800" dirty="0">
                <a:solidFill>
                  <a:schemeClr val="tx1"/>
                </a:solidFill>
              </a:rPr>
              <a:t>COK/DHK AT SHIFT 109696/178242</a:t>
            </a:r>
          </a:p>
          <a:p>
            <a:pPr algn="ctr"/>
            <a:r>
              <a:rPr lang="en-US" sz="800">
                <a:solidFill>
                  <a:srgbClr val="0070C0"/>
                </a:solidFill>
              </a:rPr>
              <a:t>A. Zhanbirova</a:t>
            </a:r>
            <a:r>
              <a:rPr lang="en-US" sz="800">
                <a:solidFill>
                  <a:schemeClr val="tx1"/>
                </a:solidFill>
              </a:rPr>
              <a:t> </a:t>
            </a:r>
            <a:r>
              <a:rPr lang="en-US" sz="800" dirty="0">
                <a:solidFill>
                  <a:schemeClr val="tx1"/>
                </a:solidFill>
              </a:rPr>
              <a:t>/ </a:t>
            </a:r>
            <a:r>
              <a:rPr lang="en-US" sz="800" err="1">
                <a:solidFill>
                  <a:srgbClr val="0070C0"/>
                </a:solidFill>
              </a:rPr>
              <a:t>Zh</a:t>
            </a:r>
            <a:r>
              <a:rPr lang="en-US" sz="800">
                <a:solidFill>
                  <a:srgbClr val="0070C0"/>
                </a:solidFill>
              </a:rPr>
              <a:t>. Urazbayeva</a:t>
            </a:r>
            <a:endParaRPr lang="en-US" sz="800" dirty="0">
              <a:solidFill>
                <a:srgbClr val="0070C0"/>
              </a:solidFill>
            </a:endParaRPr>
          </a:p>
          <a:p>
            <a:pPr algn="ctr"/>
            <a:endParaRPr lang="en-US" sz="800" b="1" dirty="0">
              <a:solidFill>
                <a:schemeClr val="tx1"/>
              </a:solidFill>
            </a:endParaRPr>
          </a:p>
        </p:txBody>
      </p:sp>
      <p:sp>
        <p:nvSpPr>
          <p:cNvPr id="23" name="Rectangle 22">
            <a:extLst>
              <a:ext uri="{FF2B5EF4-FFF2-40B4-BE49-F238E27FC236}">
                <a16:creationId xmlns:a16="http://schemas.microsoft.com/office/drawing/2014/main" id="{9D017A21-496F-AE4F-700B-71676F2847BC}"/>
              </a:ext>
            </a:extLst>
          </p:cNvPr>
          <p:cNvSpPr/>
          <p:nvPr/>
        </p:nvSpPr>
        <p:spPr>
          <a:xfrm>
            <a:off x="2168116" y="3229483"/>
            <a:ext cx="1273163" cy="5505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Advisor (Data Analysis &amp; Reporting) </a:t>
            </a:r>
          </a:p>
          <a:p>
            <a:pPr algn="ctr"/>
            <a:r>
              <a:rPr lang="en-US" sz="800" dirty="0">
                <a:solidFill>
                  <a:schemeClr val="tx1"/>
                </a:solidFill>
              </a:rPr>
              <a:t> COK AT OFFC 109275 </a:t>
            </a:r>
            <a:r>
              <a:rPr lang="en-US" sz="800" dirty="0" err="1">
                <a:solidFill>
                  <a:srgbClr val="0070C0"/>
                </a:solidFill>
              </a:rPr>
              <a:t>G.Amanzholova</a:t>
            </a:r>
            <a:endParaRPr lang="en-US" sz="800" dirty="0">
              <a:solidFill>
                <a:srgbClr val="0070C0"/>
              </a:solidFill>
            </a:endParaRPr>
          </a:p>
        </p:txBody>
      </p:sp>
      <p:sp>
        <p:nvSpPr>
          <p:cNvPr id="26" name="Rectangle 25">
            <a:extLst>
              <a:ext uri="{FF2B5EF4-FFF2-40B4-BE49-F238E27FC236}">
                <a16:creationId xmlns:a16="http://schemas.microsoft.com/office/drawing/2014/main" id="{EC73CD5B-9C33-9A29-37F8-A9435D9FCAAB}"/>
              </a:ext>
            </a:extLst>
          </p:cNvPr>
          <p:cNvSpPr/>
          <p:nvPr/>
        </p:nvSpPr>
        <p:spPr>
          <a:xfrm>
            <a:off x="315774" y="2214105"/>
            <a:ext cx="1273163" cy="8198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Control Centers Supervisor</a:t>
            </a:r>
          </a:p>
          <a:p>
            <a:pPr algn="ctr"/>
            <a:r>
              <a:rPr lang="en-US" sz="800" dirty="0">
                <a:solidFill>
                  <a:schemeClr val="tx1"/>
                </a:solidFill>
              </a:rPr>
              <a:t> DHK/COK EW ROT 105625/178241</a:t>
            </a:r>
          </a:p>
          <a:p>
            <a:pPr algn="ctr"/>
            <a:r>
              <a:rPr lang="en-US" sz="800">
                <a:solidFill>
                  <a:srgbClr val="0070C0"/>
                </a:solidFill>
              </a:rPr>
              <a:t>M. Jiyenbayev</a:t>
            </a:r>
            <a:r>
              <a:rPr lang="en-US" sz="800">
                <a:solidFill>
                  <a:schemeClr val="tx1"/>
                </a:solidFill>
              </a:rPr>
              <a:t> </a:t>
            </a:r>
            <a:r>
              <a:rPr lang="en-US" sz="800" dirty="0">
                <a:solidFill>
                  <a:schemeClr val="tx1"/>
                </a:solidFill>
              </a:rPr>
              <a:t>/ </a:t>
            </a:r>
            <a:r>
              <a:rPr lang="en-US" sz="800">
                <a:solidFill>
                  <a:srgbClr val="0070C0"/>
                </a:solidFill>
              </a:rPr>
              <a:t>S. Mirmanov</a:t>
            </a:r>
            <a:endParaRPr lang="en-US" sz="800" dirty="0">
              <a:solidFill>
                <a:srgbClr val="0070C0"/>
              </a:solidFill>
            </a:endParaRPr>
          </a:p>
          <a:p>
            <a:pPr algn="ctr"/>
            <a:endParaRPr lang="en-US" sz="800" b="1" dirty="0">
              <a:solidFill>
                <a:schemeClr val="tx1"/>
              </a:solidFill>
            </a:endParaRPr>
          </a:p>
        </p:txBody>
      </p:sp>
      <p:sp>
        <p:nvSpPr>
          <p:cNvPr id="35" name="Rectangle 34">
            <a:extLst>
              <a:ext uri="{FF2B5EF4-FFF2-40B4-BE49-F238E27FC236}">
                <a16:creationId xmlns:a16="http://schemas.microsoft.com/office/drawing/2014/main" id="{A7F90E94-1D5F-765E-0A04-84E76561BE1A}"/>
              </a:ext>
            </a:extLst>
          </p:cNvPr>
          <p:cNvSpPr/>
          <p:nvPr/>
        </p:nvSpPr>
        <p:spPr>
          <a:xfrm>
            <a:off x="328246" y="3166727"/>
            <a:ext cx="1273163" cy="8198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Interfaces &amp; Information Management Coordinator</a:t>
            </a:r>
          </a:p>
          <a:p>
            <a:pPr algn="ctr"/>
            <a:r>
              <a:rPr lang="en-US" sz="800" dirty="0">
                <a:solidFill>
                  <a:schemeClr val="tx1"/>
                </a:solidFill>
              </a:rPr>
              <a:t>COK AT OFFC 108275 </a:t>
            </a:r>
            <a:r>
              <a:rPr lang="en-US" sz="800" dirty="0" err="1">
                <a:solidFill>
                  <a:srgbClr val="0070C0"/>
                </a:solidFill>
              </a:rPr>
              <a:t>A.Zhakayev</a:t>
            </a:r>
            <a:endParaRPr lang="en-US" sz="800" dirty="0">
              <a:solidFill>
                <a:srgbClr val="0070C0"/>
              </a:solidFill>
            </a:endParaRPr>
          </a:p>
        </p:txBody>
      </p:sp>
      <p:sp>
        <p:nvSpPr>
          <p:cNvPr id="39" name="Rectangle 38">
            <a:extLst>
              <a:ext uri="{FF2B5EF4-FFF2-40B4-BE49-F238E27FC236}">
                <a16:creationId xmlns:a16="http://schemas.microsoft.com/office/drawing/2014/main" id="{F4F48FA6-B174-4515-172C-CCC343E465C7}"/>
              </a:ext>
            </a:extLst>
          </p:cNvPr>
          <p:cNvSpPr/>
          <p:nvPr/>
        </p:nvSpPr>
        <p:spPr>
          <a:xfrm>
            <a:off x="3888491" y="2050508"/>
            <a:ext cx="1752568" cy="40432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Access Control Supervisor </a:t>
            </a:r>
          </a:p>
          <a:p>
            <a:pPr algn="ctr"/>
            <a:r>
              <a:rPr lang="en-US" sz="800" dirty="0">
                <a:solidFill>
                  <a:schemeClr val="tx1"/>
                </a:solidFill>
              </a:rPr>
              <a:t>DHK AT OFFC 179371 </a:t>
            </a:r>
          </a:p>
          <a:p>
            <a:pPr algn="ctr"/>
            <a:r>
              <a:rPr lang="en-US" sz="800">
                <a:solidFill>
                  <a:srgbClr val="0070C0"/>
                </a:solidFill>
              </a:rPr>
              <a:t>G. Yensegenova</a:t>
            </a:r>
            <a:endParaRPr lang="en-US" sz="800" dirty="0">
              <a:solidFill>
                <a:srgbClr val="0070C0"/>
              </a:solidFill>
            </a:endParaRPr>
          </a:p>
          <a:p>
            <a:pPr algn="ctr"/>
            <a:endParaRPr lang="en-US" sz="800" b="1" dirty="0">
              <a:solidFill>
                <a:schemeClr val="tx1"/>
              </a:solidFill>
            </a:endParaRPr>
          </a:p>
        </p:txBody>
      </p:sp>
      <p:sp>
        <p:nvSpPr>
          <p:cNvPr id="40" name="Rectangle 39">
            <a:extLst>
              <a:ext uri="{FF2B5EF4-FFF2-40B4-BE49-F238E27FC236}">
                <a16:creationId xmlns:a16="http://schemas.microsoft.com/office/drawing/2014/main" id="{CAD8DAE5-8DCB-5813-A3D7-15C329D4982A}"/>
              </a:ext>
            </a:extLst>
          </p:cNvPr>
          <p:cNvSpPr/>
          <p:nvPr/>
        </p:nvSpPr>
        <p:spPr>
          <a:xfrm>
            <a:off x="3888490" y="2633190"/>
            <a:ext cx="1553947" cy="72004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Access Control Officer </a:t>
            </a:r>
          </a:p>
          <a:p>
            <a:pPr algn="ctr"/>
            <a:r>
              <a:rPr lang="en-US" sz="800" dirty="0">
                <a:solidFill>
                  <a:schemeClr val="tx1"/>
                </a:solidFill>
              </a:rPr>
              <a:t>COK BT OFFC 179290 </a:t>
            </a:r>
            <a:r>
              <a:rPr lang="en-US" sz="800" dirty="0" err="1">
                <a:solidFill>
                  <a:srgbClr val="0070C0"/>
                </a:solidFill>
              </a:rPr>
              <a:t>N.Nurbayeva</a:t>
            </a:r>
            <a:endParaRPr lang="en-US" sz="800" dirty="0">
              <a:solidFill>
                <a:srgbClr val="0070C0"/>
              </a:solidFill>
            </a:endParaRPr>
          </a:p>
          <a:p>
            <a:pPr algn="ctr"/>
            <a:r>
              <a:rPr lang="en-US" sz="800" dirty="0">
                <a:solidFill>
                  <a:schemeClr val="tx1"/>
                </a:solidFill>
              </a:rPr>
              <a:t>COK AT OFFC 179372/179373 </a:t>
            </a:r>
            <a:r>
              <a:rPr lang="en-US" sz="800" dirty="0" err="1">
                <a:solidFill>
                  <a:srgbClr val="0070C0"/>
                </a:solidFill>
              </a:rPr>
              <a:t>M.Zholdas</a:t>
            </a:r>
            <a:r>
              <a:rPr lang="en-US" sz="800" dirty="0">
                <a:solidFill>
                  <a:srgbClr val="2ABDF2"/>
                </a:solidFill>
              </a:rPr>
              <a:t>/</a:t>
            </a:r>
            <a:r>
              <a:rPr lang="en-US" sz="800" dirty="0" err="1">
                <a:solidFill>
                  <a:srgbClr val="0070C0"/>
                </a:solidFill>
              </a:rPr>
              <a:t>S.Kubasheva</a:t>
            </a:r>
            <a:endParaRPr lang="en-US" sz="800" dirty="0">
              <a:solidFill>
                <a:srgbClr val="0070C0"/>
              </a:solidFill>
            </a:endParaRPr>
          </a:p>
        </p:txBody>
      </p:sp>
      <p:sp>
        <p:nvSpPr>
          <p:cNvPr id="41" name="Rectangle 40">
            <a:extLst>
              <a:ext uri="{FF2B5EF4-FFF2-40B4-BE49-F238E27FC236}">
                <a16:creationId xmlns:a16="http://schemas.microsoft.com/office/drawing/2014/main" id="{4E3D00F0-069D-63EC-7A64-684DCD240E1D}"/>
              </a:ext>
            </a:extLst>
          </p:cNvPr>
          <p:cNvSpPr/>
          <p:nvPr/>
        </p:nvSpPr>
        <p:spPr>
          <a:xfrm>
            <a:off x="3987801" y="3499241"/>
            <a:ext cx="1553947" cy="5505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Supervisor </a:t>
            </a:r>
          </a:p>
          <a:p>
            <a:pPr algn="ctr"/>
            <a:r>
              <a:rPr lang="en-US" sz="800" dirty="0">
                <a:solidFill>
                  <a:schemeClr val="tx1"/>
                </a:solidFill>
              </a:rPr>
              <a:t>DHK AT SHIFT 109699/103221</a:t>
            </a:r>
          </a:p>
          <a:p>
            <a:pPr algn="ctr"/>
            <a:r>
              <a:rPr lang="en-US" sz="800">
                <a:solidFill>
                  <a:srgbClr val="0070C0"/>
                </a:solidFill>
              </a:rPr>
              <a:t>E. Nitokshi</a:t>
            </a:r>
            <a:r>
              <a:rPr lang="en-US" sz="800">
                <a:solidFill>
                  <a:srgbClr val="2ABDF2"/>
                </a:solidFill>
              </a:rPr>
              <a:t>n </a:t>
            </a:r>
            <a:r>
              <a:rPr lang="en-US" sz="800" dirty="0">
                <a:solidFill>
                  <a:srgbClr val="2ABDF2"/>
                </a:solidFill>
              </a:rPr>
              <a:t>/ </a:t>
            </a:r>
            <a:r>
              <a:rPr lang="en-US" sz="800">
                <a:solidFill>
                  <a:srgbClr val="0070C0"/>
                </a:solidFill>
              </a:rPr>
              <a:t>T. Bassaro</a:t>
            </a:r>
            <a:r>
              <a:rPr lang="en-US" sz="800">
                <a:solidFill>
                  <a:srgbClr val="2ABDF2"/>
                </a:solidFill>
              </a:rPr>
              <a:t>v</a:t>
            </a:r>
            <a:endParaRPr lang="en-US" sz="800" dirty="0">
              <a:solidFill>
                <a:srgbClr val="2ABDF2"/>
              </a:solidFill>
            </a:endParaRPr>
          </a:p>
          <a:p>
            <a:pPr algn="ctr"/>
            <a:endParaRPr lang="en-US" sz="800" b="1" dirty="0">
              <a:solidFill>
                <a:schemeClr val="tx1"/>
              </a:solidFill>
            </a:endParaRPr>
          </a:p>
        </p:txBody>
      </p:sp>
      <p:sp>
        <p:nvSpPr>
          <p:cNvPr id="42" name="Rectangle 41">
            <a:extLst>
              <a:ext uri="{FF2B5EF4-FFF2-40B4-BE49-F238E27FC236}">
                <a16:creationId xmlns:a16="http://schemas.microsoft.com/office/drawing/2014/main" id="{AB8354BA-10A5-87DC-1707-428DE1F4E6CF}"/>
              </a:ext>
            </a:extLst>
          </p:cNvPr>
          <p:cNvSpPr/>
          <p:nvPr/>
        </p:nvSpPr>
        <p:spPr>
          <a:xfrm>
            <a:off x="3888490" y="4195763"/>
            <a:ext cx="1553947" cy="96532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Receptionist AT SHIFT/OFFC</a:t>
            </a:r>
          </a:p>
          <a:p>
            <a:pPr algn="ctr"/>
            <a:r>
              <a:rPr lang="en-US" sz="800" dirty="0">
                <a:solidFill>
                  <a:schemeClr val="tx1"/>
                </a:solidFill>
              </a:rPr>
              <a:t>COK 179326 </a:t>
            </a:r>
            <a:r>
              <a:rPr lang="en-US" sz="800" dirty="0" err="1">
                <a:solidFill>
                  <a:srgbClr val="0070C0"/>
                </a:solidFill>
              </a:rPr>
              <a:t>L.Sirbatalova</a:t>
            </a:r>
            <a:endParaRPr lang="en-US" sz="800" dirty="0">
              <a:solidFill>
                <a:srgbClr val="0070C0"/>
              </a:solidFill>
            </a:endParaRPr>
          </a:p>
          <a:p>
            <a:pPr algn="ctr"/>
            <a:r>
              <a:rPr lang="en-US" sz="800" dirty="0">
                <a:solidFill>
                  <a:schemeClr val="tx1"/>
                </a:solidFill>
              </a:rPr>
              <a:t>COK 179327 </a:t>
            </a:r>
            <a:r>
              <a:rPr lang="en-US" sz="800" dirty="0" err="1">
                <a:solidFill>
                  <a:srgbClr val="0070C0"/>
                </a:solidFill>
              </a:rPr>
              <a:t>Z.Doshym</a:t>
            </a:r>
            <a:endParaRPr lang="en-US" sz="800" dirty="0">
              <a:solidFill>
                <a:srgbClr val="0070C0"/>
              </a:solidFill>
            </a:endParaRPr>
          </a:p>
          <a:p>
            <a:pPr algn="ctr"/>
            <a:r>
              <a:rPr lang="en-US" sz="800" dirty="0">
                <a:solidFill>
                  <a:schemeClr val="tx1"/>
                </a:solidFill>
              </a:rPr>
              <a:t>COK 179296 </a:t>
            </a:r>
            <a:r>
              <a:rPr lang="en-US" sz="800" dirty="0" err="1">
                <a:solidFill>
                  <a:srgbClr val="0070C0"/>
                </a:solidFill>
              </a:rPr>
              <a:t>A.Tyurebayeva</a:t>
            </a:r>
            <a:endParaRPr lang="en-US" sz="800" dirty="0">
              <a:solidFill>
                <a:srgbClr val="0070C0"/>
              </a:solidFill>
            </a:endParaRPr>
          </a:p>
          <a:p>
            <a:pPr algn="ctr"/>
            <a:r>
              <a:rPr lang="en-US" sz="800" dirty="0">
                <a:solidFill>
                  <a:schemeClr val="tx1"/>
                </a:solidFill>
              </a:rPr>
              <a:t>COK 179297 </a:t>
            </a:r>
            <a:r>
              <a:rPr lang="en-US" sz="800" dirty="0">
                <a:solidFill>
                  <a:srgbClr val="2ABDF2"/>
                </a:solidFill>
              </a:rPr>
              <a:t>Vacancy</a:t>
            </a:r>
          </a:p>
          <a:p>
            <a:pPr algn="ctr"/>
            <a:r>
              <a:rPr lang="en-US" sz="800" dirty="0">
                <a:solidFill>
                  <a:schemeClr val="tx1"/>
                </a:solidFill>
              </a:rPr>
              <a:t>COK 179328 </a:t>
            </a:r>
            <a:r>
              <a:rPr lang="en-US" sz="800" dirty="0" err="1">
                <a:solidFill>
                  <a:srgbClr val="0070C0"/>
                </a:solidFill>
              </a:rPr>
              <a:t>B.Magauina</a:t>
            </a:r>
            <a:endParaRPr lang="en-US" sz="800" dirty="0">
              <a:solidFill>
                <a:srgbClr val="0070C0"/>
              </a:solidFill>
            </a:endParaRPr>
          </a:p>
          <a:p>
            <a:pPr algn="ctr"/>
            <a:r>
              <a:rPr lang="en-US" sz="800" dirty="0">
                <a:solidFill>
                  <a:schemeClr val="tx1"/>
                </a:solidFill>
              </a:rPr>
              <a:t>COK 179323 </a:t>
            </a:r>
            <a:r>
              <a:rPr lang="en-US" sz="800" dirty="0" err="1">
                <a:solidFill>
                  <a:srgbClr val="0070C0"/>
                </a:solidFill>
              </a:rPr>
              <a:t>M.Ismailova</a:t>
            </a:r>
            <a:endParaRPr lang="en-US" sz="800" dirty="0">
              <a:solidFill>
                <a:srgbClr val="0070C0"/>
              </a:solidFill>
            </a:endParaRPr>
          </a:p>
        </p:txBody>
      </p:sp>
      <p:sp>
        <p:nvSpPr>
          <p:cNvPr id="44" name="Rectangle 43">
            <a:extLst>
              <a:ext uri="{FF2B5EF4-FFF2-40B4-BE49-F238E27FC236}">
                <a16:creationId xmlns:a16="http://schemas.microsoft.com/office/drawing/2014/main" id="{5F410F8C-02E8-FC86-A51E-71E88ED1C4E5}"/>
              </a:ext>
            </a:extLst>
          </p:cNvPr>
          <p:cNvSpPr/>
          <p:nvPr/>
        </p:nvSpPr>
        <p:spPr>
          <a:xfrm>
            <a:off x="3987801" y="5269855"/>
            <a:ext cx="1553947" cy="5505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Supervisor </a:t>
            </a:r>
          </a:p>
          <a:p>
            <a:pPr algn="ctr"/>
            <a:r>
              <a:rPr lang="en-US" sz="800" dirty="0">
                <a:solidFill>
                  <a:schemeClr val="tx1"/>
                </a:solidFill>
              </a:rPr>
              <a:t>DHK BT ROT 104244/109702</a:t>
            </a:r>
          </a:p>
          <a:p>
            <a:pPr algn="ctr"/>
            <a:r>
              <a:rPr lang="en-US" sz="800">
                <a:solidFill>
                  <a:srgbClr val="0070C0"/>
                </a:solidFill>
              </a:rPr>
              <a:t>R. Utegeno</a:t>
            </a:r>
            <a:r>
              <a:rPr lang="en-US" sz="800">
                <a:solidFill>
                  <a:srgbClr val="2ABDF2"/>
                </a:solidFill>
              </a:rPr>
              <a:t>v </a:t>
            </a:r>
            <a:r>
              <a:rPr lang="en-US" sz="800" dirty="0">
                <a:solidFill>
                  <a:srgbClr val="2ABDF2"/>
                </a:solidFill>
              </a:rPr>
              <a:t>/ </a:t>
            </a:r>
            <a:r>
              <a:rPr lang="en-US" sz="800" err="1">
                <a:solidFill>
                  <a:srgbClr val="0070C0"/>
                </a:solidFill>
              </a:rPr>
              <a:t>Zh</a:t>
            </a:r>
            <a:r>
              <a:rPr lang="en-US" sz="800">
                <a:solidFill>
                  <a:srgbClr val="0070C0"/>
                </a:solidFill>
              </a:rPr>
              <a:t>. Zhubanaliye</a:t>
            </a:r>
            <a:r>
              <a:rPr lang="en-US" sz="800">
                <a:solidFill>
                  <a:srgbClr val="2ABDF2"/>
                </a:solidFill>
              </a:rPr>
              <a:t>v</a:t>
            </a:r>
            <a:endParaRPr lang="en-US" sz="800" dirty="0">
              <a:solidFill>
                <a:srgbClr val="2ABDF2"/>
              </a:solidFill>
            </a:endParaRPr>
          </a:p>
          <a:p>
            <a:pPr algn="ctr"/>
            <a:endParaRPr lang="en-US" sz="800" b="1" dirty="0">
              <a:solidFill>
                <a:schemeClr val="tx1"/>
              </a:solidFill>
            </a:endParaRPr>
          </a:p>
        </p:txBody>
      </p:sp>
      <p:sp>
        <p:nvSpPr>
          <p:cNvPr id="46" name="Rectangle 45">
            <a:extLst>
              <a:ext uri="{FF2B5EF4-FFF2-40B4-BE49-F238E27FC236}">
                <a16:creationId xmlns:a16="http://schemas.microsoft.com/office/drawing/2014/main" id="{134B7E63-2052-3A91-7B8C-9DF87616F8CA}"/>
              </a:ext>
            </a:extLst>
          </p:cNvPr>
          <p:cNvSpPr/>
          <p:nvPr/>
        </p:nvSpPr>
        <p:spPr>
          <a:xfrm>
            <a:off x="6695027" y="2050508"/>
            <a:ext cx="1547932" cy="5505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Supervisor </a:t>
            </a:r>
          </a:p>
          <a:p>
            <a:pPr algn="ctr"/>
            <a:r>
              <a:rPr lang="en-US" sz="800" dirty="0">
                <a:solidFill>
                  <a:schemeClr val="tx1"/>
                </a:solidFill>
              </a:rPr>
              <a:t>DHK EW ROT 105056/109703</a:t>
            </a:r>
          </a:p>
          <a:p>
            <a:pPr algn="ctr"/>
            <a:r>
              <a:rPr lang="en-US" sz="800" dirty="0" err="1">
                <a:solidFill>
                  <a:srgbClr val="0070C0"/>
                </a:solidFill>
              </a:rPr>
              <a:t>A.Shishkin</a:t>
            </a:r>
            <a:r>
              <a:rPr lang="en-US" sz="800" dirty="0">
                <a:solidFill>
                  <a:srgbClr val="2ABDF2"/>
                </a:solidFill>
              </a:rPr>
              <a:t>/</a:t>
            </a:r>
            <a:r>
              <a:rPr lang="en-US" sz="800" dirty="0" err="1">
                <a:solidFill>
                  <a:srgbClr val="0070C0"/>
                </a:solidFill>
              </a:rPr>
              <a:t>A.Kolhozov</a:t>
            </a:r>
            <a:endParaRPr lang="en-US" sz="800" dirty="0">
              <a:solidFill>
                <a:srgbClr val="0070C0"/>
              </a:solidFill>
            </a:endParaRPr>
          </a:p>
          <a:p>
            <a:pPr algn="ctr"/>
            <a:endParaRPr lang="en-US" sz="800" b="1" dirty="0">
              <a:solidFill>
                <a:schemeClr val="tx1"/>
              </a:solidFill>
            </a:endParaRPr>
          </a:p>
        </p:txBody>
      </p:sp>
      <p:sp>
        <p:nvSpPr>
          <p:cNvPr id="48" name="Rectangle 47">
            <a:extLst>
              <a:ext uri="{FF2B5EF4-FFF2-40B4-BE49-F238E27FC236}">
                <a16:creationId xmlns:a16="http://schemas.microsoft.com/office/drawing/2014/main" id="{05DFFDBB-188E-D0CD-192A-565F616224EE}"/>
              </a:ext>
            </a:extLst>
          </p:cNvPr>
          <p:cNvSpPr/>
          <p:nvPr/>
        </p:nvSpPr>
        <p:spPr>
          <a:xfrm>
            <a:off x="6695027" y="2789091"/>
            <a:ext cx="1547932" cy="681231"/>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Access Control Supervisor </a:t>
            </a:r>
          </a:p>
          <a:p>
            <a:pPr algn="ctr"/>
            <a:r>
              <a:rPr lang="en-US" sz="800" dirty="0">
                <a:solidFill>
                  <a:schemeClr val="tx1"/>
                </a:solidFill>
              </a:rPr>
              <a:t>DHK EW SHIFT 109700/104214</a:t>
            </a:r>
          </a:p>
          <a:p>
            <a:pPr algn="ctr"/>
            <a:r>
              <a:rPr lang="en-US" sz="800" dirty="0" err="1">
                <a:solidFill>
                  <a:srgbClr val="0070C0"/>
                </a:solidFill>
              </a:rPr>
              <a:t>Z.Sarsenova</a:t>
            </a:r>
            <a:r>
              <a:rPr lang="en-US" sz="800" dirty="0">
                <a:solidFill>
                  <a:srgbClr val="2ABDF2"/>
                </a:solidFill>
              </a:rPr>
              <a:t>/</a:t>
            </a:r>
            <a:r>
              <a:rPr lang="en-US" sz="800" dirty="0" err="1">
                <a:solidFill>
                  <a:srgbClr val="0070C0"/>
                </a:solidFill>
              </a:rPr>
              <a:t>K.Zhalgassova</a:t>
            </a:r>
            <a:endParaRPr lang="en-US" sz="800" dirty="0">
              <a:solidFill>
                <a:srgbClr val="0070C0"/>
              </a:solidFill>
            </a:endParaRPr>
          </a:p>
          <a:p>
            <a:pPr algn="ctr"/>
            <a:endParaRPr lang="en-US" sz="800" b="1" dirty="0">
              <a:solidFill>
                <a:schemeClr val="tx1"/>
              </a:solidFill>
            </a:endParaRPr>
          </a:p>
        </p:txBody>
      </p:sp>
      <p:sp>
        <p:nvSpPr>
          <p:cNvPr id="49" name="Rectangle 48">
            <a:extLst>
              <a:ext uri="{FF2B5EF4-FFF2-40B4-BE49-F238E27FC236}">
                <a16:creationId xmlns:a16="http://schemas.microsoft.com/office/drawing/2014/main" id="{4C9DB6ED-B83C-3935-19F1-85C9591434B2}"/>
              </a:ext>
            </a:extLst>
          </p:cNvPr>
          <p:cNvSpPr/>
          <p:nvPr/>
        </p:nvSpPr>
        <p:spPr>
          <a:xfrm>
            <a:off x="6868492" y="3651747"/>
            <a:ext cx="1547932" cy="113887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Access Control Officer EW SHIFT</a:t>
            </a:r>
          </a:p>
          <a:p>
            <a:pPr algn="ctr"/>
            <a:r>
              <a:rPr lang="en-US" sz="800" dirty="0">
                <a:solidFill>
                  <a:schemeClr val="tx1"/>
                </a:solidFill>
              </a:rPr>
              <a:t>179286-Vacancy</a:t>
            </a:r>
          </a:p>
          <a:p>
            <a:pPr algn="ctr"/>
            <a:r>
              <a:rPr lang="en-US" sz="800" dirty="0">
                <a:solidFill>
                  <a:schemeClr val="tx1"/>
                </a:solidFill>
              </a:rPr>
              <a:t>179287-Vacancy</a:t>
            </a:r>
          </a:p>
          <a:p>
            <a:pPr algn="ctr"/>
            <a:r>
              <a:rPr lang="en-US" sz="800" dirty="0">
                <a:solidFill>
                  <a:schemeClr val="tx1"/>
                </a:solidFill>
              </a:rPr>
              <a:t>COK 104314 </a:t>
            </a:r>
            <a:r>
              <a:rPr lang="en-US" sz="800" dirty="0" err="1">
                <a:solidFill>
                  <a:srgbClr val="0070C0"/>
                </a:solidFill>
              </a:rPr>
              <a:t>G.Beibitova</a:t>
            </a:r>
            <a:endParaRPr lang="en-US" sz="800" dirty="0">
              <a:solidFill>
                <a:srgbClr val="0070C0"/>
              </a:solidFill>
            </a:endParaRPr>
          </a:p>
          <a:p>
            <a:pPr algn="ctr"/>
            <a:r>
              <a:rPr lang="en-US" sz="800" dirty="0">
                <a:solidFill>
                  <a:schemeClr val="tx1"/>
                </a:solidFill>
              </a:rPr>
              <a:t>COK 179288 </a:t>
            </a:r>
            <a:r>
              <a:rPr lang="en-US" sz="800" dirty="0" err="1">
                <a:solidFill>
                  <a:srgbClr val="0070C0"/>
                </a:solidFill>
              </a:rPr>
              <a:t>R.Asabayeva</a:t>
            </a:r>
            <a:endParaRPr lang="en-US" sz="800" dirty="0">
              <a:solidFill>
                <a:srgbClr val="0070C0"/>
              </a:solidFill>
            </a:endParaRPr>
          </a:p>
          <a:p>
            <a:pPr algn="ctr"/>
            <a:r>
              <a:rPr lang="en-US" sz="800" dirty="0">
                <a:solidFill>
                  <a:schemeClr val="tx1"/>
                </a:solidFill>
              </a:rPr>
              <a:t>COK 179289 </a:t>
            </a:r>
            <a:r>
              <a:rPr lang="en-US" sz="800" dirty="0" err="1">
                <a:solidFill>
                  <a:srgbClr val="0070C0"/>
                </a:solidFill>
              </a:rPr>
              <a:t>A.Ismagulova</a:t>
            </a:r>
            <a:endParaRPr lang="en-US" sz="800" dirty="0">
              <a:solidFill>
                <a:srgbClr val="0070C0"/>
              </a:solidFill>
            </a:endParaRPr>
          </a:p>
          <a:p>
            <a:pPr algn="ctr"/>
            <a:r>
              <a:rPr lang="en-US" sz="800" dirty="0">
                <a:solidFill>
                  <a:schemeClr val="tx1"/>
                </a:solidFill>
              </a:rPr>
              <a:t>COK 179291 </a:t>
            </a:r>
            <a:r>
              <a:rPr lang="en-US" sz="800" dirty="0" err="1">
                <a:solidFill>
                  <a:srgbClr val="0070C0"/>
                </a:solidFill>
              </a:rPr>
              <a:t>M.Imasheva</a:t>
            </a:r>
            <a:endParaRPr lang="en-US" sz="800" dirty="0">
              <a:solidFill>
                <a:srgbClr val="0070C0"/>
              </a:solidFill>
            </a:endParaRPr>
          </a:p>
          <a:p>
            <a:pPr algn="ctr"/>
            <a:r>
              <a:rPr lang="en-US" sz="800" dirty="0">
                <a:solidFill>
                  <a:schemeClr val="tx1"/>
                </a:solidFill>
              </a:rPr>
              <a:t>DHK 105064 </a:t>
            </a:r>
            <a:r>
              <a:rPr lang="en-US" sz="800" dirty="0" err="1">
                <a:solidFill>
                  <a:srgbClr val="0070C0"/>
                </a:solidFill>
              </a:rPr>
              <a:t>A.Jumasheva</a:t>
            </a:r>
            <a:endParaRPr lang="en-US" sz="800" dirty="0">
              <a:solidFill>
                <a:srgbClr val="0070C0"/>
              </a:solidFill>
            </a:endParaRPr>
          </a:p>
          <a:p>
            <a:pPr algn="ctr"/>
            <a:r>
              <a:rPr lang="en-US" sz="800" dirty="0">
                <a:solidFill>
                  <a:schemeClr val="tx1"/>
                </a:solidFill>
              </a:rPr>
              <a:t> </a:t>
            </a:r>
          </a:p>
        </p:txBody>
      </p:sp>
      <p:sp>
        <p:nvSpPr>
          <p:cNvPr id="51" name="Rectangle 50">
            <a:extLst>
              <a:ext uri="{FF2B5EF4-FFF2-40B4-BE49-F238E27FC236}">
                <a16:creationId xmlns:a16="http://schemas.microsoft.com/office/drawing/2014/main" id="{54AF4370-5B31-D38B-9046-B1DE47E66A43}"/>
              </a:ext>
            </a:extLst>
          </p:cNvPr>
          <p:cNvSpPr/>
          <p:nvPr/>
        </p:nvSpPr>
        <p:spPr>
          <a:xfrm>
            <a:off x="6868492" y="4900857"/>
            <a:ext cx="1752568" cy="5505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Support Administrator DHK/COK EW SHIFT 104384/179280</a:t>
            </a:r>
          </a:p>
          <a:p>
            <a:pPr algn="ctr"/>
            <a:r>
              <a:rPr lang="en-US" sz="800" dirty="0" err="1">
                <a:solidFill>
                  <a:srgbClr val="0070C0"/>
                </a:solidFill>
              </a:rPr>
              <a:t>K.Novokovskaya</a:t>
            </a:r>
            <a:r>
              <a:rPr lang="en-US" sz="800" dirty="0">
                <a:solidFill>
                  <a:schemeClr val="tx1"/>
                </a:solidFill>
              </a:rPr>
              <a:t>/</a:t>
            </a:r>
            <a:r>
              <a:rPr lang="en-US" sz="800" dirty="0" err="1">
                <a:solidFill>
                  <a:srgbClr val="0070C0"/>
                </a:solidFill>
              </a:rPr>
              <a:t>A.Adayeva</a:t>
            </a:r>
            <a:endParaRPr lang="en-US" sz="800" dirty="0">
              <a:solidFill>
                <a:srgbClr val="0070C0"/>
              </a:solidFill>
            </a:endParaRPr>
          </a:p>
        </p:txBody>
      </p:sp>
      <p:sp>
        <p:nvSpPr>
          <p:cNvPr id="52" name="Rectangle 51">
            <a:extLst>
              <a:ext uri="{FF2B5EF4-FFF2-40B4-BE49-F238E27FC236}">
                <a16:creationId xmlns:a16="http://schemas.microsoft.com/office/drawing/2014/main" id="{C6DC1D50-3079-C193-8D79-021FFD744F23}"/>
              </a:ext>
            </a:extLst>
          </p:cNvPr>
          <p:cNvSpPr/>
          <p:nvPr/>
        </p:nvSpPr>
        <p:spPr>
          <a:xfrm>
            <a:off x="8990425" y="3793652"/>
            <a:ext cx="1383203" cy="679735"/>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Advisor (Investigations, Inspections, Audits) </a:t>
            </a:r>
          </a:p>
          <a:p>
            <a:pPr algn="ctr"/>
            <a:r>
              <a:rPr lang="en-US" sz="800" dirty="0">
                <a:solidFill>
                  <a:schemeClr val="tx1"/>
                </a:solidFill>
              </a:rPr>
              <a:t>DHK AT OFFC 105055 </a:t>
            </a:r>
            <a:r>
              <a:rPr lang="en-US" sz="800" dirty="0" err="1">
                <a:solidFill>
                  <a:srgbClr val="0070C0"/>
                </a:solidFill>
              </a:rPr>
              <a:t>T.Jumaliyev</a:t>
            </a:r>
            <a:endParaRPr lang="en-US" sz="800" dirty="0">
              <a:solidFill>
                <a:srgbClr val="0070C0"/>
              </a:solidFill>
            </a:endParaRPr>
          </a:p>
        </p:txBody>
      </p:sp>
      <p:cxnSp>
        <p:nvCxnSpPr>
          <p:cNvPr id="53" name="Straight Connector 27">
            <a:extLst>
              <a:ext uri="{FF2B5EF4-FFF2-40B4-BE49-F238E27FC236}">
                <a16:creationId xmlns:a16="http://schemas.microsoft.com/office/drawing/2014/main" id="{BB2E6823-0CF2-8F77-2E80-3A7363376508}"/>
              </a:ext>
            </a:extLst>
          </p:cNvPr>
          <p:cNvCxnSpPr>
            <a:cxnSpLocks/>
            <a:stCxn id="12" idx="0"/>
            <a:endCxn id="160" idx="2"/>
          </p:cNvCxnSpPr>
          <p:nvPr/>
        </p:nvCxnSpPr>
        <p:spPr>
          <a:xfrm rot="5400000" flipH="1" flipV="1">
            <a:off x="3582009" y="-572681"/>
            <a:ext cx="240121" cy="3547311"/>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65" name="Straight Connector 27">
            <a:extLst>
              <a:ext uri="{FF2B5EF4-FFF2-40B4-BE49-F238E27FC236}">
                <a16:creationId xmlns:a16="http://schemas.microsoft.com/office/drawing/2014/main" id="{12400FD9-F361-1604-71D8-8CD78F61719E}"/>
              </a:ext>
            </a:extLst>
          </p:cNvPr>
          <p:cNvCxnSpPr>
            <a:cxnSpLocks/>
            <a:stCxn id="81" idx="0"/>
            <a:endCxn id="160" idx="2"/>
          </p:cNvCxnSpPr>
          <p:nvPr/>
        </p:nvCxnSpPr>
        <p:spPr>
          <a:xfrm rot="5400000" flipH="1" flipV="1">
            <a:off x="5090719" y="927884"/>
            <a:ext cx="231976" cy="538035"/>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69" name="Straight Connector 27">
            <a:extLst>
              <a:ext uri="{FF2B5EF4-FFF2-40B4-BE49-F238E27FC236}">
                <a16:creationId xmlns:a16="http://schemas.microsoft.com/office/drawing/2014/main" id="{ADC429D1-CEB9-E6CD-0A32-92236B9166A7}"/>
              </a:ext>
            </a:extLst>
          </p:cNvPr>
          <p:cNvCxnSpPr>
            <a:cxnSpLocks/>
            <a:stCxn id="8" idx="0"/>
            <a:endCxn id="160" idx="2"/>
          </p:cNvCxnSpPr>
          <p:nvPr/>
        </p:nvCxnSpPr>
        <p:spPr>
          <a:xfrm rot="16200000" flipV="1">
            <a:off x="6305212" y="251426"/>
            <a:ext cx="231976" cy="1890950"/>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72" name="Straight Connector 27">
            <a:extLst>
              <a:ext uri="{FF2B5EF4-FFF2-40B4-BE49-F238E27FC236}">
                <a16:creationId xmlns:a16="http://schemas.microsoft.com/office/drawing/2014/main" id="{5D0BF650-3F90-13B3-F81B-FD9D2B708DD1}"/>
              </a:ext>
            </a:extLst>
          </p:cNvPr>
          <p:cNvCxnSpPr>
            <a:cxnSpLocks/>
            <a:stCxn id="10" idx="0"/>
            <a:endCxn id="160" idx="2"/>
          </p:cNvCxnSpPr>
          <p:nvPr/>
        </p:nvCxnSpPr>
        <p:spPr>
          <a:xfrm rot="16200000" flipV="1">
            <a:off x="7370547" y="-813909"/>
            <a:ext cx="231976" cy="4021619"/>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76" name="Straight Connector 27">
            <a:extLst>
              <a:ext uri="{FF2B5EF4-FFF2-40B4-BE49-F238E27FC236}">
                <a16:creationId xmlns:a16="http://schemas.microsoft.com/office/drawing/2014/main" id="{04583C58-47B2-E5CF-2765-8D1A8CA7E9AF}"/>
              </a:ext>
            </a:extLst>
          </p:cNvPr>
          <p:cNvCxnSpPr>
            <a:cxnSpLocks/>
            <a:stCxn id="52" idx="3"/>
            <a:endCxn id="160" idx="3"/>
          </p:cNvCxnSpPr>
          <p:nvPr/>
        </p:nvCxnSpPr>
        <p:spPr>
          <a:xfrm flipH="1" flipV="1">
            <a:off x="6476758" y="805657"/>
            <a:ext cx="3896870" cy="3327863"/>
          </a:xfrm>
          <a:prstGeom prst="bentConnector3">
            <a:avLst>
              <a:gd name="adj1" fmla="val -5866"/>
            </a:avLst>
          </a:prstGeom>
        </p:spPr>
        <p:style>
          <a:lnRef idx="2">
            <a:schemeClr val="accent1"/>
          </a:lnRef>
          <a:fillRef idx="0">
            <a:schemeClr val="accent1"/>
          </a:fillRef>
          <a:effectRef idx="1">
            <a:schemeClr val="accent1"/>
          </a:effectRef>
          <a:fontRef idx="minor">
            <a:schemeClr val="tx1"/>
          </a:fontRef>
        </p:style>
      </p:cxnSp>
      <p:cxnSp>
        <p:nvCxnSpPr>
          <p:cNvPr id="79" name="Straight Connector 27">
            <a:extLst>
              <a:ext uri="{FF2B5EF4-FFF2-40B4-BE49-F238E27FC236}">
                <a16:creationId xmlns:a16="http://schemas.microsoft.com/office/drawing/2014/main" id="{F0FE83B0-331C-BCCD-1683-143114267BA1}"/>
              </a:ext>
            </a:extLst>
          </p:cNvPr>
          <p:cNvCxnSpPr>
            <a:cxnSpLocks/>
            <a:endCxn id="15" idx="1"/>
          </p:cNvCxnSpPr>
          <p:nvPr/>
        </p:nvCxnSpPr>
        <p:spPr>
          <a:xfrm rot="16200000" flipH="1">
            <a:off x="1786450" y="2232586"/>
            <a:ext cx="533426" cy="24949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89" name="Straight Connector 27">
            <a:extLst>
              <a:ext uri="{FF2B5EF4-FFF2-40B4-BE49-F238E27FC236}">
                <a16:creationId xmlns:a16="http://schemas.microsoft.com/office/drawing/2014/main" id="{03366591-590F-18A9-6533-2F38E672BD17}"/>
              </a:ext>
            </a:extLst>
          </p:cNvPr>
          <p:cNvCxnSpPr>
            <a:cxnSpLocks/>
            <a:endCxn id="26" idx="3"/>
          </p:cNvCxnSpPr>
          <p:nvPr/>
        </p:nvCxnSpPr>
        <p:spPr>
          <a:xfrm rot="5400000">
            <a:off x="1491963" y="2187597"/>
            <a:ext cx="533426" cy="339477"/>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02" name="Straight Connector 27">
            <a:extLst>
              <a:ext uri="{FF2B5EF4-FFF2-40B4-BE49-F238E27FC236}">
                <a16:creationId xmlns:a16="http://schemas.microsoft.com/office/drawing/2014/main" id="{24E5AB28-28AF-8618-14E7-FA315D420654}"/>
              </a:ext>
            </a:extLst>
          </p:cNvPr>
          <p:cNvCxnSpPr>
            <a:cxnSpLocks/>
            <a:endCxn id="23" idx="1"/>
          </p:cNvCxnSpPr>
          <p:nvPr/>
        </p:nvCxnSpPr>
        <p:spPr>
          <a:xfrm rot="16200000" flipH="1">
            <a:off x="1341207" y="2677829"/>
            <a:ext cx="1414117" cy="239702"/>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05" name="Straight Connector 27">
            <a:extLst>
              <a:ext uri="{FF2B5EF4-FFF2-40B4-BE49-F238E27FC236}">
                <a16:creationId xmlns:a16="http://schemas.microsoft.com/office/drawing/2014/main" id="{4F955D1A-5E28-514F-4516-0FFF3E38930D}"/>
              </a:ext>
            </a:extLst>
          </p:cNvPr>
          <p:cNvCxnSpPr>
            <a:cxnSpLocks/>
          </p:cNvCxnSpPr>
          <p:nvPr/>
        </p:nvCxnSpPr>
        <p:spPr>
          <a:xfrm rot="5400000">
            <a:off x="1021888" y="2670144"/>
            <a:ext cx="1486048" cy="327005"/>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08" name="Straight Connector 27">
            <a:extLst>
              <a:ext uri="{FF2B5EF4-FFF2-40B4-BE49-F238E27FC236}">
                <a16:creationId xmlns:a16="http://schemas.microsoft.com/office/drawing/2014/main" id="{C4CC3527-37C4-F601-FDA3-DD5AF60D1787}"/>
              </a:ext>
            </a:extLst>
          </p:cNvPr>
          <p:cNvCxnSpPr>
            <a:cxnSpLocks/>
            <a:endCxn id="39" idx="3"/>
          </p:cNvCxnSpPr>
          <p:nvPr/>
        </p:nvCxnSpPr>
        <p:spPr>
          <a:xfrm rot="5400000">
            <a:off x="5503897" y="2008709"/>
            <a:ext cx="381123" cy="10679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16" name="Straight Connector 27">
            <a:extLst>
              <a:ext uri="{FF2B5EF4-FFF2-40B4-BE49-F238E27FC236}">
                <a16:creationId xmlns:a16="http://schemas.microsoft.com/office/drawing/2014/main" id="{2AE8B55C-FFA5-A733-E127-E08066237A2D}"/>
              </a:ext>
            </a:extLst>
          </p:cNvPr>
          <p:cNvCxnSpPr>
            <a:cxnSpLocks/>
            <a:endCxn id="40" idx="3"/>
          </p:cNvCxnSpPr>
          <p:nvPr/>
        </p:nvCxnSpPr>
        <p:spPr>
          <a:xfrm rot="5400000">
            <a:off x="5227526" y="2678979"/>
            <a:ext cx="529143" cy="9932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24" name="Straight Connector 27">
            <a:extLst>
              <a:ext uri="{FF2B5EF4-FFF2-40B4-BE49-F238E27FC236}">
                <a16:creationId xmlns:a16="http://schemas.microsoft.com/office/drawing/2014/main" id="{56494FB4-2F1B-A760-F70C-2C200EC641F7}"/>
              </a:ext>
            </a:extLst>
          </p:cNvPr>
          <p:cNvCxnSpPr>
            <a:cxnSpLocks/>
          </p:cNvCxnSpPr>
          <p:nvPr/>
        </p:nvCxnSpPr>
        <p:spPr>
          <a:xfrm rot="5400000">
            <a:off x="4841308" y="2867539"/>
            <a:ext cx="1598434" cy="215483"/>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27" name="Straight Connector 27">
            <a:extLst>
              <a:ext uri="{FF2B5EF4-FFF2-40B4-BE49-F238E27FC236}">
                <a16:creationId xmlns:a16="http://schemas.microsoft.com/office/drawing/2014/main" id="{33F5AAB2-C4CF-B79A-5E3B-94503C4F9E60}"/>
              </a:ext>
            </a:extLst>
          </p:cNvPr>
          <p:cNvCxnSpPr>
            <a:cxnSpLocks/>
          </p:cNvCxnSpPr>
          <p:nvPr/>
        </p:nvCxnSpPr>
        <p:spPr>
          <a:xfrm rot="5400000">
            <a:off x="5114563" y="4386593"/>
            <a:ext cx="709355" cy="53606"/>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30" name="Straight Connector 27">
            <a:extLst>
              <a:ext uri="{FF2B5EF4-FFF2-40B4-BE49-F238E27FC236}">
                <a16:creationId xmlns:a16="http://schemas.microsoft.com/office/drawing/2014/main" id="{A3E593FA-297D-E16E-D48B-157FAA4408BF}"/>
              </a:ext>
            </a:extLst>
          </p:cNvPr>
          <p:cNvCxnSpPr>
            <a:cxnSpLocks/>
          </p:cNvCxnSpPr>
          <p:nvPr/>
        </p:nvCxnSpPr>
        <p:spPr>
          <a:xfrm rot="5400000">
            <a:off x="4649295" y="4446140"/>
            <a:ext cx="1982460" cy="215483"/>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32" name="Straight Connector 27">
            <a:extLst>
              <a:ext uri="{FF2B5EF4-FFF2-40B4-BE49-F238E27FC236}">
                <a16:creationId xmlns:a16="http://schemas.microsoft.com/office/drawing/2014/main" id="{DC195F8A-C217-F122-B013-9DEDB7FDEBAE}"/>
              </a:ext>
            </a:extLst>
          </p:cNvPr>
          <p:cNvCxnSpPr>
            <a:cxnSpLocks/>
            <a:endCxn id="46" idx="1"/>
          </p:cNvCxnSpPr>
          <p:nvPr/>
        </p:nvCxnSpPr>
        <p:spPr>
          <a:xfrm rot="16200000" flipH="1">
            <a:off x="6401124" y="2031861"/>
            <a:ext cx="454218" cy="133587"/>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35" name="Straight Connector 27">
            <a:extLst>
              <a:ext uri="{FF2B5EF4-FFF2-40B4-BE49-F238E27FC236}">
                <a16:creationId xmlns:a16="http://schemas.microsoft.com/office/drawing/2014/main" id="{4ECBBD38-32ED-9CEE-E8BB-63100B931449}"/>
              </a:ext>
            </a:extLst>
          </p:cNvPr>
          <p:cNvCxnSpPr>
            <a:cxnSpLocks/>
            <a:endCxn id="48" idx="1"/>
          </p:cNvCxnSpPr>
          <p:nvPr/>
        </p:nvCxnSpPr>
        <p:spPr>
          <a:xfrm rot="16200000" flipH="1">
            <a:off x="6173548" y="2608228"/>
            <a:ext cx="909370" cy="13358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38" name="Straight Connector 27">
            <a:extLst>
              <a:ext uri="{FF2B5EF4-FFF2-40B4-BE49-F238E27FC236}">
                <a16:creationId xmlns:a16="http://schemas.microsoft.com/office/drawing/2014/main" id="{78AC7219-9759-E4AC-D7DA-D88C08EAF033}"/>
              </a:ext>
            </a:extLst>
          </p:cNvPr>
          <p:cNvCxnSpPr>
            <a:cxnSpLocks/>
            <a:endCxn id="49" idx="1"/>
          </p:cNvCxnSpPr>
          <p:nvPr/>
        </p:nvCxnSpPr>
        <p:spPr>
          <a:xfrm rot="16200000" flipH="1">
            <a:off x="6437948" y="3790640"/>
            <a:ext cx="750860" cy="11022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41" name="Straight Connector 27">
            <a:extLst>
              <a:ext uri="{FF2B5EF4-FFF2-40B4-BE49-F238E27FC236}">
                <a16:creationId xmlns:a16="http://schemas.microsoft.com/office/drawing/2014/main" id="{832EA709-37F4-FEA6-7251-E8090D170F95}"/>
              </a:ext>
            </a:extLst>
          </p:cNvPr>
          <p:cNvCxnSpPr>
            <a:cxnSpLocks/>
            <a:endCxn id="51" idx="1"/>
          </p:cNvCxnSpPr>
          <p:nvPr/>
        </p:nvCxnSpPr>
        <p:spPr>
          <a:xfrm rot="16200000" flipH="1">
            <a:off x="6347200" y="4654821"/>
            <a:ext cx="932356" cy="110227"/>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44" name="Straight Connector 27">
            <a:extLst>
              <a:ext uri="{FF2B5EF4-FFF2-40B4-BE49-F238E27FC236}">
                <a16:creationId xmlns:a16="http://schemas.microsoft.com/office/drawing/2014/main" id="{CAB8E0F4-3091-49EE-6CF8-2A80DE01ACB4}"/>
              </a:ext>
            </a:extLst>
          </p:cNvPr>
          <p:cNvCxnSpPr>
            <a:cxnSpLocks/>
            <a:endCxn id="210" idx="1"/>
          </p:cNvCxnSpPr>
          <p:nvPr/>
        </p:nvCxnSpPr>
        <p:spPr>
          <a:xfrm rot="16200000" flipH="1">
            <a:off x="8696480" y="2006004"/>
            <a:ext cx="426362" cy="16152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47" name="Straight Connector 27">
            <a:extLst>
              <a:ext uri="{FF2B5EF4-FFF2-40B4-BE49-F238E27FC236}">
                <a16:creationId xmlns:a16="http://schemas.microsoft.com/office/drawing/2014/main" id="{0AF4EA0F-D3EF-791D-A84E-B23AA2D7AFFB}"/>
              </a:ext>
            </a:extLst>
          </p:cNvPr>
          <p:cNvCxnSpPr>
            <a:cxnSpLocks/>
            <a:endCxn id="14" idx="1"/>
          </p:cNvCxnSpPr>
          <p:nvPr/>
        </p:nvCxnSpPr>
        <p:spPr>
          <a:xfrm rot="16200000" flipH="1">
            <a:off x="8528019" y="2554232"/>
            <a:ext cx="763284" cy="161528"/>
          </a:xfrm>
          <a:prstGeom prst="bentConnector2">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992845"/>
      </p:ext>
    </p:extLst>
  </p:cSld>
  <p:clrMapOvr>
    <a:masterClrMapping/>
  </p:clrMapOvr>
</p:sld>
</file>

<file path=ppt/theme/theme1.xml><?xml version="1.0" encoding="utf-8"?>
<a:theme xmlns:a="http://schemas.openxmlformats.org/drawingml/2006/main" name="2_NCOC Template">
  <a:themeElements>
    <a:clrScheme name="NCOC Template">
      <a:dk1>
        <a:sysClr val="windowText" lastClr="000000"/>
      </a:dk1>
      <a:lt1>
        <a:sysClr val="window" lastClr="FFFFFF"/>
      </a:lt1>
      <a:dk2>
        <a:srgbClr val="1F497D"/>
      </a:dk2>
      <a:lt2>
        <a:srgbClr val="EEECE1"/>
      </a:lt2>
      <a:accent1>
        <a:srgbClr val="008BCB"/>
      </a:accent1>
      <a:accent2>
        <a:srgbClr val="FDC600"/>
      </a:accent2>
      <a:accent3>
        <a:srgbClr val="575756"/>
      </a:accent3>
      <a:accent4>
        <a:srgbClr val="8064A2"/>
      </a:accent4>
      <a:accent5>
        <a:srgbClr val="4BACC6"/>
      </a:accent5>
      <a:accent6>
        <a:srgbClr val="F79646"/>
      </a:accent6>
      <a:hlink>
        <a:srgbClr val="008FD1"/>
      </a:hlink>
      <a:folHlink>
        <a:srgbClr val="800080"/>
      </a:folHlink>
    </a:clrScheme>
    <a:fontScheme name="NCOC Templat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COC_Presentation template_FINAL INTERNAL.pptx" id="{3FFCA79B-523E-477A-9461-5C424786D3FB}" vid="{363998E6-83F6-4B7B-8600-3EFFA2B5692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90EED305D182F45849F8A3A9854EBA3" ma:contentTypeVersion="5" ma:contentTypeDescription="Create a new document." ma:contentTypeScope="" ma:versionID="cb65ba2f1ee67cc46ad8d0ef9c8b8fa5">
  <xsd:schema xmlns:xsd="http://www.w3.org/2001/XMLSchema" xmlns:xs="http://www.w3.org/2001/XMLSchema" xmlns:p="http://schemas.microsoft.com/office/2006/metadata/properties" xmlns:ns3="06041c2f-8daa-46cd-b1d1-5aab0cf4f768" targetNamespace="http://schemas.microsoft.com/office/2006/metadata/properties" ma:root="true" ma:fieldsID="aeec6dd5dff86344e7a574f02595b4d7" ns3:_="">
    <xsd:import namespace="06041c2f-8daa-46cd-b1d1-5aab0cf4f76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041c2f-8daa-46cd-b1d1-5aab0cf4f76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06041c2f-8daa-46cd-b1d1-5aab0cf4f768" xsi:nil="true"/>
  </documentManagement>
</p:properties>
</file>

<file path=customXml/itemProps1.xml><?xml version="1.0" encoding="utf-8"?>
<ds:datastoreItem xmlns:ds="http://schemas.openxmlformats.org/officeDocument/2006/customXml" ds:itemID="{8105AEFB-5AB6-42D8-BB62-61CFFBD7C68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6041c2f-8daa-46cd-b1d1-5aab0cf4f76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1420F6D-6B73-4B83-8B0D-D3361814E9ED}">
  <ds:schemaRefs>
    <ds:schemaRef ds:uri="http://schemas.microsoft.com/sharepoint/v3/contenttype/forms"/>
  </ds:schemaRefs>
</ds:datastoreItem>
</file>

<file path=customXml/itemProps3.xml><?xml version="1.0" encoding="utf-8"?>
<ds:datastoreItem xmlns:ds="http://schemas.openxmlformats.org/officeDocument/2006/customXml" ds:itemID="{D040FF51-9CD7-41D8-B7F7-3EE043C81F7A}">
  <ds:schemaRefs>
    <ds:schemaRef ds:uri="http://www.w3.org/XML/1998/namespace"/>
    <ds:schemaRef ds:uri="http://purl.org/dc/elements/1.1/"/>
    <ds:schemaRef ds:uri="http://schemas.microsoft.com/office/2006/documentManagement/types"/>
    <ds:schemaRef ds:uri="http://purl.org/dc/dcmitype/"/>
    <ds:schemaRef ds:uri="http://schemas.microsoft.com/office/infopath/2007/PartnerControls"/>
    <ds:schemaRef ds:uri="http://purl.org/dc/terms/"/>
    <ds:schemaRef ds:uri="http://schemas.openxmlformats.org/package/2006/metadata/core-properties"/>
    <ds:schemaRef ds:uri="06041c2f-8daa-46cd-b1d1-5aab0cf4f768"/>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5153</TotalTime>
  <Words>2031</Words>
  <Application>Microsoft Office PowerPoint</Application>
  <PresentationFormat>Widescreen</PresentationFormat>
  <Paragraphs>414</Paragraphs>
  <Slides>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Arial</vt:lpstr>
      <vt:lpstr>Segoe UI</vt:lpstr>
      <vt:lpstr>Segoe UI Black</vt:lpstr>
      <vt:lpstr>Times New Roman</vt:lpstr>
      <vt:lpstr>2_NCOC Template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Bimurzina, Aigerim (EXT) [AT]</dc:creator>
  <cp:lastModifiedBy>Turkenov, Daniyar (EXT) [AT]</cp:lastModifiedBy>
  <cp:revision>83</cp:revision>
  <dcterms:created xsi:type="dcterms:W3CDTF">2025-06-18T11:02:17Z</dcterms:created>
  <dcterms:modified xsi:type="dcterms:W3CDTF">2026-02-06T10:48:06Z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d13b463-13fe-4d23-bee6-0f248aba936e_Enabled">
    <vt:lpwstr>true</vt:lpwstr>
  </property>
  <property fmtid="{D5CDD505-2E9C-101B-9397-08002B2CF9AE}" pid="3" name="MSIP_Label_8d13b463-13fe-4d23-bee6-0f248aba936e_SetDate">
    <vt:lpwstr>2025-06-18T11:05:56Z</vt:lpwstr>
  </property>
  <property fmtid="{D5CDD505-2E9C-101B-9397-08002B2CF9AE}" pid="4" name="MSIP_Label_8d13b463-13fe-4d23-bee6-0f248aba936e_Method">
    <vt:lpwstr>Standard</vt:lpwstr>
  </property>
  <property fmtid="{D5CDD505-2E9C-101B-9397-08002B2CF9AE}" pid="5" name="MSIP_Label_8d13b463-13fe-4d23-bee6-0f248aba936e_Name">
    <vt:lpwstr>Internal</vt:lpwstr>
  </property>
  <property fmtid="{D5CDD505-2E9C-101B-9397-08002B2CF9AE}" pid="6" name="MSIP_Label_8d13b463-13fe-4d23-bee6-0f248aba936e_SiteId">
    <vt:lpwstr>eeb11a4c-615f-4481-b09f-327260659e37</vt:lpwstr>
  </property>
  <property fmtid="{D5CDD505-2E9C-101B-9397-08002B2CF9AE}" pid="7" name="MSIP_Label_8d13b463-13fe-4d23-bee6-0f248aba936e_ActionId">
    <vt:lpwstr>9454b50a-1e26-4dd4-b420-c43cc49cbe9e</vt:lpwstr>
  </property>
  <property fmtid="{D5CDD505-2E9C-101B-9397-08002B2CF9AE}" pid="8" name="MSIP_Label_8d13b463-13fe-4d23-bee6-0f248aba936e_ContentBits">
    <vt:lpwstr>0</vt:lpwstr>
  </property>
  <property fmtid="{D5CDD505-2E9C-101B-9397-08002B2CF9AE}" pid="9" name="ContentTypeId">
    <vt:lpwstr>0x010100A90EED305D182F45849F8A3A9854EBA3</vt:lpwstr>
  </property>
</Properties>
</file>