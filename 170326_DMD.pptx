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notesMasterIdLst>
    <p:notesMasterId r:id="rId9"/>
  </p:notesMasterIdLst>
  <p:handoutMasterIdLst>
    <p:handoutMasterId r:id="rId10"/>
  </p:handoutMasterIdLst>
  <p:sldIdLst>
    <p:sldId id="5359" r:id="rId5"/>
    <p:sldId id="5342" r:id="rId6"/>
    <p:sldId id="5360" r:id="rId7"/>
    <p:sldId id="5344"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73" autoAdjust="0"/>
  </p:normalViewPr>
  <p:slideViewPr>
    <p:cSldViewPr snapToGrid="0">
      <p:cViewPr varScale="1">
        <p:scale>
          <a:sx n="101" d="100"/>
          <a:sy n="101" d="100"/>
        </p:scale>
        <p:origin x="912"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E7220BF-3AB5-46C6-DB4C-4BC27F3EEF6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843B37A-63E6-7268-A2A0-D3E8AF9B7A2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ADDEF31-9A11-4F0A-A620-7EBF3C796633}" type="datetimeFigureOut">
              <a:rPr lang="en-US" smtClean="0"/>
              <a:t>17/03/26</a:t>
            </a:fld>
            <a:endParaRPr lang="en-US"/>
          </a:p>
        </p:txBody>
      </p:sp>
      <p:sp>
        <p:nvSpPr>
          <p:cNvPr id="4" name="Footer Placeholder 3">
            <a:extLst>
              <a:ext uri="{FF2B5EF4-FFF2-40B4-BE49-F238E27FC236}">
                <a16:creationId xmlns:a16="http://schemas.microsoft.com/office/drawing/2014/main" id="{E5835112-1A19-8C7A-9BB4-AC271209535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034AD0A-8A08-DAE4-DFA9-08E9E105EDB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7354DCD-5C0E-48F6-8CD8-DB450017CB32}" type="slidenum">
              <a:rPr lang="en-US" smtClean="0"/>
              <a:t>‹#›</a:t>
            </a:fld>
            <a:endParaRPr lang="en-US"/>
          </a:p>
        </p:txBody>
      </p:sp>
    </p:spTree>
    <p:extLst>
      <p:ext uri="{BB962C8B-B14F-4D97-AF65-F5344CB8AC3E}">
        <p14:creationId xmlns:p14="http://schemas.microsoft.com/office/powerpoint/2010/main" val="293519469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F70D0-9B73-4970-9F89-55AA4047F8EA}" type="datetimeFigureOut">
              <a:rPr lang="en-US" smtClean="0"/>
              <a:t>17/03/26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D3BCFC-60FB-4FD5-8C3B-73C6C4394E5C}" type="slidenum">
              <a:rPr lang="en-US" smtClean="0"/>
              <a:t>‹#›</a:t>
            </a:fld>
            <a:endParaRPr lang="en-US"/>
          </a:p>
        </p:txBody>
      </p:sp>
    </p:spTree>
    <p:extLst>
      <p:ext uri="{BB962C8B-B14F-4D97-AF65-F5344CB8AC3E}">
        <p14:creationId xmlns:p14="http://schemas.microsoft.com/office/powerpoint/2010/main" val="381618465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EBEFE-F6A1-3D50-B8EF-DFD674F670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5D3763-38F2-BE28-005E-AC20982652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687EA1-DFB9-9D43-FD67-508550B07515}"/>
              </a:ext>
            </a:extLst>
          </p:cNvPr>
          <p:cNvSpPr>
            <a:spLocks noGrp="1"/>
          </p:cNvSpPr>
          <p:nvPr>
            <p:ph type="body" idx="1"/>
          </p:nvPr>
        </p:nvSpPr>
        <p:spPr/>
        <p:txBody>
          <a:bodyPr/>
          <a:lstStyle/>
          <a:p>
            <a:endParaRPr lang="en-US" sz="1200" b="0" u="none" strike="noStrike" kern="1200" noProof="0" dirty="0">
              <a:solidFill>
                <a:schemeClr val="dk1"/>
              </a:solidFill>
              <a:effectLst/>
              <a:highlight>
                <a:srgbClr val="FFFF00"/>
              </a:highlight>
              <a:latin typeface="+mn-lt"/>
              <a:ea typeface="+mn-ea"/>
              <a:cs typeface="Arial" panose="020B0604020202020204" pitchFamily="34" charset="0"/>
            </a:endParaRPr>
          </a:p>
        </p:txBody>
      </p:sp>
      <p:sp>
        <p:nvSpPr>
          <p:cNvPr id="4" name="Slide Number Placeholder 3">
            <a:extLst>
              <a:ext uri="{FF2B5EF4-FFF2-40B4-BE49-F238E27FC236}">
                <a16:creationId xmlns:a16="http://schemas.microsoft.com/office/drawing/2014/main" id="{098A25D7-308D-22F1-C4E7-8FB77D0E6F2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82CBAB-4577-442B-A12D-16B64674F6A9}"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070509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www.linkedin.com/company/ncoc/" TargetMode="External"/><Relationship Id="rId7" Type="http://schemas.openxmlformats.org/officeDocument/2006/relationships/hyperlink" Target="https://www.facebook.com/ncoc.kz" TargetMode="External"/><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hyperlink" Target="http://www.ncoc.kz/" TargetMode="External"/></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6" name="bg object 16"/>
          <p:cNvSpPr/>
          <p:nvPr/>
        </p:nvSpPr>
        <p:spPr>
          <a:xfrm>
            <a:off x="0" y="6032076"/>
            <a:ext cx="12192000" cy="825578"/>
          </a:xfrm>
          <a:custGeom>
            <a:avLst/>
            <a:gdLst/>
            <a:ahLst/>
            <a:cxnLst/>
            <a:rect l="l" t="t" r="r" b="b"/>
            <a:pathLst>
              <a:path w="20104100" h="1361440">
                <a:moveTo>
                  <a:pt x="20104099" y="0"/>
                </a:moveTo>
                <a:lnTo>
                  <a:pt x="0" y="0"/>
                </a:lnTo>
                <a:lnTo>
                  <a:pt x="0" y="1361215"/>
                </a:lnTo>
                <a:lnTo>
                  <a:pt x="20104099" y="1361215"/>
                </a:lnTo>
                <a:lnTo>
                  <a:pt x="20104099" y="0"/>
                </a:lnTo>
                <a:close/>
              </a:path>
            </a:pathLst>
          </a:custGeom>
          <a:solidFill>
            <a:srgbClr val="008AC9"/>
          </a:solidFill>
        </p:spPr>
        <p:txBody>
          <a:bodyPr wrap="square" lIns="0" tIns="0" rIns="0" bIns="0" rtlCol="0"/>
          <a:lstStyle/>
          <a:p>
            <a:pPr marL="0" marR="0" lvl="0" indent="0" defTabSz="55450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endParaRPr>
          </a:p>
        </p:txBody>
      </p:sp>
      <p:sp>
        <p:nvSpPr>
          <p:cNvPr id="17" name="bg object 17"/>
          <p:cNvSpPr/>
          <p:nvPr/>
        </p:nvSpPr>
        <p:spPr>
          <a:xfrm>
            <a:off x="4479301" y="6032079"/>
            <a:ext cx="7713000" cy="825578"/>
          </a:xfrm>
          <a:custGeom>
            <a:avLst/>
            <a:gdLst/>
            <a:ahLst/>
            <a:cxnLst/>
            <a:rect l="l" t="t" r="r" b="b"/>
            <a:pathLst>
              <a:path w="12718415" h="1361440">
                <a:moveTo>
                  <a:pt x="5881319" y="215277"/>
                </a:moveTo>
                <a:lnTo>
                  <a:pt x="5827776" y="236626"/>
                </a:lnTo>
                <a:lnTo>
                  <a:pt x="5775388" y="256806"/>
                </a:lnTo>
                <a:lnTo>
                  <a:pt x="5724080" y="275805"/>
                </a:lnTo>
                <a:lnTo>
                  <a:pt x="5673826" y="293636"/>
                </a:lnTo>
                <a:lnTo>
                  <a:pt x="5624576" y="310299"/>
                </a:lnTo>
                <a:lnTo>
                  <a:pt x="5576290" y="325780"/>
                </a:lnTo>
                <a:lnTo>
                  <a:pt x="5528907" y="340093"/>
                </a:lnTo>
                <a:lnTo>
                  <a:pt x="5482374" y="353237"/>
                </a:lnTo>
                <a:lnTo>
                  <a:pt x="5436679" y="365201"/>
                </a:lnTo>
                <a:lnTo>
                  <a:pt x="5391747" y="376008"/>
                </a:lnTo>
                <a:lnTo>
                  <a:pt x="5347538" y="385635"/>
                </a:lnTo>
                <a:lnTo>
                  <a:pt x="5304002" y="394093"/>
                </a:lnTo>
                <a:lnTo>
                  <a:pt x="5261102" y="401383"/>
                </a:lnTo>
                <a:lnTo>
                  <a:pt x="5218785" y="407492"/>
                </a:lnTo>
                <a:lnTo>
                  <a:pt x="5177015" y="412445"/>
                </a:lnTo>
                <a:lnTo>
                  <a:pt x="5135740" y="416217"/>
                </a:lnTo>
                <a:lnTo>
                  <a:pt x="5094910" y="418833"/>
                </a:lnTo>
                <a:lnTo>
                  <a:pt x="5054473" y="420281"/>
                </a:lnTo>
                <a:lnTo>
                  <a:pt x="5014392" y="420547"/>
                </a:lnTo>
                <a:lnTo>
                  <a:pt x="4974628" y="419658"/>
                </a:lnTo>
                <a:lnTo>
                  <a:pt x="4935118" y="417588"/>
                </a:lnTo>
                <a:lnTo>
                  <a:pt x="4895824" y="414362"/>
                </a:lnTo>
                <a:lnTo>
                  <a:pt x="4856696" y="409968"/>
                </a:lnTo>
                <a:lnTo>
                  <a:pt x="4817694" y="404406"/>
                </a:lnTo>
                <a:lnTo>
                  <a:pt x="4778768" y="397675"/>
                </a:lnTo>
                <a:lnTo>
                  <a:pt x="4739881" y="389788"/>
                </a:lnTo>
                <a:lnTo>
                  <a:pt x="4700968" y="380720"/>
                </a:lnTo>
                <a:lnTo>
                  <a:pt x="4661992" y="370497"/>
                </a:lnTo>
                <a:lnTo>
                  <a:pt x="4622914" y="359105"/>
                </a:lnTo>
                <a:lnTo>
                  <a:pt x="4583671" y="346557"/>
                </a:lnTo>
                <a:lnTo>
                  <a:pt x="4544238" y="332841"/>
                </a:lnTo>
                <a:lnTo>
                  <a:pt x="4504550" y="317957"/>
                </a:lnTo>
                <a:lnTo>
                  <a:pt x="4464570" y="301904"/>
                </a:lnTo>
                <a:lnTo>
                  <a:pt x="4424261" y="284695"/>
                </a:lnTo>
                <a:lnTo>
                  <a:pt x="4383557" y="266331"/>
                </a:lnTo>
                <a:lnTo>
                  <a:pt x="4342422" y="246799"/>
                </a:lnTo>
                <a:lnTo>
                  <a:pt x="4300804" y="226098"/>
                </a:lnTo>
                <a:lnTo>
                  <a:pt x="4258665" y="204241"/>
                </a:lnTo>
                <a:lnTo>
                  <a:pt x="4215943" y="181229"/>
                </a:lnTo>
                <a:lnTo>
                  <a:pt x="4172610" y="157048"/>
                </a:lnTo>
                <a:lnTo>
                  <a:pt x="4128617" y="131699"/>
                </a:lnTo>
                <a:lnTo>
                  <a:pt x="4083913" y="105206"/>
                </a:lnTo>
                <a:lnTo>
                  <a:pt x="4038460" y="77546"/>
                </a:lnTo>
                <a:lnTo>
                  <a:pt x="3992194" y="48717"/>
                </a:lnTo>
                <a:lnTo>
                  <a:pt x="3945077" y="18732"/>
                </a:lnTo>
                <a:lnTo>
                  <a:pt x="3916197" y="0"/>
                </a:lnTo>
                <a:lnTo>
                  <a:pt x="1316761" y="0"/>
                </a:lnTo>
                <a:lnTo>
                  <a:pt x="951255" y="100152"/>
                </a:lnTo>
                <a:lnTo>
                  <a:pt x="895946" y="113245"/>
                </a:lnTo>
                <a:lnTo>
                  <a:pt x="838987" y="123761"/>
                </a:lnTo>
                <a:lnTo>
                  <a:pt x="780796" y="131978"/>
                </a:lnTo>
                <a:lnTo>
                  <a:pt x="721804" y="138163"/>
                </a:lnTo>
                <a:lnTo>
                  <a:pt x="662432" y="142570"/>
                </a:lnTo>
                <a:lnTo>
                  <a:pt x="603084" y="145465"/>
                </a:lnTo>
                <a:lnTo>
                  <a:pt x="544195" y="147129"/>
                </a:lnTo>
                <a:lnTo>
                  <a:pt x="486168" y="147815"/>
                </a:lnTo>
                <a:lnTo>
                  <a:pt x="223774" y="145834"/>
                </a:lnTo>
                <a:lnTo>
                  <a:pt x="179768" y="146227"/>
                </a:lnTo>
                <a:lnTo>
                  <a:pt x="139573" y="147485"/>
                </a:lnTo>
                <a:lnTo>
                  <a:pt x="72288" y="153720"/>
                </a:lnTo>
                <a:lnTo>
                  <a:pt x="25247" y="166649"/>
                </a:lnTo>
                <a:lnTo>
                  <a:pt x="0" y="203238"/>
                </a:lnTo>
                <a:lnTo>
                  <a:pt x="3962" y="222046"/>
                </a:lnTo>
                <a:lnTo>
                  <a:pt x="23253" y="259626"/>
                </a:lnTo>
                <a:lnTo>
                  <a:pt x="56769" y="297091"/>
                </a:lnTo>
                <a:lnTo>
                  <a:pt x="103441" y="334429"/>
                </a:lnTo>
                <a:lnTo>
                  <a:pt x="162179" y="371576"/>
                </a:lnTo>
                <a:lnTo>
                  <a:pt x="195732" y="390080"/>
                </a:lnTo>
                <a:lnTo>
                  <a:pt x="231889" y="408533"/>
                </a:lnTo>
                <a:lnTo>
                  <a:pt x="270535" y="426910"/>
                </a:lnTo>
                <a:lnTo>
                  <a:pt x="311505" y="445223"/>
                </a:lnTo>
                <a:lnTo>
                  <a:pt x="354685" y="463473"/>
                </a:lnTo>
                <a:lnTo>
                  <a:pt x="399935" y="481647"/>
                </a:lnTo>
                <a:lnTo>
                  <a:pt x="447128" y="499745"/>
                </a:lnTo>
                <a:lnTo>
                  <a:pt x="496100" y="517753"/>
                </a:lnTo>
                <a:lnTo>
                  <a:pt x="546747" y="535686"/>
                </a:lnTo>
                <a:lnTo>
                  <a:pt x="598919" y="553516"/>
                </a:lnTo>
                <a:lnTo>
                  <a:pt x="652487" y="571246"/>
                </a:lnTo>
                <a:lnTo>
                  <a:pt x="763244" y="606412"/>
                </a:lnTo>
                <a:lnTo>
                  <a:pt x="877951" y="641146"/>
                </a:lnTo>
                <a:lnTo>
                  <a:pt x="1055027" y="692340"/>
                </a:lnTo>
                <a:lnTo>
                  <a:pt x="1754543" y="884097"/>
                </a:lnTo>
                <a:lnTo>
                  <a:pt x="1957158" y="942505"/>
                </a:lnTo>
                <a:lnTo>
                  <a:pt x="2047849" y="970521"/>
                </a:lnTo>
                <a:lnTo>
                  <a:pt x="2090077" y="984211"/>
                </a:lnTo>
                <a:lnTo>
                  <a:pt x="2130044" y="997699"/>
                </a:lnTo>
                <a:lnTo>
                  <a:pt x="2167610" y="1010958"/>
                </a:lnTo>
                <a:lnTo>
                  <a:pt x="2234996" y="1036802"/>
                </a:lnTo>
                <a:lnTo>
                  <a:pt x="2291156" y="1061720"/>
                </a:lnTo>
                <a:lnTo>
                  <a:pt x="2314689" y="1073810"/>
                </a:lnTo>
                <a:lnTo>
                  <a:pt x="1535595" y="1157185"/>
                </a:lnTo>
                <a:lnTo>
                  <a:pt x="1186065" y="1227467"/>
                </a:lnTo>
                <a:lnTo>
                  <a:pt x="1185240" y="1322946"/>
                </a:lnTo>
                <a:lnTo>
                  <a:pt x="1249565" y="1361211"/>
                </a:lnTo>
                <a:lnTo>
                  <a:pt x="5521299" y="1361211"/>
                </a:lnTo>
                <a:lnTo>
                  <a:pt x="5514581" y="1335468"/>
                </a:lnTo>
                <a:lnTo>
                  <a:pt x="5506110" y="1296123"/>
                </a:lnTo>
                <a:lnTo>
                  <a:pt x="5499265" y="1255864"/>
                </a:lnTo>
                <a:lnTo>
                  <a:pt x="5494083" y="1214729"/>
                </a:lnTo>
                <a:lnTo>
                  <a:pt x="5490654" y="1172743"/>
                </a:lnTo>
                <a:lnTo>
                  <a:pt x="5489016" y="1129957"/>
                </a:lnTo>
                <a:lnTo>
                  <a:pt x="5489232" y="1086408"/>
                </a:lnTo>
                <a:lnTo>
                  <a:pt x="5491378" y="1042123"/>
                </a:lnTo>
                <a:lnTo>
                  <a:pt x="5495506" y="997153"/>
                </a:lnTo>
                <a:lnTo>
                  <a:pt x="5501678" y="951534"/>
                </a:lnTo>
                <a:lnTo>
                  <a:pt x="5509958" y="905306"/>
                </a:lnTo>
                <a:lnTo>
                  <a:pt x="5520398" y="858494"/>
                </a:lnTo>
                <a:lnTo>
                  <a:pt x="5533072" y="811161"/>
                </a:lnTo>
                <a:lnTo>
                  <a:pt x="5548046" y="763320"/>
                </a:lnTo>
                <a:lnTo>
                  <a:pt x="5565356" y="715022"/>
                </a:lnTo>
                <a:lnTo>
                  <a:pt x="5585079" y="666305"/>
                </a:lnTo>
                <a:lnTo>
                  <a:pt x="5607278" y="617207"/>
                </a:lnTo>
                <a:lnTo>
                  <a:pt x="5632018" y="567766"/>
                </a:lnTo>
                <a:lnTo>
                  <a:pt x="5659348" y="518020"/>
                </a:lnTo>
                <a:lnTo>
                  <a:pt x="5689346" y="468007"/>
                </a:lnTo>
                <a:lnTo>
                  <a:pt x="5720245" y="420547"/>
                </a:lnTo>
                <a:lnTo>
                  <a:pt x="5757545" y="367322"/>
                </a:lnTo>
                <a:lnTo>
                  <a:pt x="5795873" y="316738"/>
                </a:lnTo>
                <a:lnTo>
                  <a:pt x="5837110" y="266039"/>
                </a:lnTo>
                <a:lnTo>
                  <a:pt x="5881319" y="215277"/>
                </a:lnTo>
                <a:close/>
              </a:path>
              <a:path w="12718415" h="1361440">
                <a:moveTo>
                  <a:pt x="7770177" y="1301369"/>
                </a:moveTo>
                <a:lnTo>
                  <a:pt x="7768628" y="1260436"/>
                </a:lnTo>
                <a:lnTo>
                  <a:pt x="7765567" y="1220266"/>
                </a:lnTo>
                <a:lnTo>
                  <a:pt x="7758646" y="1166279"/>
                </a:lnTo>
                <a:lnTo>
                  <a:pt x="7748473" y="1113942"/>
                </a:lnTo>
                <a:lnTo>
                  <a:pt x="7735202" y="1063294"/>
                </a:lnTo>
                <a:lnTo>
                  <a:pt x="7719009" y="1014323"/>
                </a:lnTo>
                <a:lnTo>
                  <a:pt x="7700023" y="967079"/>
                </a:lnTo>
                <a:lnTo>
                  <a:pt x="7678420" y="921550"/>
                </a:lnTo>
                <a:lnTo>
                  <a:pt x="7654366" y="877760"/>
                </a:lnTo>
                <a:lnTo>
                  <a:pt x="7627988" y="835736"/>
                </a:lnTo>
                <a:lnTo>
                  <a:pt x="7599477" y="795489"/>
                </a:lnTo>
                <a:lnTo>
                  <a:pt x="7575321" y="765035"/>
                </a:lnTo>
                <a:lnTo>
                  <a:pt x="7536612" y="720369"/>
                </a:lnTo>
                <a:lnTo>
                  <a:pt x="7502601" y="685533"/>
                </a:lnTo>
                <a:lnTo>
                  <a:pt x="7467054" y="652538"/>
                </a:lnTo>
                <a:lnTo>
                  <a:pt x="7430148" y="621398"/>
                </a:lnTo>
                <a:lnTo>
                  <a:pt x="7392048" y="592124"/>
                </a:lnTo>
                <a:lnTo>
                  <a:pt x="7352881" y="564743"/>
                </a:lnTo>
                <a:lnTo>
                  <a:pt x="7312838" y="539267"/>
                </a:lnTo>
                <a:lnTo>
                  <a:pt x="7272058" y="515708"/>
                </a:lnTo>
                <a:lnTo>
                  <a:pt x="7230110" y="493839"/>
                </a:lnTo>
                <a:lnTo>
                  <a:pt x="7186879" y="473735"/>
                </a:lnTo>
                <a:lnTo>
                  <a:pt x="7142531" y="455460"/>
                </a:lnTo>
                <a:lnTo>
                  <a:pt x="7097179" y="439077"/>
                </a:lnTo>
                <a:lnTo>
                  <a:pt x="7051002" y="424649"/>
                </a:lnTo>
                <a:lnTo>
                  <a:pt x="7004126" y="412267"/>
                </a:lnTo>
                <a:lnTo>
                  <a:pt x="6956704" y="401980"/>
                </a:lnTo>
                <a:lnTo>
                  <a:pt x="6908889" y="393852"/>
                </a:lnTo>
                <a:lnTo>
                  <a:pt x="6860819" y="387972"/>
                </a:lnTo>
                <a:lnTo>
                  <a:pt x="6812635" y="384403"/>
                </a:lnTo>
                <a:lnTo>
                  <a:pt x="6764490" y="383197"/>
                </a:lnTo>
                <a:lnTo>
                  <a:pt x="6716535" y="384441"/>
                </a:lnTo>
                <a:lnTo>
                  <a:pt x="6668910" y="388188"/>
                </a:lnTo>
                <a:lnTo>
                  <a:pt x="6621754" y="394525"/>
                </a:lnTo>
                <a:lnTo>
                  <a:pt x="6575234" y="403504"/>
                </a:lnTo>
                <a:lnTo>
                  <a:pt x="6529476" y="415201"/>
                </a:lnTo>
                <a:lnTo>
                  <a:pt x="6484633" y="429679"/>
                </a:lnTo>
                <a:lnTo>
                  <a:pt x="6440843" y="447014"/>
                </a:lnTo>
                <a:lnTo>
                  <a:pt x="6398273" y="467271"/>
                </a:lnTo>
                <a:lnTo>
                  <a:pt x="6357048" y="490524"/>
                </a:lnTo>
                <a:lnTo>
                  <a:pt x="6317335" y="516826"/>
                </a:lnTo>
                <a:lnTo>
                  <a:pt x="6279261" y="546265"/>
                </a:lnTo>
                <a:lnTo>
                  <a:pt x="6242977" y="578891"/>
                </a:lnTo>
                <a:lnTo>
                  <a:pt x="6213043" y="608393"/>
                </a:lnTo>
                <a:lnTo>
                  <a:pt x="6185001" y="640118"/>
                </a:lnTo>
                <a:lnTo>
                  <a:pt x="6158954" y="673849"/>
                </a:lnTo>
                <a:lnTo>
                  <a:pt x="6135014" y="709345"/>
                </a:lnTo>
                <a:lnTo>
                  <a:pt x="6113246" y="746404"/>
                </a:lnTo>
                <a:lnTo>
                  <a:pt x="6093777" y="784783"/>
                </a:lnTo>
                <a:lnTo>
                  <a:pt x="6076683" y="824280"/>
                </a:lnTo>
                <a:lnTo>
                  <a:pt x="6062078" y="864641"/>
                </a:lnTo>
                <a:lnTo>
                  <a:pt x="6050038" y="905662"/>
                </a:lnTo>
                <a:lnTo>
                  <a:pt x="6040666" y="947102"/>
                </a:lnTo>
                <a:lnTo>
                  <a:pt x="6034075" y="988758"/>
                </a:lnTo>
                <a:lnTo>
                  <a:pt x="6030328" y="1030401"/>
                </a:lnTo>
                <a:lnTo>
                  <a:pt x="6029553" y="1071791"/>
                </a:lnTo>
                <a:lnTo>
                  <a:pt x="6031839" y="1112710"/>
                </a:lnTo>
                <a:lnTo>
                  <a:pt x="6037262" y="1152944"/>
                </a:lnTo>
                <a:lnTo>
                  <a:pt x="6045949" y="1192250"/>
                </a:lnTo>
                <a:lnTo>
                  <a:pt x="6057976" y="1230414"/>
                </a:lnTo>
                <a:lnTo>
                  <a:pt x="6073432" y="1267218"/>
                </a:lnTo>
                <a:lnTo>
                  <a:pt x="6092431" y="1302435"/>
                </a:lnTo>
                <a:lnTo>
                  <a:pt x="6115075" y="1335836"/>
                </a:lnTo>
                <a:lnTo>
                  <a:pt x="6136411" y="1361211"/>
                </a:lnTo>
                <a:lnTo>
                  <a:pt x="6760946" y="1361211"/>
                </a:lnTo>
                <a:lnTo>
                  <a:pt x="6791655" y="1317358"/>
                </a:lnTo>
                <a:lnTo>
                  <a:pt x="6820789" y="1256398"/>
                </a:lnTo>
                <a:lnTo>
                  <a:pt x="6831279" y="1210830"/>
                </a:lnTo>
                <a:lnTo>
                  <a:pt x="6834797" y="1165669"/>
                </a:lnTo>
                <a:lnTo>
                  <a:pt x="6831622" y="1121410"/>
                </a:lnTo>
                <a:lnTo>
                  <a:pt x="6822046" y="1078547"/>
                </a:lnTo>
                <a:lnTo>
                  <a:pt x="6806362" y="1037590"/>
                </a:lnTo>
                <a:lnTo>
                  <a:pt x="6784886" y="999020"/>
                </a:lnTo>
                <a:lnTo>
                  <a:pt x="6757873" y="963333"/>
                </a:lnTo>
                <a:lnTo>
                  <a:pt x="6725640" y="931049"/>
                </a:lnTo>
                <a:lnTo>
                  <a:pt x="6688468" y="902639"/>
                </a:lnTo>
                <a:lnTo>
                  <a:pt x="6646659" y="878598"/>
                </a:lnTo>
                <a:lnTo>
                  <a:pt x="6600495" y="859447"/>
                </a:lnTo>
                <a:lnTo>
                  <a:pt x="6550266" y="845654"/>
                </a:lnTo>
                <a:lnTo>
                  <a:pt x="6590538" y="820305"/>
                </a:lnTo>
                <a:lnTo>
                  <a:pt x="6632689" y="799693"/>
                </a:lnTo>
                <a:lnTo>
                  <a:pt x="6676352" y="783831"/>
                </a:lnTo>
                <a:lnTo>
                  <a:pt x="6721157" y="772744"/>
                </a:lnTo>
                <a:lnTo>
                  <a:pt x="6766763" y="766470"/>
                </a:lnTo>
                <a:lnTo>
                  <a:pt x="6812775" y="765035"/>
                </a:lnTo>
                <a:lnTo>
                  <a:pt x="6858863" y="768464"/>
                </a:lnTo>
                <a:lnTo>
                  <a:pt x="6904634" y="776770"/>
                </a:lnTo>
                <a:lnTo>
                  <a:pt x="6949732" y="789990"/>
                </a:lnTo>
                <a:lnTo>
                  <a:pt x="6993801" y="808151"/>
                </a:lnTo>
                <a:lnTo>
                  <a:pt x="7036473" y="831278"/>
                </a:lnTo>
                <a:lnTo>
                  <a:pt x="7077430" y="859447"/>
                </a:lnTo>
                <a:lnTo>
                  <a:pt x="7116165" y="892530"/>
                </a:lnTo>
                <a:lnTo>
                  <a:pt x="7146557" y="924928"/>
                </a:lnTo>
                <a:lnTo>
                  <a:pt x="7173849" y="958697"/>
                </a:lnTo>
                <a:lnTo>
                  <a:pt x="7198042" y="993724"/>
                </a:lnTo>
                <a:lnTo>
                  <a:pt x="7219188" y="1029893"/>
                </a:lnTo>
                <a:lnTo>
                  <a:pt x="7237311" y="1067079"/>
                </a:lnTo>
                <a:lnTo>
                  <a:pt x="7252436" y="1105166"/>
                </a:lnTo>
                <a:lnTo>
                  <a:pt x="7264603" y="1144003"/>
                </a:lnTo>
                <a:lnTo>
                  <a:pt x="7273823" y="1183513"/>
                </a:lnTo>
                <a:lnTo>
                  <a:pt x="7280148" y="1223530"/>
                </a:lnTo>
                <a:lnTo>
                  <a:pt x="7283590" y="1263954"/>
                </a:lnTo>
                <a:lnTo>
                  <a:pt x="7284186" y="1304671"/>
                </a:lnTo>
                <a:lnTo>
                  <a:pt x="7281964" y="1345539"/>
                </a:lnTo>
                <a:lnTo>
                  <a:pt x="7280046" y="1361211"/>
                </a:lnTo>
                <a:lnTo>
                  <a:pt x="7769580" y="1361211"/>
                </a:lnTo>
                <a:lnTo>
                  <a:pt x="7770127" y="1345539"/>
                </a:lnTo>
                <a:lnTo>
                  <a:pt x="7770177" y="1301369"/>
                </a:lnTo>
                <a:close/>
              </a:path>
              <a:path w="12718415" h="1361440">
                <a:moveTo>
                  <a:pt x="8062366" y="353961"/>
                </a:moveTo>
                <a:lnTo>
                  <a:pt x="8033525" y="305041"/>
                </a:lnTo>
                <a:lnTo>
                  <a:pt x="8003934" y="257987"/>
                </a:lnTo>
                <a:lnTo>
                  <a:pt x="7973555" y="212750"/>
                </a:lnTo>
                <a:lnTo>
                  <a:pt x="7942389" y="169278"/>
                </a:lnTo>
                <a:lnTo>
                  <a:pt x="7910411" y="127495"/>
                </a:lnTo>
                <a:lnTo>
                  <a:pt x="7877619" y="87376"/>
                </a:lnTo>
                <a:lnTo>
                  <a:pt x="7843977" y="48856"/>
                </a:lnTo>
                <a:lnTo>
                  <a:pt x="7809497" y="11874"/>
                </a:lnTo>
                <a:lnTo>
                  <a:pt x="7797673" y="0"/>
                </a:lnTo>
                <a:lnTo>
                  <a:pt x="7611046" y="0"/>
                </a:lnTo>
                <a:lnTo>
                  <a:pt x="7642974" y="14795"/>
                </a:lnTo>
                <a:lnTo>
                  <a:pt x="7691628" y="40030"/>
                </a:lnTo>
                <a:lnTo>
                  <a:pt x="7737970" y="66763"/>
                </a:lnTo>
                <a:lnTo>
                  <a:pt x="7782065" y="94843"/>
                </a:lnTo>
                <a:lnTo>
                  <a:pt x="7823987" y="124180"/>
                </a:lnTo>
                <a:lnTo>
                  <a:pt x="7863802" y="154622"/>
                </a:lnTo>
                <a:lnTo>
                  <a:pt x="7901572" y="186067"/>
                </a:lnTo>
                <a:lnTo>
                  <a:pt x="7937386" y="218376"/>
                </a:lnTo>
                <a:lnTo>
                  <a:pt x="7971307" y="251447"/>
                </a:lnTo>
                <a:lnTo>
                  <a:pt x="8003387" y="285153"/>
                </a:lnTo>
                <a:lnTo>
                  <a:pt x="8033715" y="319366"/>
                </a:lnTo>
                <a:lnTo>
                  <a:pt x="8062366" y="353961"/>
                </a:lnTo>
                <a:close/>
              </a:path>
              <a:path w="12718415" h="1361440">
                <a:moveTo>
                  <a:pt x="11211052" y="1361211"/>
                </a:moveTo>
                <a:lnTo>
                  <a:pt x="11196015" y="1316977"/>
                </a:lnTo>
                <a:lnTo>
                  <a:pt x="11174247" y="1266405"/>
                </a:lnTo>
                <a:lnTo>
                  <a:pt x="11149241" y="1220228"/>
                </a:lnTo>
                <a:lnTo>
                  <a:pt x="11121123" y="1178394"/>
                </a:lnTo>
                <a:lnTo>
                  <a:pt x="11090034" y="1140866"/>
                </a:lnTo>
                <a:lnTo>
                  <a:pt x="11056099" y="1107592"/>
                </a:lnTo>
                <a:lnTo>
                  <a:pt x="11019434" y="1078496"/>
                </a:lnTo>
                <a:lnTo>
                  <a:pt x="10980179" y="1053553"/>
                </a:lnTo>
                <a:lnTo>
                  <a:pt x="10938459" y="1032713"/>
                </a:lnTo>
                <a:lnTo>
                  <a:pt x="10894390" y="1015898"/>
                </a:lnTo>
                <a:lnTo>
                  <a:pt x="10848111" y="1003084"/>
                </a:lnTo>
                <a:lnTo>
                  <a:pt x="10799750" y="994194"/>
                </a:lnTo>
                <a:lnTo>
                  <a:pt x="10749420" y="989203"/>
                </a:lnTo>
                <a:lnTo>
                  <a:pt x="10697274" y="988034"/>
                </a:lnTo>
                <a:lnTo>
                  <a:pt x="10670553" y="988885"/>
                </a:lnTo>
                <a:lnTo>
                  <a:pt x="10615892" y="993368"/>
                </a:lnTo>
                <a:lnTo>
                  <a:pt x="10559733" y="1001572"/>
                </a:lnTo>
                <a:lnTo>
                  <a:pt x="10502176" y="1013421"/>
                </a:lnTo>
                <a:lnTo>
                  <a:pt x="10443362" y="1028877"/>
                </a:lnTo>
                <a:lnTo>
                  <a:pt x="10383431" y="1047889"/>
                </a:lnTo>
                <a:lnTo>
                  <a:pt x="10322496" y="1070394"/>
                </a:lnTo>
                <a:lnTo>
                  <a:pt x="10260686" y="1096352"/>
                </a:lnTo>
                <a:lnTo>
                  <a:pt x="10198125" y="1125702"/>
                </a:lnTo>
                <a:lnTo>
                  <a:pt x="10134943" y="1158392"/>
                </a:lnTo>
                <a:lnTo>
                  <a:pt x="10071278" y="1194384"/>
                </a:lnTo>
                <a:lnTo>
                  <a:pt x="10007244" y="1233614"/>
                </a:lnTo>
                <a:lnTo>
                  <a:pt x="9975139" y="1254429"/>
                </a:lnTo>
                <a:lnTo>
                  <a:pt x="9942982" y="1276032"/>
                </a:lnTo>
                <a:lnTo>
                  <a:pt x="9910801" y="1298422"/>
                </a:lnTo>
                <a:lnTo>
                  <a:pt x="9878606" y="1321587"/>
                </a:lnTo>
                <a:lnTo>
                  <a:pt x="9846412" y="1345526"/>
                </a:lnTo>
                <a:lnTo>
                  <a:pt x="9825990" y="1361211"/>
                </a:lnTo>
                <a:lnTo>
                  <a:pt x="11211052" y="1361211"/>
                </a:lnTo>
                <a:close/>
              </a:path>
              <a:path w="12718415" h="1361440">
                <a:moveTo>
                  <a:pt x="12717920" y="0"/>
                </a:moveTo>
                <a:lnTo>
                  <a:pt x="8755888" y="0"/>
                </a:lnTo>
                <a:lnTo>
                  <a:pt x="8758555" y="6197"/>
                </a:lnTo>
                <a:lnTo>
                  <a:pt x="8788298" y="43078"/>
                </a:lnTo>
                <a:lnTo>
                  <a:pt x="8832825" y="69342"/>
                </a:lnTo>
                <a:lnTo>
                  <a:pt x="8870048" y="81648"/>
                </a:lnTo>
                <a:lnTo>
                  <a:pt x="8912822" y="90271"/>
                </a:lnTo>
                <a:lnTo>
                  <a:pt x="8960752" y="95631"/>
                </a:lnTo>
                <a:lnTo>
                  <a:pt x="9013419" y="98145"/>
                </a:lnTo>
                <a:lnTo>
                  <a:pt x="9041409" y="98463"/>
                </a:lnTo>
                <a:lnTo>
                  <a:pt x="9070442" y="98221"/>
                </a:lnTo>
                <a:lnTo>
                  <a:pt x="9100452" y="97485"/>
                </a:lnTo>
                <a:lnTo>
                  <a:pt x="9131389" y="96278"/>
                </a:lnTo>
                <a:lnTo>
                  <a:pt x="9195892" y="92748"/>
                </a:lnTo>
                <a:lnTo>
                  <a:pt x="9557233" y="65544"/>
                </a:lnTo>
                <a:lnTo>
                  <a:pt x="9634461" y="61112"/>
                </a:lnTo>
                <a:lnTo>
                  <a:pt x="9712388" y="57988"/>
                </a:lnTo>
                <a:lnTo>
                  <a:pt x="9751492" y="57048"/>
                </a:lnTo>
                <a:lnTo>
                  <a:pt x="9790620" y="56578"/>
                </a:lnTo>
                <a:lnTo>
                  <a:pt x="9829724" y="56654"/>
                </a:lnTo>
                <a:lnTo>
                  <a:pt x="9868751" y="57315"/>
                </a:lnTo>
                <a:lnTo>
                  <a:pt x="9907651" y="58610"/>
                </a:lnTo>
                <a:lnTo>
                  <a:pt x="9946373" y="60604"/>
                </a:lnTo>
                <a:lnTo>
                  <a:pt x="9984867" y="63334"/>
                </a:lnTo>
                <a:lnTo>
                  <a:pt x="10023094" y="66852"/>
                </a:lnTo>
                <a:lnTo>
                  <a:pt x="10060978" y="71221"/>
                </a:lnTo>
                <a:lnTo>
                  <a:pt x="10135578" y="82702"/>
                </a:lnTo>
                <a:lnTo>
                  <a:pt x="10208247" y="98183"/>
                </a:lnTo>
                <a:lnTo>
                  <a:pt x="10278605" y="118097"/>
                </a:lnTo>
                <a:lnTo>
                  <a:pt x="10346233" y="142836"/>
                </a:lnTo>
                <a:lnTo>
                  <a:pt x="10410723" y="172834"/>
                </a:lnTo>
                <a:lnTo>
                  <a:pt x="10471683" y="208508"/>
                </a:lnTo>
                <a:lnTo>
                  <a:pt x="10528694" y="250253"/>
                </a:lnTo>
                <a:lnTo>
                  <a:pt x="10581373" y="298500"/>
                </a:lnTo>
                <a:lnTo>
                  <a:pt x="10605961" y="325183"/>
                </a:lnTo>
                <a:lnTo>
                  <a:pt x="10678668" y="339102"/>
                </a:lnTo>
                <a:lnTo>
                  <a:pt x="10747070" y="354571"/>
                </a:lnTo>
                <a:lnTo>
                  <a:pt x="10811269" y="371538"/>
                </a:lnTo>
                <a:lnTo>
                  <a:pt x="10871365" y="389915"/>
                </a:lnTo>
                <a:lnTo>
                  <a:pt x="10927474" y="409638"/>
                </a:lnTo>
                <a:lnTo>
                  <a:pt x="10979683" y="430644"/>
                </a:lnTo>
                <a:lnTo>
                  <a:pt x="11028109" y="452856"/>
                </a:lnTo>
                <a:lnTo>
                  <a:pt x="11072863" y="476186"/>
                </a:lnTo>
                <a:lnTo>
                  <a:pt x="11114049" y="500595"/>
                </a:lnTo>
                <a:lnTo>
                  <a:pt x="11151768" y="525983"/>
                </a:lnTo>
                <a:lnTo>
                  <a:pt x="11186135" y="552284"/>
                </a:lnTo>
                <a:lnTo>
                  <a:pt x="11217237" y="579450"/>
                </a:lnTo>
                <a:lnTo>
                  <a:pt x="11245190" y="607377"/>
                </a:lnTo>
                <a:lnTo>
                  <a:pt x="11292091" y="665276"/>
                </a:lnTo>
                <a:lnTo>
                  <a:pt x="11327676" y="725424"/>
                </a:lnTo>
                <a:lnTo>
                  <a:pt x="11352784" y="787260"/>
                </a:lnTo>
                <a:lnTo>
                  <a:pt x="11368278" y="850188"/>
                </a:lnTo>
                <a:lnTo>
                  <a:pt x="11374996" y="913650"/>
                </a:lnTo>
                <a:lnTo>
                  <a:pt x="11375327" y="945400"/>
                </a:lnTo>
                <a:lnTo>
                  <a:pt x="11373777" y="977074"/>
                </a:lnTo>
                <a:lnTo>
                  <a:pt x="11365484" y="1039888"/>
                </a:lnTo>
                <a:lnTo>
                  <a:pt x="11350943" y="1101521"/>
                </a:lnTo>
                <a:lnTo>
                  <a:pt x="11331029" y="1161402"/>
                </a:lnTo>
                <a:lnTo>
                  <a:pt x="11306569" y="1218971"/>
                </a:lnTo>
                <a:lnTo>
                  <a:pt x="11278426" y="1273632"/>
                </a:lnTo>
                <a:lnTo>
                  <a:pt x="11247425" y="1324838"/>
                </a:lnTo>
                <a:lnTo>
                  <a:pt x="11222253" y="1361211"/>
                </a:lnTo>
                <a:lnTo>
                  <a:pt x="12717920" y="1361211"/>
                </a:lnTo>
                <a:lnTo>
                  <a:pt x="12717920" y="56578"/>
                </a:lnTo>
                <a:lnTo>
                  <a:pt x="12717920" y="0"/>
                </a:lnTo>
                <a:close/>
              </a:path>
            </a:pathLst>
          </a:custGeom>
          <a:solidFill>
            <a:srgbClr val="007FBA"/>
          </a:solidFill>
        </p:spPr>
        <p:txBody>
          <a:bodyPr wrap="square" lIns="0" tIns="0" rIns="0" bIns="0" rtlCol="0"/>
          <a:lstStyle/>
          <a:p>
            <a:pPr marL="0" marR="0" lvl="0" indent="0" defTabSz="55450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endParaRPr>
          </a:p>
        </p:txBody>
      </p:sp>
      <p:grpSp>
        <p:nvGrpSpPr>
          <p:cNvPr id="5" name="Группа 4"/>
          <p:cNvGrpSpPr/>
          <p:nvPr userDrawn="1"/>
        </p:nvGrpSpPr>
        <p:grpSpPr>
          <a:xfrm>
            <a:off x="9047813" y="-1125"/>
            <a:ext cx="2288323" cy="2276767"/>
            <a:chOff x="14970032" y="10843"/>
            <a:chExt cx="3773349" cy="3754558"/>
          </a:xfrm>
        </p:grpSpPr>
        <p:sp>
          <p:nvSpPr>
            <p:cNvPr id="6" name="Прямоугольник с двумя скругленными соседними углами 14"/>
            <p:cNvSpPr/>
            <p:nvPr userDrawn="1"/>
          </p:nvSpPr>
          <p:spPr>
            <a:xfrm flipV="1">
              <a:off x="14970032" y="10843"/>
              <a:ext cx="3773349" cy="3754558"/>
            </a:xfrm>
            <a:custGeom>
              <a:avLst/>
              <a:gdLst>
                <a:gd name="connsiteX0" fmla="*/ 299689 w 3773349"/>
                <a:gd name="connsiteY0" fmla="*/ 0 h 3754558"/>
                <a:gd name="connsiteX1" fmla="*/ 3473660 w 3773349"/>
                <a:gd name="connsiteY1" fmla="*/ 0 h 3754558"/>
                <a:gd name="connsiteX2" fmla="*/ 3773349 w 3773349"/>
                <a:gd name="connsiteY2" fmla="*/ 299689 h 3754558"/>
                <a:gd name="connsiteX3" fmla="*/ 3773349 w 3773349"/>
                <a:gd name="connsiteY3" fmla="*/ 3754558 h 3754558"/>
                <a:gd name="connsiteX4" fmla="*/ 3773349 w 3773349"/>
                <a:gd name="connsiteY4" fmla="*/ 3754558 h 3754558"/>
                <a:gd name="connsiteX5" fmla="*/ 0 w 3773349"/>
                <a:gd name="connsiteY5" fmla="*/ 3754558 h 3754558"/>
                <a:gd name="connsiteX6" fmla="*/ 0 w 3773349"/>
                <a:gd name="connsiteY6" fmla="*/ 3754558 h 3754558"/>
                <a:gd name="connsiteX7" fmla="*/ 0 w 3773349"/>
                <a:gd name="connsiteY7" fmla="*/ 299689 h 3754558"/>
                <a:gd name="connsiteX8" fmla="*/ 299689 w 3773349"/>
                <a:gd name="connsiteY8" fmla="*/ 0 h 3754558"/>
                <a:gd name="connsiteX0" fmla="*/ 299689 w 3773349"/>
                <a:gd name="connsiteY0" fmla="*/ 0 h 3758775"/>
                <a:gd name="connsiteX1" fmla="*/ 3473660 w 3773349"/>
                <a:gd name="connsiteY1" fmla="*/ 0 h 3758775"/>
                <a:gd name="connsiteX2" fmla="*/ 3773349 w 3773349"/>
                <a:gd name="connsiteY2" fmla="*/ 299689 h 3758775"/>
                <a:gd name="connsiteX3" fmla="*/ 3773349 w 3773349"/>
                <a:gd name="connsiteY3" fmla="*/ 3754558 h 3758775"/>
                <a:gd name="connsiteX4" fmla="*/ 3773349 w 3773349"/>
                <a:gd name="connsiteY4" fmla="*/ 3754558 h 3758775"/>
                <a:gd name="connsiteX5" fmla="*/ 839811 w 3773349"/>
                <a:gd name="connsiteY5" fmla="*/ 3758775 h 3758775"/>
                <a:gd name="connsiteX6" fmla="*/ 0 w 3773349"/>
                <a:gd name="connsiteY6" fmla="*/ 3754558 h 3758775"/>
                <a:gd name="connsiteX7" fmla="*/ 0 w 3773349"/>
                <a:gd name="connsiteY7" fmla="*/ 3754558 h 3758775"/>
                <a:gd name="connsiteX8" fmla="*/ 0 w 3773349"/>
                <a:gd name="connsiteY8" fmla="*/ 299689 h 3758775"/>
                <a:gd name="connsiteX9" fmla="*/ 299689 w 3773349"/>
                <a:gd name="connsiteY9" fmla="*/ 0 h 3758775"/>
                <a:gd name="connsiteX0" fmla="*/ 839811 w 3773349"/>
                <a:gd name="connsiteY0" fmla="*/ 3758775 h 3850215"/>
                <a:gd name="connsiteX1" fmla="*/ 0 w 3773349"/>
                <a:gd name="connsiteY1" fmla="*/ 3754558 h 3850215"/>
                <a:gd name="connsiteX2" fmla="*/ 0 w 3773349"/>
                <a:gd name="connsiteY2" fmla="*/ 3754558 h 3850215"/>
                <a:gd name="connsiteX3" fmla="*/ 0 w 3773349"/>
                <a:gd name="connsiteY3" fmla="*/ 299689 h 3850215"/>
                <a:gd name="connsiteX4" fmla="*/ 299689 w 3773349"/>
                <a:gd name="connsiteY4" fmla="*/ 0 h 3850215"/>
                <a:gd name="connsiteX5" fmla="*/ 3473660 w 3773349"/>
                <a:gd name="connsiteY5" fmla="*/ 0 h 3850215"/>
                <a:gd name="connsiteX6" fmla="*/ 3773349 w 3773349"/>
                <a:gd name="connsiteY6" fmla="*/ 299689 h 3850215"/>
                <a:gd name="connsiteX7" fmla="*/ 3773349 w 3773349"/>
                <a:gd name="connsiteY7" fmla="*/ 3754558 h 3850215"/>
                <a:gd name="connsiteX8" fmla="*/ 3773349 w 3773349"/>
                <a:gd name="connsiteY8" fmla="*/ 3754558 h 3850215"/>
                <a:gd name="connsiteX9" fmla="*/ 931251 w 3773349"/>
                <a:gd name="connsiteY9" fmla="*/ 3850215 h 3850215"/>
                <a:gd name="connsiteX0" fmla="*/ 839811 w 3773349"/>
                <a:gd name="connsiteY0" fmla="*/ 3758775 h 3850215"/>
                <a:gd name="connsiteX1" fmla="*/ 0 w 3773349"/>
                <a:gd name="connsiteY1" fmla="*/ 3754558 h 3850215"/>
                <a:gd name="connsiteX2" fmla="*/ 0 w 3773349"/>
                <a:gd name="connsiteY2" fmla="*/ 3754558 h 3850215"/>
                <a:gd name="connsiteX3" fmla="*/ 0 w 3773349"/>
                <a:gd name="connsiteY3" fmla="*/ 299689 h 3850215"/>
                <a:gd name="connsiteX4" fmla="*/ 299689 w 3773349"/>
                <a:gd name="connsiteY4" fmla="*/ 0 h 3850215"/>
                <a:gd name="connsiteX5" fmla="*/ 3473660 w 3773349"/>
                <a:gd name="connsiteY5" fmla="*/ 0 h 3850215"/>
                <a:gd name="connsiteX6" fmla="*/ 3773349 w 3773349"/>
                <a:gd name="connsiteY6" fmla="*/ 299689 h 3850215"/>
                <a:gd name="connsiteX7" fmla="*/ 3773349 w 3773349"/>
                <a:gd name="connsiteY7" fmla="*/ 3754558 h 3850215"/>
                <a:gd name="connsiteX8" fmla="*/ 3773349 w 3773349"/>
                <a:gd name="connsiteY8" fmla="*/ 3754558 h 3850215"/>
                <a:gd name="connsiteX9" fmla="*/ 904747 w 3773349"/>
                <a:gd name="connsiteY9" fmla="*/ 3850215 h 3850215"/>
                <a:gd name="connsiteX0" fmla="*/ 839811 w 3773349"/>
                <a:gd name="connsiteY0" fmla="*/ 3758775 h 3758775"/>
                <a:gd name="connsiteX1" fmla="*/ 0 w 3773349"/>
                <a:gd name="connsiteY1" fmla="*/ 3754558 h 3758775"/>
                <a:gd name="connsiteX2" fmla="*/ 0 w 3773349"/>
                <a:gd name="connsiteY2" fmla="*/ 3754558 h 3758775"/>
                <a:gd name="connsiteX3" fmla="*/ 0 w 3773349"/>
                <a:gd name="connsiteY3" fmla="*/ 299689 h 3758775"/>
                <a:gd name="connsiteX4" fmla="*/ 299689 w 3773349"/>
                <a:gd name="connsiteY4" fmla="*/ 0 h 3758775"/>
                <a:gd name="connsiteX5" fmla="*/ 3473660 w 3773349"/>
                <a:gd name="connsiteY5" fmla="*/ 0 h 3758775"/>
                <a:gd name="connsiteX6" fmla="*/ 3773349 w 3773349"/>
                <a:gd name="connsiteY6" fmla="*/ 299689 h 3758775"/>
                <a:gd name="connsiteX7" fmla="*/ 3773349 w 3773349"/>
                <a:gd name="connsiteY7" fmla="*/ 3754558 h 3758775"/>
                <a:gd name="connsiteX8" fmla="*/ 3773349 w 3773349"/>
                <a:gd name="connsiteY8" fmla="*/ 3754558 h 3758775"/>
                <a:gd name="connsiteX0" fmla="*/ 0 w 3773349"/>
                <a:gd name="connsiteY0" fmla="*/ 3754558 h 3754558"/>
                <a:gd name="connsiteX1" fmla="*/ 0 w 3773349"/>
                <a:gd name="connsiteY1" fmla="*/ 3754558 h 3754558"/>
                <a:gd name="connsiteX2" fmla="*/ 0 w 3773349"/>
                <a:gd name="connsiteY2" fmla="*/ 299689 h 3754558"/>
                <a:gd name="connsiteX3" fmla="*/ 299689 w 3773349"/>
                <a:gd name="connsiteY3" fmla="*/ 0 h 3754558"/>
                <a:gd name="connsiteX4" fmla="*/ 3473660 w 3773349"/>
                <a:gd name="connsiteY4" fmla="*/ 0 h 3754558"/>
                <a:gd name="connsiteX5" fmla="*/ 3773349 w 3773349"/>
                <a:gd name="connsiteY5" fmla="*/ 299689 h 3754558"/>
                <a:gd name="connsiteX6" fmla="*/ 3773349 w 3773349"/>
                <a:gd name="connsiteY6" fmla="*/ 3754558 h 3754558"/>
                <a:gd name="connsiteX7" fmla="*/ 3773349 w 3773349"/>
                <a:gd name="connsiteY7" fmla="*/ 3754558 h 375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3349" h="3754558">
                  <a:moveTo>
                    <a:pt x="0" y="3754558"/>
                  </a:moveTo>
                  <a:lnTo>
                    <a:pt x="0" y="3754558"/>
                  </a:lnTo>
                  <a:lnTo>
                    <a:pt x="0" y="299689"/>
                  </a:lnTo>
                  <a:cubicBezTo>
                    <a:pt x="0" y="134175"/>
                    <a:pt x="134175" y="0"/>
                    <a:pt x="299689" y="0"/>
                  </a:cubicBezTo>
                  <a:lnTo>
                    <a:pt x="3473660" y="0"/>
                  </a:lnTo>
                  <a:cubicBezTo>
                    <a:pt x="3639174" y="0"/>
                    <a:pt x="3773349" y="134175"/>
                    <a:pt x="3773349" y="299689"/>
                  </a:cubicBezTo>
                  <a:lnTo>
                    <a:pt x="3773349" y="3754558"/>
                  </a:lnTo>
                  <a:lnTo>
                    <a:pt x="3773349" y="3754558"/>
                  </a:lnTo>
                </a:path>
              </a:pathLst>
            </a:custGeom>
            <a:solidFill>
              <a:schemeClr val="bg1"/>
            </a:solidFill>
            <a:ln>
              <a:solidFill>
                <a:srgbClr val="008F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pic>
          <p:nvPicPr>
            <p:cNvPr id="7" name="Рисунок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268700" y="320675"/>
              <a:ext cx="3176011" cy="2971800"/>
            </a:xfrm>
            <a:prstGeom prst="rect">
              <a:avLst/>
            </a:prstGeom>
          </p:spPr>
        </p:pic>
      </p:grpSp>
      <p:sp>
        <p:nvSpPr>
          <p:cNvPr id="10" name="object 8">
            <a:extLst>
              <a:ext uri="{FF2B5EF4-FFF2-40B4-BE49-F238E27FC236}">
                <a16:creationId xmlns:a16="http://schemas.microsoft.com/office/drawing/2014/main" id="{1ED1EBCD-8FBF-438C-9C8F-05378092E82B}"/>
              </a:ext>
            </a:extLst>
          </p:cNvPr>
          <p:cNvSpPr txBox="1"/>
          <p:nvPr userDrawn="1"/>
        </p:nvSpPr>
        <p:spPr>
          <a:xfrm>
            <a:off x="659197" y="6325875"/>
            <a:ext cx="950609" cy="237985"/>
          </a:xfrm>
          <a:prstGeom prst="rect">
            <a:avLst/>
          </a:prstGeom>
        </p:spPr>
        <p:txBody>
          <a:bodyPr vert="horz" wrap="square" lIns="0" tIns="9242" rIns="0" bIns="0" rtlCol="0">
            <a:spAutoFit/>
          </a:bodyPr>
          <a:lstStyle/>
          <a:p>
            <a:pPr marL="7702">
              <a:spcBef>
                <a:spcPts val="73"/>
              </a:spcBef>
              <a:tabLst>
                <a:tab pos="1085896" algn="l"/>
              </a:tabLst>
            </a:pPr>
            <a:r>
              <a:rPr lang="en-US" sz="1486" dirty="0">
                <a:solidFill>
                  <a:srgbClr val="FFFFFF"/>
                </a:solidFill>
                <a:latin typeface="Segoe UI"/>
                <a:cs typeface="Segoe UI"/>
              </a:rPr>
              <a:t>INTERNAL</a:t>
            </a:r>
          </a:p>
        </p:txBody>
      </p:sp>
      <p:sp>
        <p:nvSpPr>
          <p:cNvPr id="11" name="Text Placeholder 10">
            <a:extLst>
              <a:ext uri="{FF2B5EF4-FFF2-40B4-BE49-F238E27FC236}">
                <a16:creationId xmlns:a16="http://schemas.microsoft.com/office/drawing/2014/main" id="{B7444037-0E23-4774-A8D8-C1BAB4D1088E}"/>
              </a:ext>
            </a:extLst>
          </p:cNvPr>
          <p:cNvSpPr>
            <a:spLocks noGrp="1"/>
          </p:cNvSpPr>
          <p:nvPr>
            <p:ph type="body" sz="quarter" idx="10" hasCustomPrompt="1"/>
          </p:nvPr>
        </p:nvSpPr>
        <p:spPr>
          <a:xfrm>
            <a:off x="659197" y="2817710"/>
            <a:ext cx="7947885" cy="777672"/>
          </a:xfrm>
          <a:prstGeom prst="rect">
            <a:avLst/>
          </a:prstGeom>
        </p:spPr>
        <p:txBody>
          <a:bodyPr anchor="ctr"/>
          <a:lstStyle>
            <a:lvl1pPr marL="0" indent="0">
              <a:buNone/>
              <a:defRPr kumimoji="0" lang="en-US" sz="4852" b="1" i="0" u="none" strike="noStrike" kern="0" cap="none" spc="0" normalizeH="0" baseline="0" dirty="0" smtClean="0">
                <a:ln>
                  <a:noFill/>
                </a:ln>
                <a:solidFill>
                  <a:srgbClr val="008FD1"/>
                </a:solidFill>
                <a:effectLst/>
                <a:uLnTx/>
                <a:uFillTx/>
                <a:latin typeface="Segoe UI Black" panose="020B0A02040204020203" pitchFamily="34" charset="0"/>
                <a:ea typeface="+mj-ea"/>
                <a:cs typeface="Segoe UI"/>
              </a:defRPr>
            </a:lvl1pPr>
            <a:lvl2pPr marL="277250" indent="0">
              <a:buNone/>
              <a:defRPr/>
            </a:lvl2pPr>
          </a:lstStyle>
          <a:p>
            <a:pPr lvl="0"/>
            <a:r>
              <a:rPr lang="en-US" dirty="0"/>
              <a:t>PRESENTATION TITLE</a:t>
            </a:r>
          </a:p>
        </p:txBody>
      </p:sp>
      <p:sp>
        <p:nvSpPr>
          <p:cNvPr id="21" name="Text Placeholder 20">
            <a:extLst>
              <a:ext uri="{FF2B5EF4-FFF2-40B4-BE49-F238E27FC236}">
                <a16:creationId xmlns:a16="http://schemas.microsoft.com/office/drawing/2014/main" id="{D9DC0FFB-1D8C-4B14-945D-1A974B601CB0}"/>
              </a:ext>
            </a:extLst>
          </p:cNvPr>
          <p:cNvSpPr>
            <a:spLocks noGrp="1"/>
          </p:cNvSpPr>
          <p:nvPr>
            <p:ph type="body" sz="quarter" idx="15" hasCustomPrompt="1"/>
          </p:nvPr>
        </p:nvSpPr>
        <p:spPr>
          <a:xfrm>
            <a:off x="659417" y="3619453"/>
            <a:ext cx="7947663" cy="595710"/>
          </a:xfrm>
          <a:prstGeom prst="rect">
            <a:avLst/>
          </a:prstGeom>
        </p:spPr>
        <p:txBody>
          <a:bodyPr anchor="ctr"/>
          <a:lstStyle>
            <a:lvl1pPr marL="0" indent="0">
              <a:buNone/>
              <a:defRPr sz="3638">
                <a:solidFill>
                  <a:srgbClr val="008FD1"/>
                </a:solidFill>
                <a:latin typeface="Segoe UI" panose="020B05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Subtitle</a:t>
            </a:r>
          </a:p>
        </p:txBody>
      </p:sp>
      <p:sp>
        <p:nvSpPr>
          <p:cNvPr id="23" name="Text Placeholder 22">
            <a:extLst>
              <a:ext uri="{FF2B5EF4-FFF2-40B4-BE49-F238E27FC236}">
                <a16:creationId xmlns:a16="http://schemas.microsoft.com/office/drawing/2014/main" id="{A1FDE4BE-4E05-4C64-B3F6-074DEF639B80}"/>
              </a:ext>
            </a:extLst>
          </p:cNvPr>
          <p:cNvSpPr>
            <a:spLocks noGrp="1"/>
          </p:cNvSpPr>
          <p:nvPr>
            <p:ph type="body" sz="quarter" idx="16" hasCustomPrompt="1"/>
          </p:nvPr>
        </p:nvSpPr>
        <p:spPr>
          <a:xfrm>
            <a:off x="659417" y="4239235"/>
            <a:ext cx="7947663" cy="519837"/>
          </a:xfrm>
          <a:prstGeom prst="rect">
            <a:avLst/>
          </a:prstGeom>
        </p:spPr>
        <p:txBody>
          <a:bodyPr anchor="ctr"/>
          <a:lstStyle>
            <a:lvl1pPr marL="0" indent="0">
              <a:buNone/>
              <a:defRPr sz="2426">
                <a:solidFill>
                  <a:srgbClr val="575756"/>
                </a:solidFill>
                <a:latin typeface="Segoe UI" panose="020B0502040204020203" pitchFamily="34" charset="0"/>
                <a:cs typeface="Segoe UI" panose="020B0502040204020203" pitchFamily="34" charset="0"/>
              </a:defRPr>
            </a:lvl1pPr>
          </a:lstStyle>
          <a:p>
            <a:pPr lvl="0"/>
            <a:r>
              <a:rPr lang="en-US" dirty="0"/>
              <a:t>Department Name</a:t>
            </a:r>
          </a:p>
        </p:txBody>
      </p:sp>
      <p:sp>
        <p:nvSpPr>
          <p:cNvPr id="24" name="Text Placeholder 22">
            <a:extLst>
              <a:ext uri="{FF2B5EF4-FFF2-40B4-BE49-F238E27FC236}">
                <a16:creationId xmlns:a16="http://schemas.microsoft.com/office/drawing/2014/main" id="{91D38DA0-DAEA-4C33-B5EF-198ACFFC8D9F}"/>
              </a:ext>
            </a:extLst>
          </p:cNvPr>
          <p:cNvSpPr>
            <a:spLocks noGrp="1"/>
          </p:cNvSpPr>
          <p:nvPr>
            <p:ph type="body" sz="quarter" idx="17" hasCustomPrompt="1"/>
          </p:nvPr>
        </p:nvSpPr>
        <p:spPr>
          <a:xfrm>
            <a:off x="659417" y="4783142"/>
            <a:ext cx="7947663" cy="519837"/>
          </a:xfrm>
          <a:prstGeom prst="rect">
            <a:avLst/>
          </a:prstGeom>
        </p:spPr>
        <p:txBody>
          <a:bodyPr anchor="ctr"/>
          <a:lstStyle>
            <a:lvl1pPr marL="0" indent="0">
              <a:buNone/>
              <a:defRPr sz="2426">
                <a:solidFill>
                  <a:srgbClr val="575756"/>
                </a:solidFill>
                <a:latin typeface="Segoe UI" panose="020B0502040204020203" pitchFamily="34" charset="0"/>
                <a:cs typeface="Segoe UI" panose="020B0502040204020203" pitchFamily="34" charset="0"/>
              </a:defRPr>
            </a:lvl1pPr>
          </a:lstStyle>
          <a:p>
            <a:pPr lvl="0"/>
            <a:r>
              <a:rPr lang="en-US" dirty="0"/>
              <a:t>Presenter’s Name</a:t>
            </a:r>
          </a:p>
        </p:txBody>
      </p:sp>
      <p:sp>
        <p:nvSpPr>
          <p:cNvPr id="2" name="object 8">
            <a:extLst>
              <a:ext uri="{FF2B5EF4-FFF2-40B4-BE49-F238E27FC236}">
                <a16:creationId xmlns:a16="http://schemas.microsoft.com/office/drawing/2014/main" id="{6EDDEC55-DD8C-41C1-79C7-6D1E837ABAC3}"/>
              </a:ext>
            </a:extLst>
          </p:cNvPr>
          <p:cNvSpPr txBox="1"/>
          <p:nvPr userDrawn="1"/>
        </p:nvSpPr>
        <p:spPr>
          <a:xfrm>
            <a:off x="10692561" y="6325875"/>
            <a:ext cx="987463" cy="237985"/>
          </a:xfrm>
          <a:prstGeom prst="rect">
            <a:avLst/>
          </a:prstGeom>
        </p:spPr>
        <p:txBody>
          <a:bodyPr vert="horz" wrap="square" lIns="0" tIns="9242" rIns="0" bIns="0" rtlCol="0">
            <a:spAutoFit/>
          </a:bodyPr>
          <a:lstStyle/>
          <a:p>
            <a:pPr marL="7702">
              <a:spcBef>
                <a:spcPts val="73"/>
              </a:spcBef>
              <a:tabLst>
                <a:tab pos="1085896" algn="l"/>
              </a:tabLst>
            </a:pPr>
            <a:fld id="{44695926-E7DC-45A8-B974-A534BAC47907}" type="datetime1">
              <a:rPr lang="en-US" sz="1486" smtClean="0">
                <a:solidFill>
                  <a:srgbClr val="FFFFFF"/>
                </a:solidFill>
                <a:latin typeface="Segoe UI"/>
                <a:cs typeface="Segoe UI"/>
              </a:rPr>
              <a:pPr marL="7702">
                <a:spcBef>
                  <a:spcPts val="73"/>
                </a:spcBef>
                <a:tabLst>
                  <a:tab pos="1085896" algn="l"/>
                </a:tabLst>
              </a:pPr>
              <a:t>17/03/26</a:t>
            </a:fld>
            <a:endParaRPr lang="en-US" sz="1486" dirty="0">
              <a:solidFill>
                <a:srgbClr val="FFFFFF"/>
              </a:solidFill>
              <a:latin typeface="Segoe UI"/>
              <a:cs typeface="Segoe UI"/>
            </a:endParaRPr>
          </a:p>
        </p:txBody>
      </p:sp>
    </p:spTree>
    <p:extLst>
      <p:ext uri="{BB962C8B-B14F-4D97-AF65-F5344CB8AC3E}">
        <p14:creationId xmlns:p14="http://schemas.microsoft.com/office/powerpoint/2010/main" val="1312039963"/>
      </p:ext>
    </p:extLst>
  </p:cSld>
  <p:clrMapOvr>
    <a:masterClrMapping/>
  </p:clrMapOvr>
  <p:extLst>
    <p:ext uri="{DCECCB84-F9BA-43D5-87BE-67443E8EF086}">
      <p15:sldGuideLst xmlns:p15="http://schemas.microsoft.com/office/powerpoint/2012/main">
        <p15:guide id="1" orient="horz" pos="2927">
          <p15:clr>
            <a:srgbClr val="FBAE40"/>
          </p15:clr>
        </p15:guide>
        <p15:guide id="2" pos="663">
          <p15:clr>
            <a:srgbClr val="FBAE40"/>
          </p15:clr>
        </p15:guide>
        <p15:guide id="3" pos="8941">
          <p15:clr>
            <a:srgbClr val="FBAE40"/>
          </p15:clr>
        </p15:guide>
        <p15:guide id="4" pos="792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claimer_ENG">
    <p:spTree>
      <p:nvGrpSpPr>
        <p:cNvPr id="1" name=""/>
        <p:cNvGrpSpPr/>
        <p:nvPr/>
      </p:nvGrpSpPr>
      <p:grpSpPr>
        <a:xfrm>
          <a:off x="0" y="0"/>
          <a:ext cx="0" cy="0"/>
          <a:chOff x="0" y="0"/>
          <a:chExt cx="0" cy="0"/>
        </a:xfrm>
      </p:grpSpPr>
      <p:sp>
        <p:nvSpPr>
          <p:cNvPr id="3" name="Прямоугольник 2"/>
          <p:cNvSpPr/>
          <p:nvPr userDrawn="1"/>
        </p:nvSpPr>
        <p:spPr>
          <a:xfrm>
            <a:off x="-2" y="0"/>
            <a:ext cx="1219200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pic>
        <p:nvPicPr>
          <p:cNvPr id="4" name="bg object 16"/>
          <p:cNvPicPr/>
          <p:nvPr userDrawn="1"/>
        </p:nvPicPr>
        <p:blipFill>
          <a:blip r:embed="rId2" cstate="print"/>
          <a:stretch>
            <a:fillRect/>
          </a:stretch>
        </p:blipFill>
        <p:spPr>
          <a:xfrm>
            <a:off x="-2" y="6576"/>
            <a:ext cx="12005566" cy="6850943"/>
          </a:xfrm>
          <a:prstGeom prst="rect">
            <a:avLst/>
          </a:prstGeom>
        </p:spPr>
      </p:pic>
      <p:sp>
        <p:nvSpPr>
          <p:cNvPr id="11" name="Прямоугольник с двумя скругленными соседними углами 10"/>
          <p:cNvSpPr/>
          <p:nvPr userDrawn="1"/>
        </p:nvSpPr>
        <p:spPr>
          <a:xfrm>
            <a:off x="680651" y="2800154"/>
            <a:ext cx="10655485" cy="4057847"/>
          </a:xfrm>
          <a:prstGeom prst="round2SameRect">
            <a:avLst>
              <a:gd name="adj1" fmla="val 5676"/>
              <a:gd name="adj2" fmla="val 0"/>
            </a:avLst>
          </a:prstGeom>
          <a:solidFill>
            <a:srgbClr val="81D8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9" name="object 2"/>
          <p:cNvSpPr txBox="1"/>
          <p:nvPr userDrawn="1"/>
        </p:nvSpPr>
        <p:spPr>
          <a:xfrm>
            <a:off x="1041481" y="3246677"/>
            <a:ext cx="9933823" cy="3404661"/>
          </a:xfrm>
          <a:prstGeom prst="rect">
            <a:avLst/>
          </a:prstGeom>
        </p:spPr>
        <p:txBody>
          <a:bodyPr vert="horz" wrap="square" lIns="0" tIns="6932" rIns="0" bIns="0" rtlCol="0">
            <a:spAutoFit/>
          </a:bodyPr>
          <a:lstStyle/>
          <a:p>
            <a:pPr marL="7702" marR="308856" lvl="0" indent="0" algn="just" defTabSz="554500" eaLnBrk="1" fontAlgn="auto" latinLnBrk="0" hangingPunct="1">
              <a:lnSpc>
                <a:spcPct val="101499"/>
              </a:lnSpc>
              <a:spcBef>
                <a:spcPts val="55"/>
              </a:spcBef>
              <a:spcAft>
                <a:spcPts val="0"/>
              </a:spcAft>
              <a:buClrTx/>
              <a:buSzTx/>
              <a:buFontTx/>
              <a:buNone/>
              <a:tabLst/>
              <a:defRPr/>
            </a:pPr>
            <a:r>
              <a:rPr kumimoji="0" lang="en-US" sz="1182" b="0" i="0" u="none" strike="noStrike" kern="0" cap="none" spc="0" normalizeH="0" baseline="0" noProof="0" dirty="0">
                <a:ln>
                  <a:noFill/>
                </a:ln>
                <a:solidFill>
                  <a:srgbClr val="575756"/>
                </a:solidFill>
                <a:effectLst/>
                <a:uLnTx/>
                <a:uFillTx/>
                <a:latin typeface="Segoe UI"/>
                <a:cs typeface="Segoe UI"/>
              </a:rPr>
              <a:t>North Caspian Operating Company N.V. in this presentation may be referred to as “NCOC” for convenience. Likewise, the words “we”, “us” and “our” are also used to refer to North Caspian Operating Company N.V. </a:t>
            </a:r>
          </a:p>
          <a:p>
            <a:pPr marL="7702" marR="308856" lvl="0" indent="0" algn="just" defTabSz="554500" eaLnBrk="1" fontAlgn="auto" latinLnBrk="0" hangingPunct="1">
              <a:lnSpc>
                <a:spcPct val="101499"/>
              </a:lnSpc>
              <a:spcBef>
                <a:spcPts val="55"/>
              </a:spcBef>
              <a:spcAft>
                <a:spcPts val="0"/>
              </a:spcAft>
              <a:buClrTx/>
              <a:buSzTx/>
              <a:buFontTx/>
              <a:buNone/>
              <a:tabLst/>
              <a:defRPr/>
            </a:pPr>
            <a:endParaRPr kumimoji="0" lang="en-US" sz="1182" b="0" i="0" u="none" strike="noStrike" kern="0" cap="none" spc="0" normalizeH="0" baseline="0" noProof="0" dirty="0">
              <a:ln>
                <a:noFill/>
              </a:ln>
              <a:solidFill>
                <a:srgbClr val="575756"/>
              </a:solidFill>
              <a:effectLst/>
              <a:uLnTx/>
              <a:uFillTx/>
              <a:latin typeface="Segoe UI"/>
              <a:cs typeface="Segoe UI"/>
            </a:endParaRPr>
          </a:p>
          <a:p>
            <a:pPr marL="7702" marR="308856" lvl="0" indent="0" algn="just" defTabSz="554500" eaLnBrk="1" fontAlgn="auto" latinLnBrk="0" hangingPunct="1">
              <a:lnSpc>
                <a:spcPct val="101499"/>
              </a:lnSpc>
              <a:spcBef>
                <a:spcPts val="55"/>
              </a:spcBef>
              <a:spcAft>
                <a:spcPts val="0"/>
              </a:spcAft>
              <a:buClrTx/>
              <a:buSzTx/>
              <a:buFontTx/>
              <a:buNone/>
              <a:tabLst/>
              <a:defRPr/>
            </a:pPr>
            <a:r>
              <a:rPr kumimoji="0" lang="en-US" sz="1182" b="0" i="0" u="none" strike="noStrike" kern="0" cap="none" spc="0" normalizeH="0" baseline="0" noProof="0" dirty="0">
                <a:ln>
                  <a:noFill/>
                </a:ln>
                <a:solidFill>
                  <a:srgbClr val="575756"/>
                </a:solidFill>
                <a:effectLst/>
                <a:uLnTx/>
                <a:uFillTx/>
                <a:latin typeface="Segoe UI"/>
                <a:cs typeface="Segoe UI"/>
              </a:rPr>
              <a:t> NCOC assumes no liability or responsibility for any errors or any loss that may be suffered in connection with the use of this presentation or any of its content. Furthermore, this presentation may contain references to certain laws and regulations that may change over time or be abolished and should be interpreted only in light of particular circumstances. </a:t>
            </a:r>
          </a:p>
          <a:p>
            <a:pPr marL="7702" marR="308856" lvl="0" indent="0" algn="just" defTabSz="554500" eaLnBrk="1" fontAlgn="auto" latinLnBrk="0" hangingPunct="1">
              <a:lnSpc>
                <a:spcPct val="101499"/>
              </a:lnSpc>
              <a:spcBef>
                <a:spcPts val="55"/>
              </a:spcBef>
              <a:spcAft>
                <a:spcPts val="0"/>
              </a:spcAft>
              <a:buClrTx/>
              <a:buSzTx/>
              <a:buFontTx/>
              <a:buNone/>
              <a:tabLst/>
              <a:defRPr/>
            </a:pPr>
            <a:endParaRPr kumimoji="0" lang="en-US" sz="1182" b="0" i="0" u="none" strike="noStrike" kern="0" cap="none" spc="0" normalizeH="0" baseline="0" noProof="0" dirty="0">
              <a:ln>
                <a:noFill/>
              </a:ln>
              <a:solidFill>
                <a:srgbClr val="575756"/>
              </a:solidFill>
              <a:effectLst/>
              <a:uLnTx/>
              <a:uFillTx/>
              <a:latin typeface="Segoe UI"/>
              <a:cs typeface="Segoe UI"/>
            </a:endParaRPr>
          </a:p>
          <a:p>
            <a:pPr marL="7702" marR="308856" lvl="0" indent="0" algn="just" defTabSz="554500" eaLnBrk="1" fontAlgn="auto" latinLnBrk="0" hangingPunct="1">
              <a:lnSpc>
                <a:spcPct val="101499"/>
              </a:lnSpc>
              <a:spcBef>
                <a:spcPts val="55"/>
              </a:spcBef>
              <a:spcAft>
                <a:spcPts val="0"/>
              </a:spcAft>
              <a:buClrTx/>
              <a:buSzTx/>
              <a:buFontTx/>
              <a:buNone/>
              <a:tabLst/>
              <a:defRPr/>
            </a:pPr>
            <a:r>
              <a:rPr kumimoji="0" lang="en-US" sz="1182" b="0" i="0" u="none" strike="noStrike" kern="0" cap="none" spc="0" normalizeH="0" baseline="0" noProof="0" dirty="0">
                <a:ln>
                  <a:noFill/>
                </a:ln>
                <a:solidFill>
                  <a:srgbClr val="575756"/>
                </a:solidFill>
                <a:effectLst/>
                <a:uLnTx/>
                <a:uFillTx/>
                <a:latin typeface="Segoe UI"/>
                <a:cs typeface="Segoe UI"/>
              </a:rPr>
              <a:t>NCOC provides information in this presentation “as is”, with no guarantees of completeness, accuracy or timelines, and without warranties of any kind, express or implied. NCOC undertakes no obligation to publicly update or revise the disclosure of information in this presentation (including forward-looking statements) after the date of this presentation. This presentation may contain some confidential or sensitive information, and if you are not the intended recipient, you are hereby notified that you should not review, use, disclose, distribute, copy or forward this information. If you have received this presentation in error, please notify the sender immediately and delete / destroy any and all copies. </a:t>
            </a:r>
          </a:p>
          <a:p>
            <a:pPr marL="7702" marR="308856" lvl="0" indent="0" algn="just" defTabSz="554500" eaLnBrk="1" fontAlgn="auto" latinLnBrk="0" hangingPunct="1">
              <a:lnSpc>
                <a:spcPct val="101499"/>
              </a:lnSpc>
              <a:spcBef>
                <a:spcPts val="55"/>
              </a:spcBef>
              <a:spcAft>
                <a:spcPts val="0"/>
              </a:spcAft>
              <a:buClrTx/>
              <a:buSzTx/>
              <a:buFontTx/>
              <a:buNone/>
              <a:tabLst/>
              <a:defRPr/>
            </a:pPr>
            <a:endParaRPr kumimoji="0" lang="en-US" sz="1182" b="0" i="0" u="none" strike="noStrike" kern="0" cap="none" spc="0" normalizeH="0" baseline="0" noProof="0" dirty="0">
              <a:ln>
                <a:noFill/>
              </a:ln>
              <a:solidFill>
                <a:srgbClr val="575756"/>
              </a:solidFill>
              <a:effectLst/>
              <a:uLnTx/>
              <a:uFillTx/>
              <a:latin typeface="Segoe UI"/>
              <a:cs typeface="Segoe UI"/>
            </a:endParaRPr>
          </a:p>
          <a:p>
            <a:pPr marL="7702" marR="308856" lvl="0" indent="0" algn="just" defTabSz="554500" eaLnBrk="1" fontAlgn="auto" latinLnBrk="0" hangingPunct="1">
              <a:lnSpc>
                <a:spcPct val="101499"/>
              </a:lnSpc>
              <a:spcBef>
                <a:spcPts val="55"/>
              </a:spcBef>
              <a:spcAft>
                <a:spcPts val="0"/>
              </a:spcAft>
              <a:buClrTx/>
              <a:buSzTx/>
              <a:buFontTx/>
              <a:buNone/>
              <a:tabLst/>
              <a:defRPr/>
            </a:pPr>
            <a:r>
              <a:rPr kumimoji="0" lang="en-US" sz="1182" b="0" i="0" u="none" strike="noStrike" kern="0" cap="none" spc="0" normalizeH="0" baseline="0" noProof="0" dirty="0">
                <a:ln>
                  <a:noFill/>
                </a:ln>
                <a:solidFill>
                  <a:srgbClr val="575756"/>
                </a:solidFill>
                <a:effectLst/>
                <a:uLnTx/>
                <a:uFillTx/>
                <a:latin typeface="Segoe UI"/>
                <a:cs typeface="Segoe UI"/>
              </a:rPr>
              <a:t>To the fullest extent permissible pursuant to applicable law, NCOC excludes any liability which may arise as a result of the unauthorized use of this presentation, its content or the information on it. Unless otherwise indicated, NCOC owns the copyright in the content in this presentation. </a:t>
            </a:r>
          </a:p>
          <a:p>
            <a:pPr marL="7702" marR="308856" lvl="0" indent="0" algn="just" defTabSz="554500" eaLnBrk="1" fontAlgn="auto" latinLnBrk="0" hangingPunct="1">
              <a:lnSpc>
                <a:spcPct val="101499"/>
              </a:lnSpc>
              <a:spcBef>
                <a:spcPts val="55"/>
              </a:spcBef>
              <a:spcAft>
                <a:spcPts val="0"/>
              </a:spcAft>
              <a:buClrTx/>
              <a:buSzTx/>
              <a:buFontTx/>
              <a:buNone/>
              <a:tabLst/>
              <a:defRPr/>
            </a:pPr>
            <a:endParaRPr kumimoji="0" lang="en-US" sz="1182" b="0" i="0" u="none" strike="noStrike" kern="0" cap="none" spc="0" normalizeH="0" baseline="0" noProof="0" dirty="0">
              <a:ln>
                <a:noFill/>
              </a:ln>
              <a:solidFill>
                <a:srgbClr val="575756"/>
              </a:solidFill>
              <a:effectLst/>
              <a:uLnTx/>
              <a:uFillTx/>
              <a:latin typeface="Segoe UI"/>
              <a:cs typeface="Segoe UI"/>
            </a:endParaRPr>
          </a:p>
          <a:p>
            <a:pPr marL="7702" marR="308856" lvl="0" indent="0" algn="just" defTabSz="554500" eaLnBrk="1" fontAlgn="auto" latinLnBrk="0" hangingPunct="1">
              <a:lnSpc>
                <a:spcPct val="101499"/>
              </a:lnSpc>
              <a:spcBef>
                <a:spcPts val="55"/>
              </a:spcBef>
              <a:spcAft>
                <a:spcPts val="0"/>
              </a:spcAft>
              <a:buClrTx/>
              <a:buSzTx/>
              <a:buFontTx/>
              <a:buNone/>
              <a:tabLst/>
              <a:defRPr/>
            </a:pPr>
            <a:r>
              <a:rPr kumimoji="0" lang="en-US" sz="1182" b="0" i="0" u="none" strike="noStrike" kern="0" cap="none" spc="0" normalizeH="0" baseline="0" noProof="0" dirty="0">
                <a:ln>
                  <a:noFill/>
                </a:ln>
                <a:solidFill>
                  <a:srgbClr val="575756"/>
                </a:solidFill>
                <a:effectLst/>
                <a:uLnTx/>
                <a:uFillTx/>
                <a:latin typeface="Segoe UI"/>
                <a:cs typeface="Segoe UI"/>
              </a:rPr>
              <a:t>NCOC trademark is registered and protected under the law of the Republic of Kazakhstan. Any unauthorized use of NCOC trademark is subject to legal action. </a:t>
            </a:r>
          </a:p>
        </p:txBody>
      </p:sp>
      <p:sp>
        <p:nvSpPr>
          <p:cNvPr id="16" name="Прямоугольник с двумя скругленными соседними углами 15"/>
          <p:cNvSpPr/>
          <p:nvPr userDrawn="1"/>
        </p:nvSpPr>
        <p:spPr>
          <a:xfrm flipV="1">
            <a:off x="9053757" y="0"/>
            <a:ext cx="2282376" cy="2282216"/>
          </a:xfrm>
          <a:prstGeom prst="round2SameRect">
            <a:avLst>
              <a:gd name="adj1" fmla="val 10368"/>
              <a:gd name="adj2" fmla="val 0"/>
            </a:avLst>
          </a:prstGeom>
          <a:solidFill>
            <a:srgbClr val="81D8FF">
              <a:alpha val="50000"/>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dirty="0">
              <a:ln>
                <a:noFill/>
              </a:ln>
              <a:solidFill>
                <a:prstClr val="white"/>
              </a:solidFill>
              <a:effectLst/>
              <a:uLnTx/>
              <a:uFillTx/>
              <a:latin typeface="Segoe UI"/>
              <a:ea typeface="+mn-ea"/>
              <a:cs typeface="+mn-cs"/>
            </a:endParaRPr>
          </a:p>
        </p:txBody>
      </p:sp>
      <p:pic>
        <p:nvPicPr>
          <p:cNvPr id="17" name="Рисунок 16"/>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9237441" y="247224"/>
            <a:ext cx="1910754" cy="1787771"/>
          </a:xfrm>
          <a:prstGeom prst="rect">
            <a:avLst/>
          </a:prstGeom>
        </p:spPr>
      </p:pic>
      <p:sp>
        <p:nvSpPr>
          <p:cNvPr id="5" name="Holder 4">
            <a:extLst>
              <a:ext uri="{FF2B5EF4-FFF2-40B4-BE49-F238E27FC236}">
                <a16:creationId xmlns:a16="http://schemas.microsoft.com/office/drawing/2014/main" id="{F495B543-DBCD-E7C7-8AB6-CE089820CA85}"/>
              </a:ext>
            </a:extLst>
          </p:cNvPr>
          <p:cNvSpPr txBox="1">
            <a:spLocks/>
          </p:cNvSpPr>
          <p:nvPr userDrawn="1"/>
        </p:nvSpPr>
        <p:spPr>
          <a:xfrm rot="5400000">
            <a:off x="11073964" y="5265156"/>
            <a:ext cx="1388845" cy="135293"/>
          </a:xfrm>
          <a:prstGeom prst="rect">
            <a:avLst/>
          </a:prstGeom>
        </p:spPr>
        <p:txBody>
          <a:bodyPr wrap="square" lIns="0" tIns="0" rIns="0" bIns="0">
            <a:spAutoFit/>
          </a:bodyPr>
          <a:lstStyle>
            <a:defPPr>
              <a:defRPr kern="0"/>
            </a:defPPr>
            <a:lvl1pPr>
              <a:defRPr sz="1450" b="0" i="0">
                <a:solidFill>
                  <a:srgbClr val="008FD1"/>
                </a:solidFill>
                <a:latin typeface="Segoe UI"/>
                <a:cs typeface="Segoe UI"/>
              </a:defRPr>
            </a:lvl1pPr>
          </a:lstStyle>
          <a:p>
            <a:pPr marL="7702" marR="0" lvl="0" indent="0" defTabSz="554500" eaLnBrk="1" fontAlgn="auto" latinLnBrk="0" hangingPunct="1">
              <a:lnSpc>
                <a:spcPct val="100000"/>
              </a:lnSpc>
              <a:spcBef>
                <a:spcPts val="152"/>
              </a:spcBef>
              <a:spcAft>
                <a:spcPts val="0"/>
              </a:spcAft>
              <a:buClrTx/>
              <a:buSzTx/>
              <a:buFontTx/>
              <a:buNone/>
              <a:tabLst>
                <a:tab pos="763284" algn="l"/>
              </a:tabLst>
              <a:defRPr/>
            </a:pPr>
            <a:r>
              <a:rPr kumimoji="0" lang="en-US" sz="879" b="0" i="0" u="none" strike="noStrike" kern="0" cap="none" spc="0" normalizeH="0" baseline="0" noProof="0" dirty="0">
                <a:ln>
                  <a:noFill/>
                </a:ln>
                <a:solidFill>
                  <a:srgbClr val="008FD1"/>
                </a:solidFill>
                <a:effectLst/>
                <a:uLnTx/>
                <a:uFillTx/>
                <a:latin typeface="Segoe UI"/>
                <a:cs typeface="Segoe UI"/>
              </a:rPr>
              <a:t>INTERNAL	</a:t>
            </a:r>
            <a:fld id="{6734F0B2-4CDE-4D37-920F-6BF657BFC994}" type="datetime1">
              <a:rPr kumimoji="0" lang="en-GB" sz="879" b="0" i="0" u="none" strike="noStrike" kern="0" cap="none" spc="0" normalizeH="0" baseline="0" noProof="0" smtClean="0">
                <a:ln>
                  <a:noFill/>
                </a:ln>
                <a:solidFill>
                  <a:srgbClr val="008FD1"/>
                </a:solidFill>
                <a:effectLst/>
                <a:uLnTx/>
                <a:uFillTx/>
                <a:latin typeface="Segoe UI"/>
                <a:cs typeface="Segoe UI"/>
              </a:rPr>
              <a:pPr marL="7702" marR="0" lvl="0" indent="0" defTabSz="554500" eaLnBrk="1" fontAlgn="auto" latinLnBrk="0" hangingPunct="1">
                <a:lnSpc>
                  <a:spcPct val="100000"/>
                </a:lnSpc>
                <a:spcBef>
                  <a:spcPts val="152"/>
                </a:spcBef>
                <a:spcAft>
                  <a:spcPts val="0"/>
                </a:spcAft>
                <a:buClrTx/>
                <a:buSzTx/>
                <a:buFontTx/>
                <a:buNone/>
                <a:tabLst>
                  <a:tab pos="763284" algn="l"/>
                </a:tabLst>
                <a:defRPr/>
              </a:pPr>
              <a:t>17/03/2026</a:t>
            </a:fld>
            <a:endParaRPr kumimoji="0" lang="en-US" sz="879" b="0" i="0" u="none" strike="noStrike" kern="0" cap="none" spc="0" normalizeH="0" baseline="0" noProof="0" dirty="0">
              <a:ln>
                <a:noFill/>
              </a:ln>
              <a:solidFill>
                <a:srgbClr val="008FD1"/>
              </a:solidFill>
              <a:effectLst/>
              <a:uLnTx/>
              <a:uFillTx/>
              <a:latin typeface="Segoe UI"/>
              <a:cs typeface="Segoe UI"/>
            </a:endParaRPr>
          </a:p>
        </p:txBody>
      </p:sp>
    </p:spTree>
    <p:extLst>
      <p:ext uri="{BB962C8B-B14F-4D97-AF65-F5344CB8AC3E}">
        <p14:creationId xmlns:p14="http://schemas.microsoft.com/office/powerpoint/2010/main" val="28203943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sclaimer_KAZ">
    <p:spTree>
      <p:nvGrpSpPr>
        <p:cNvPr id="1" name=""/>
        <p:cNvGrpSpPr/>
        <p:nvPr/>
      </p:nvGrpSpPr>
      <p:grpSpPr>
        <a:xfrm>
          <a:off x="0" y="0"/>
          <a:ext cx="0" cy="0"/>
          <a:chOff x="0" y="0"/>
          <a:chExt cx="0" cy="0"/>
        </a:xfrm>
      </p:grpSpPr>
      <p:sp>
        <p:nvSpPr>
          <p:cNvPr id="3" name="Прямоугольник 2"/>
          <p:cNvSpPr/>
          <p:nvPr userDrawn="1"/>
        </p:nvSpPr>
        <p:spPr>
          <a:xfrm>
            <a:off x="-2" y="0"/>
            <a:ext cx="1219200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pic>
        <p:nvPicPr>
          <p:cNvPr id="4" name="bg object 16"/>
          <p:cNvPicPr/>
          <p:nvPr userDrawn="1"/>
        </p:nvPicPr>
        <p:blipFill>
          <a:blip r:embed="rId2" cstate="print"/>
          <a:stretch>
            <a:fillRect/>
          </a:stretch>
        </p:blipFill>
        <p:spPr>
          <a:xfrm>
            <a:off x="-2" y="6576"/>
            <a:ext cx="12005566" cy="6850943"/>
          </a:xfrm>
          <a:prstGeom prst="rect">
            <a:avLst/>
          </a:prstGeom>
        </p:spPr>
      </p:pic>
      <p:sp>
        <p:nvSpPr>
          <p:cNvPr id="11" name="Прямоугольник с двумя скругленными соседними углами 10"/>
          <p:cNvSpPr/>
          <p:nvPr userDrawn="1"/>
        </p:nvSpPr>
        <p:spPr>
          <a:xfrm>
            <a:off x="680651" y="2800154"/>
            <a:ext cx="10655485" cy="4057847"/>
          </a:xfrm>
          <a:prstGeom prst="round2SameRect">
            <a:avLst>
              <a:gd name="adj1" fmla="val 5676"/>
              <a:gd name="adj2" fmla="val 0"/>
            </a:avLst>
          </a:prstGeom>
          <a:solidFill>
            <a:srgbClr val="81D8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9" name="object 2"/>
          <p:cNvSpPr txBox="1"/>
          <p:nvPr userDrawn="1"/>
        </p:nvSpPr>
        <p:spPr>
          <a:xfrm>
            <a:off x="1041481" y="3246676"/>
            <a:ext cx="9933823" cy="3122276"/>
          </a:xfrm>
          <a:prstGeom prst="rect">
            <a:avLst/>
          </a:prstGeom>
        </p:spPr>
        <p:txBody>
          <a:bodyPr vert="horz" wrap="square" lIns="0" tIns="6932" rIns="0" bIns="0" rtlCol="0">
            <a:spAutoFit/>
          </a:bodyPr>
          <a:lstStyle/>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ru-RU" sz="1092" b="0" i="0" u="none" strike="noStrike" kern="0" cap="none" spc="0" normalizeH="0" baseline="0" noProof="0" dirty="0" err="1">
                <a:ln>
                  <a:noFill/>
                </a:ln>
                <a:solidFill>
                  <a:srgbClr val="575756"/>
                </a:solidFill>
                <a:effectLst/>
                <a:uLnTx/>
                <a:uFillTx/>
                <a:latin typeface="Segoe UI"/>
                <a:cs typeface="Segoe UI"/>
              </a:rPr>
              <a:t>Бұл</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презентацияда</a:t>
            </a:r>
            <a:r>
              <a:rPr kumimoji="0" lang="ru-RU" sz="1092" b="0" i="0" u="none" strike="noStrike" kern="0" cap="none" spc="0" normalizeH="0" baseline="0" noProof="0" dirty="0">
                <a:ln>
                  <a:noFill/>
                </a:ln>
                <a:solidFill>
                  <a:srgbClr val="575756"/>
                </a:solidFill>
                <a:effectLst/>
                <a:uLnTx/>
                <a:uFillTx/>
                <a:latin typeface="Segoe UI"/>
                <a:cs typeface="Segoe UI"/>
              </a:rPr>
              <a:t> «Норт </a:t>
            </a:r>
            <a:r>
              <a:rPr kumimoji="0" lang="ru-RU" sz="1092" b="0" i="0" u="none" strike="noStrike" kern="0" cap="none" spc="0" normalizeH="0" baseline="0" noProof="0" dirty="0" err="1">
                <a:ln>
                  <a:noFill/>
                </a:ln>
                <a:solidFill>
                  <a:srgbClr val="575756"/>
                </a:solidFill>
                <a:effectLst/>
                <a:uLnTx/>
                <a:uFillTx/>
                <a:latin typeface="Segoe UI"/>
                <a:cs typeface="Segoe UI"/>
              </a:rPr>
              <a:t>Каспиан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Оперейтинг</a:t>
            </a:r>
            <a:r>
              <a:rPr kumimoji="0" lang="ru-RU" sz="1092" b="0" i="0" u="none" strike="noStrike" kern="0" cap="none" spc="0" normalizeH="0" baseline="0" noProof="0" dirty="0">
                <a:ln>
                  <a:noFill/>
                </a:ln>
                <a:solidFill>
                  <a:srgbClr val="575756"/>
                </a:solidFill>
                <a:effectLst/>
                <a:uLnTx/>
                <a:uFillTx/>
                <a:latin typeface="Segoe UI"/>
                <a:cs typeface="Segoe UI"/>
              </a:rPr>
              <a:t> Компани Н.В.» (</a:t>
            </a:r>
            <a:r>
              <a:rPr kumimoji="0" lang="en-US" sz="1092" b="0" i="0" u="none" strike="noStrike" kern="0" cap="none" spc="0" normalizeH="0" baseline="0" noProof="0" dirty="0">
                <a:ln>
                  <a:noFill/>
                </a:ln>
                <a:solidFill>
                  <a:srgbClr val="575756"/>
                </a:solidFill>
                <a:effectLst/>
                <a:uLnTx/>
                <a:uFillTx/>
                <a:latin typeface="Segoe UI"/>
                <a:cs typeface="Segoe UI"/>
              </a:rPr>
              <a:t>North Caspian Operating Company N.V.) </a:t>
            </a:r>
            <a:r>
              <a:rPr kumimoji="0" lang="ru-RU" sz="1092" b="0" i="0" u="none" strike="noStrike" kern="0" cap="none" spc="0" normalizeH="0" baseline="0" noProof="0" dirty="0" err="1">
                <a:ln>
                  <a:noFill/>
                </a:ln>
                <a:solidFill>
                  <a:srgbClr val="575756"/>
                </a:solidFill>
                <a:effectLst/>
                <a:uLnTx/>
                <a:uFillTx/>
                <a:latin typeface="Segoe UI"/>
                <a:cs typeface="Segoe UI"/>
              </a:rPr>
              <a:t>компаниясы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ыңғайлы</a:t>
            </a:r>
            <a:r>
              <a:rPr kumimoji="0" lang="ru-RU" sz="1092" b="0" i="0" u="none" strike="noStrike" kern="0" cap="none" spc="0" normalizeH="0" baseline="0" noProof="0" dirty="0">
                <a:ln>
                  <a:noFill/>
                </a:ln>
                <a:solidFill>
                  <a:srgbClr val="575756"/>
                </a:solidFill>
                <a:effectLst/>
                <a:uLnTx/>
                <a:uFillTx/>
                <a:latin typeface="Segoe UI"/>
                <a:cs typeface="Segoe UI"/>
              </a:rPr>
              <a:t> болу </a:t>
            </a:r>
            <a:r>
              <a:rPr kumimoji="0" lang="ru-RU" sz="1092" b="0" i="0" u="none" strike="noStrike" kern="0" cap="none" spc="0" normalizeH="0" baseline="0" noProof="0" dirty="0" err="1">
                <a:ln>
                  <a:noFill/>
                </a:ln>
                <a:solidFill>
                  <a:srgbClr val="575756"/>
                </a:solidFill>
                <a:effectLst/>
                <a:uLnTx/>
                <a:uFillTx/>
                <a:latin typeface="Segoe UI"/>
                <a:cs typeface="Segoe UI"/>
              </a:rPr>
              <a:t>үшін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en-US" sz="1092" b="0" i="0" u="none" strike="noStrike" kern="0" cap="none" spc="0" normalizeH="0" baseline="0" noProof="0" dirty="0">
                <a:ln>
                  <a:noFill/>
                </a:ln>
                <a:solidFill>
                  <a:srgbClr val="575756"/>
                </a:solidFill>
                <a:effectLst/>
                <a:uLnTx/>
                <a:uFillTx/>
                <a:latin typeface="Segoe UI"/>
                <a:cs typeface="Segoe UI"/>
              </a:rPr>
              <a:t>NCOC» </a:t>
            </a:r>
            <a:r>
              <a:rPr kumimoji="0" lang="ru-RU" sz="1092" b="0" i="0" u="none" strike="noStrike" kern="0" cap="none" spc="0" normalizeH="0" baseline="0" noProof="0" dirty="0" err="1">
                <a:ln>
                  <a:noFill/>
                </a:ln>
                <a:solidFill>
                  <a:srgbClr val="575756"/>
                </a:solidFill>
                <a:effectLst/>
                <a:uLnTx/>
                <a:uFillTx/>
                <a:latin typeface="Segoe UI"/>
                <a:cs typeface="Segoe UI"/>
              </a:rPr>
              <a:t>деп</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аталуы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мүмкін</a:t>
            </a:r>
            <a:r>
              <a:rPr kumimoji="0" lang="ru-RU" sz="1092" b="0" i="0" u="none" strike="noStrike" kern="0" cap="none" spc="0" normalizeH="0" baseline="0" noProof="0" dirty="0">
                <a:ln>
                  <a:noFill/>
                </a:ln>
                <a:solidFill>
                  <a:srgbClr val="575756"/>
                </a:solidFill>
                <a:effectLst/>
                <a:uLnTx/>
                <a:uFillTx/>
                <a:latin typeface="Segoe UI"/>
                <a:cs typeface="Segoe UI"/>
              </a:rPr>
              <a:t>. Сол </a:t>
            </a:r>
            <a:r>
              <a:rPr kumimoji="0" lang="ru-RU" sz="1092" b="0" i="0" u="none" strike="noStrike" kern="0" cap="none" spc="0" normalizeH="0" baseline="0" noProof="0" dirty="0" err="1">
                <a:ln>
                  <a:noFill/>
                </a:ln>
                <a:solidFill>
                  <a:srgbClr val="575756"/>
                </a:solidFill>
                <a:effectLst/>
                <a:uLnTx/>
                <a:uFillTx/>
                <a:latin typeface="Segoe UI"/>
                <a:cs typeface="Segoe UI"/>
              </a:rPr>
              <a:t>сияқты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біз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бізді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және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біздің</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сөздері</a:t>
            </a:r>
            <a:r>
              <a:rPr kumimoji="0" lang="ru-RU" sz="1092" b="0" i="0" u="none" strike="noStrike" kern="0" cap="none" spc="0" normalizeH="0" baseline="0" noProof="0" dirty="0">
                <a:ln>
                  <a:noFill/>
                </a:ln>
                <a:solidFill>
                  <a:srgbClr val="575756"/>
                </a:solidFill>
                <a:effectLst/>
                <a:uLnTx/>
                <a:uFillTx/>
                <a:latin typeface="Segoe UI"/>
                <a:cs typeface="Segoe UI"/>
              </a:rPr>
              <a:t> де «Норт </a:t>
            </a:r>
            <a:r>
              <a:rPr kumimoji="0" lang="ru-RU" sz="1092" b="0" i="0" u="none" strike="noStrike" kern="0" cap="none" spc="0" normalizeH="0" baseline="0" noProof="0" dirty="0" err="1">
                <a:ln>
                  <a:noFill/>
                </a:ln>
                <a:solidFill>
                  <a:srgbClr val="575756"/>
                </a:solidFill>
                <a:effectLst/>
                <a:uLnTx/>
                <a:uFillTx/>
                <a:latin typeface="Segoe UI"/>
                <a:cs typeface="Segoe UI"/>
              </a:rPr>
              <a:t>Каспиан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Оперейтинг</a:t>
            </a:r>
            <a:r>
              <a:rPr kumimoji="0" lang="ru-RU" sz="1092" b="0" i="0" u="none" strike="noStrike" kern="0" cap="none" spc="0" normalizeH="0" baseline="0" noProof="0" dirty="0">
                <a:ln>
                  <a:noFill/>
                </a:ln>
                <a:solidFill>
                  <a:srgbClr val="575756"/>
                </a:solidFill>
                <a:effectLst/>
                <a:uLnTx/>
                <a:uFillTx/>
                <a:latin typeface="Segoe UI"/>
                <a:cs typeface="Segoe UI"/>
              </a:rPr>
              <a:t> Компани Н.В.» </a:t>
            </a:r>
            <a:r>
              <a:rPr kumimoji="0" lang="ru-RU" sz="1092" b="0" i="0" u="none" strike="noStrike" kern="0" cap="none" spc="0" normalizeH="0" baseline="0" noProof="0" dirty="0" err="1">
                <a:ln>
                  <a:noFill/>
                </a:ln>
                <a:solidFill>
                  <a:srgbClr val="575756"/>
                </a:solidFill>
                <a:effectLst/>
                <a:uLnTx/>
                <a:uFillTx/>
                <a:latin typeface="Segoe UI"/>
                <a:cs typeface="Segoe UI"/>
              </a:rPr>
              <a:t>компаниясын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білдіреді</a:t>
            </a:r>
            <a:r>
              <a:rPr kumimoji="0" lang="ru-RU" sz="1092" b="0" i="0" u="none" strike="noStrike" kern="0" cap="none" spc="0" normalizeH="0" baseline="0" noProof="0" dirty="0">
                <a:ln>
                  <a:noFill/>
                </a:ln>
                <a:solidFill>
                  <a:srgbClr val="575756"/>
                </a:solidFill>
                <a:effectLst/>
                <a:uLnTx/>
                <a:uFillTx/>
                <a:latin typeface="Segoe UI"/>
                <a:cs typeface="Segoe UI"/>
              </a:rPr>
              <a:t>. </a:t>
            </a:r>
          </a:p>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en-US" sz="1092" b="0" i="0" u="none" strike="noStrike" kern="0" cap="none" spc="0" normalizeH="0" baseline="0" noProof="0" dirty="0">
                <a:ln>
                  <a:noFill/>
                </a:ln>
                <a:solidFill>
                  <a:srgbClr val="575756"/>
                </a:solidFill>
                <a:effectLst/>
                <a:uLnTx/>
                <a:uFillTx/>
                <a:latin typeface="Segoe UI"/>
                <a:cs typeface="Segoe UI"/>
              </a:rPr>
              <a:t>NCOC </a:t>
            </a:r>
            <a:r>
              <a:rPr kumimoji="0" lang="ru-RU" sz="1092" b="0" i="0" u="none" strike="noStrike" kern="0" cap="none" spc="0" normalizeH="0" baseline="0" noProof="0" dirty="0">
                <a:ln>
                  <a:noFill/>
                </a:ln>
                <a:solidFill>
                  <a:srgbClr val="575756"/>
                </a:solidFill>
                <a:effectLst/>
                <a:uLnTx/>
                <a:uFillTx/>
                <a:latin typeface="Segoe UI"/>
                <a:cs typeface="Segoe UI"/>
              </a:rPr>
              <a:t>осы </a:t>
            </a:r>
            <a:r>
              <a:rPr kumimoji="0" lang="ru-RU" sz="1092" b="0" i="0" u="none" strike="noStrike" kern="0" cap="none" spc="0" normalizeH="0" baseline="0" noProof="0" dirty="0" err="1">
                <a:ln>
                  <a:noFill/>
                </a:ln>
                <a:solidFill>
                  <a:srgbClr val="575756"/>
                </a:solidFill>
                <a:effectLst/>
                <a:uLnTx/>
                <a:uFillTx/>
                <a:latin typeface="Segoe UI"/>
                <a:cs typeface="Segoe UI"/>
              </a:rPr>
              <a:t>презентацияны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немесе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оның</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ішіндегі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келген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деректерді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пайдалануға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байланысты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туындауы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мүмкін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келген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қателіктерге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немесе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келген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залалға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жауапты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болмайды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Оның</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үстіне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бұл</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презентацияда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уақыт</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өте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өзгертілуі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немесе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күшін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жою</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мүмкін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белгілі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бір</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заңдарға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және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нормативтік-құқықтық</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актілерге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сілтемелер</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болуы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мүмкін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және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оларға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нақты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жағдайларға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қатысты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ғана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түсінік</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берілуі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тиіс</a:t>
            </a:r>
            <a:r>
              <a:rPr kumimoji="0" lang="ru-RU" sz="1092" b="0" i="0" u="none" strike="noStrike" kern="0" cap="none" spc="0" normalizeH="0" baseline="0" noProof="0" dirty="0">
                <a:ln>
                  <a:noFill/>
                </a:ln>
                <a:solidFill>
                  <a:srgbClr val="575756"/>
                </a:solidFill>
                <a:effectLst/>
                <a:uLnTx/>
                <a:uFillTx/>
                <a:latin typeface="Segoe UI"/>
                <a:cs typeface="Segoe UI"/>
              </a:rPr>
              <a:t>. </a:t>
            </a:r>
          </a:p>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en-US" sz="1092" b="0" i="0" u="none" strike="noStrike" kern="0" cap="none" spc="0" normalizeH="0" baseline="0" noProof="0" dirty="0">
                <a:ln>
                  <a:noFill/>
                </a:ln>
                <a:solidFill>
                  <a:srgbClr val="575756"/>
                </a:solidFill>
                <a:effectLst/>
                <a:uLnTx/>
                <a:uFillTx/>
                <a:latin typeface="Segoe UI"/>
                <a:cs typeface="Segoe UI"/>
              </a:rPr>
              <a:t>NCOC </a:t>
            </a:r>
            <a:r>
              <a:rPr kumimoji="0" lang="ru-RU" sz="1092" b="0" i="0" u="none" strike="noStrike" kern="0" cap="none" spc="0" normalizeH="0" baseline="0" noProof="0" dirty="0">
                <a:ln>
                  <a:noFill/>
                </a:ln>
                <a:solidFill>
                  <a:srgbClr val="575756"/>
                </a:solidFill>
                <a:effectLst/>
                <a:uLnTx/>
                <a:uFillTx/>
                <a:latin typeface="Segoe UI"/>
                <a:cs typeface="Segoe UI"/>
              </a:rPr>
              <a:t>осы </a:t>
            </a:r>
            <a:r>
              <a:rPr kumimoji="0" lang="ru-RU" sz="1092" b="0" i="0" u="none" strike="noStrike" kern="0" cap="none" spc="0" normalizeH="0" baseline="0" noProof="0" dirty="0" err="1">
                <a:ln>
                  <a:noFill/>
                </a:ln>
                <a:solidFill>
                  <a:srgbClr val="575756"/>
                </a:solidFill>
                <a:effectLst/>
                <a:uLnTx/>
                <a:uFillTx/>
                <a:latin typeface="Segoe UI"/>
                <a:cs typeface="Segoe UI"/>
              </a:rPr>
              <a:t>презентацияда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ақпаратты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оның</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толықтығына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дәлдігіне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немесе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уақытылылығына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кепілдіксіз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сол</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күйінде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ұсынады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және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келген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түрдегі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тікелей</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немесе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ұйғарынды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кепілдік</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бермейді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en-US" sz="1092" b="0" i="0" u="none" strike="noStrike" kern="0" cap="none" spc="0" normalizeH="0" baseline="0" noProof="0" dirty="0">
                <a:ln>
                  <a:noFill/>
                </a:ln>
                <a:solidFill>
                  <a:srgbClr val="575756"/>
                </a:solidFill>
                <a:effectLst/>
                <a:uLnTx/>
                <a:uFillTx/>
                <a:latin typeface="Segoe UI"/>
                <a:cs typeface="Segoe UI"/>
              </a:rPr>
              <a:t>NCOC </a:t>
            </a:r>
            <a:r>
              <a:rPr kumimoji="0" lang="ru-RU" sz="1092" b="0" i="0" u="none" strike="noStrike" kern="0" cap="none" spc="0" normalizeH="0" baseline="0" noProof="0" dirty="0">
                <a:ln>
                  <a:noFill/>
                </a:ln>
                <a:solidFill>
                  <a:srgbClr val="575756"/>
                </a:solidFill>
                <a:effectLst/>
                <a:uLnTx/>
                <a:uFillTx/>
                <a:latin typeface="Segoe UI"/>
                <a:cs typeface="Segoe UI"/>
              </a:rPr>
              <a:t>осы презентация </a:t>
            </a:r>
            <a:r>
              <a:rPr kumimoji="0" lang="ru-RU" sz="1092" b="0" i="0" u="none" strike="noStrike" kern="0" cap="none" spc="0" normalizeH="0" baseline="0" noProof="0" dirty="0" err="1">
                <a:ln>
                  <a:noFill/>
                </a:ln>
                <a:solidFill>
                  <a:srgbClr val="575756"/>
                </a:solidFill>
                <a:effectLst/>
                <a:uLnTx/>
                <a:uFillTx/>
                <a:latin typeface="Segoe UI"/>
                <a:cs typeface="Segoe UI"/>
              </a:rPr>
              <a:t>ұсынылған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күннен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кейін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онда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жария</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етілген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ақпаратқа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соның</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ішінде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болжамдарға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енгізілген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жаңартуларды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немесе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өзгертулерді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жариялау</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бойынша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ешбір</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міндеттеме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алмайды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Бұл</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презентацияда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кейбір</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құпия</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немесе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жасырын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ақпарат</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болуы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мүмкін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және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егер</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сіз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оның</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мақсатты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алушысы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болмасаңыз</a:t>
            </a:r>
            <a:r>
              <a:rPr kumimoji="0" lang="ru-RU" sz="1092" b="0" i="0" u="none" strike="noStrike" kern="0" cap="none" spc="0" normalizeH="0" baseline="0" noProof="0" dirty="0">
                <a:ln>
                  <a:noFill/>
                </a:ln>
                <a:solidFill>
                  <a:srgbClr val="575756"/>
                </a:solidFill>
                <a:effectLst/>
                <a:uLnTx/>
                <a:uFillTx/>
                <a:latin typeface="Segoe UI"/>
                <a:cs typeface="Segoe UI"/>
              </a:rPr>
              <a:t>, осы </a:t>
            </a:r>
            <a:r>
              <a:rPr kumimoji="0" lang="ru-RU" sz="1092" b="0" i="0" u="none" strike="noStrike" kern="0" cap="none" spc="0" normalizeH="0" baseline="0" noProof="0" dirty="0" err="1">
                <a:ln>
                  <a:noFill/>
                </a:ln>
                <a:solidFill>
                  <a:srgbClr val="575756"/>
                </a:solidFill>
                <a:effectLst/>
                <a:uLnTx/>
                <a:uFillTx/>
                <a:latin typeface="Segoe UI"/>
                <a:cs typeface="Segoe UI"/>
              </a:rPr>
              <a:t>құжат</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арқылы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сізге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бұл</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ақпаратты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қарауға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пайдалануға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жариялауға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таратуға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көшірмесін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жасауға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немесе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басқа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адамдарға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жіберуге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болмайтынын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ескертеміз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Егер</a:t>
            </a:r>
            <a:r>
              <a:rPr kumimoji="0" lang="ru-RU" sz="1092" b="0" i="0" u="none" strike="noStrike" kern="0" cap="none" spc="0" normalizeH="0" baseline="0" noProof="0" dirty="0">
                <a:ln>
                  <a:noFill/>
                </a:ln>
                <a:solidFill>
                  <a:srgbClr val="575756"/>
                </a:solidFill>
                <a:effectLst/>
                <a:uLnTx/>
                <a:uFillTx/>
                <a:latin typeface="Segoe UI"/>
                <a:cs typeface="Segoe UI"/>
              </a:rPr>
              <a:t> осы презентация </a:t>
            </a:r>
            <a:r>
              <a:rPr kumimoji="0" lang="ru-RU" sz="1092" b="0" i="0" u="none" strike="noStrike" kern="0" cap="none" spc="0" normalizeH="0" baseline="0" noProof="0" dirty="0" err="1">
                <a:ln>
                  <a:noFill/>
                </a:ln>
                <a:solidFill>
                  <a:srgbClr val="575756"/>
                </a:solidFill>
                <a:effectLst/>
                <a:uLnTx/>
                <a:uFillTx/>
                <a:latin typeface="Segoe UI"/>
                <a:cs typeface="Segoe UI"/>
              </a:rPr>
              <a:t>сізге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қателесіп</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жіберілген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болса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дереу</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жіберушіге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ескертіп</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барлық</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көшірмелерін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өшіруді</a:t>
            </a:r>
            <a:r>
              <a:rPr kumimoji="0" lang="ru-RU" sz="1092" b="0" i="0" u="none" strike="noStrike" kern="0" cap="none" spc="0" normalizeH="0" baseline="0" noProof="0" dirty="0">
                <a:ln>
                  <a:noFill/>
                </a:ln>
                <a:solidFill>
                  <a:srgbClr val="575756"/>
                </a:solidFill>
                <a:effectLst/>
                <a:uLnTx/>
                <a:uFillTx/>
                <a:latin typeface="Segoe UI"/>
                <a:cs typeface="Segoe UI"/>
              </a:rPr>
              <a:t> / </a:t>
            </a:r>
            <a:r>
              <a:rPr kumimoji="0" lang="ru-RU" sz="1092" b="0" i="0" u="none" strike="noStrike" kern="0" cap="none" spc="0" normalizeH="0" baseline="0" noProof="0" dirty="0" err="1">
                <a:ln>
                  <a:noFill/>
                </a:ln>
                <a:solidFill>
                  <a:srgbClr val="575756"/>
                </a:solidFill>
                <a:effectLst/>
                <a:uLnTx/>
                <a:uFillTx/>
                <a:latin typeface="Segoe UI"/>
                <a:cs typeface="Segoe UI"/>
              </a:rPr>
              <a:t>жоюды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өтінеміз</a:t>
            </a:r>
            <a:r>
              <a:rPr kumimoji="0" lang="ru-RU" sz="1092" b="0" i="0" u="none" strike="noStrike" kern="0" cap="none" spc="0" normalizeH="0" baseline="0" noProof="0" dirty="0">
                <a:ln>
                  <a:noFill/>
                </a:ln>
                <a:solidFill>
                  <a:srgbClr val="575756"/>
                </a:solidFill>
                <a:effectLst/>
                <a:uLnTx/>
                <a:uFillTx/>
                <a:latin typeface="Segoe UI"/>
                <a:cs typeface="Segoe UI"/>
              </a:rPr>
              <a:t>. </a:t>
            </a:r>
          </a:p>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ru-RU" sz="1092" b="0" i="0" u="none" strike="noStrike" kern="0" cap="none" spc="0" normalizeH="0" baseline="0" noProof="0" dirty="0" err="1">
                <a:ln>
                  <a:noFill/>
                </a:ln>
                <a:solidFill>
                  <a:srgbClr val="575756"/>
                </a:solidFill>
                <a:effectLst/>
                <a:uLnTx/>
                <a:uFillTx/>
                <a:latin typeface="Segoe UI"/>
                <a:cs typeface="Segoe UI"/>
              </a:rPr>
              <a:t>Қолданыстағы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заңнамамен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рұқсат</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етілген</a:t>
            </a:r>
            <a:r>
              <a:rPr kumimoji="0" lang="ru-RU" sz="1092" b="0" i="0" u="none" strike="noStrike" kern="0" cap="none" spc="0" normalizeH="0" baseline="0" noProof="0" dirty="0">
                <a:ln>
                  <a:noFill/>
                </a:ln>
                <a:solidFill>
                  <a:srgbClr val="575756"/>
                </a:solidFill>
                <a:effectLst/>
                <a:uLnTx/>
                <a:uFillTx/>
                <a:latin typeface="Segoe UI"/>
                <a:cs typeface="Segoe UI"/>
              </a:rPr>
              <a:t> да </a:t>
            </a:r>
            <a:r>
              <a:rPr kumimoji="0" lang="ru-RU" sz="1092" b="0" i="0" u="none" strike="noStrike" kern="0" cap="none" spc="0" normalizeH="0" baseline="0" noProof="0" dirty="0" err="1">
                <a:ln>
                  <a:noFill/>
                </a:ln>
                <a:solidFill>
                  <a:srgbClr val="575756"/>
                </a:solidFill>
                <a:effectLst/>
                <a:uLnTx/>
                <a:uFillTx/>
                <a:latin typeface="Segoe UI"/>
                <a:cs typeface="Segoe UI"/>
              </a:rPr>
              <a:t>барлық</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жағдайларда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en-US" sz="1092" b="0" i="0" u="none" strike="noStrike" kern="0" cap="none" spc="0" normalizeH="0" baseline="0" noProof="0" dirty="0">
                <a:ln>
                  <a:noFill/>
                </a:ln>
                <a:solidFill>
                  <a:srgbClr val="575756"/>
                </a:solidFill>
                <a:effectLst/>
                <a:uLnTx/>
                <a:uFillTx/>
                <a:latin typeface="Segoe UI"/>
                <a:cs typeface="Segoe UI"/>
              </a:rPr>
              <a:t>NCOC </a:t>
            </a:r>
            <a:r>
              <a:rPr kumimoji="0" lang="ru-RU" sz="1092" b="0" i="0" u="none" strike="noStrike" kern="0" cap="none" spc="0" normalizeH="0" baseline="0" noProof="0" dirty="0">
                <a:ln>
                  <a:noFill/>
                </a:ln>
                <a:solidFill>
                  <a:srgbClr val="575756"/>
                </a:solidFill>
                <a:effectLst/>
                <a:uLnTx/>
                <a:uFillTx/>
                <a:latin typeface="Segoe UI"/>
                <a:cs typeface="Segoe UI"/>
              </a:rPr>
              <a:t>осы </a:t>
            </a:r>
            <a:r>
              <a:rPr kumimoji="0" lang="ru-RU" sz="1092" b="0" i="0" u="none" strike="noStrike" kern="0" cap="none" spc="0" normalizeH="0" baseline="0" noProof="0" dirty="0" err="1">
                <a:ln>
                  <a:noFill/>
                </a:ln>
                <a:solidFill>
                  <a:srgbClr val="575756"/>
                </a:solidFill>
                <a:effectLst/>
                <a:uLnTx/>
                <a:uFillTx/>
                <a:latin typeface="Segoe UI"/>
                <a:cs typeface="Segoe UI"/>
              </a:rPr>
              <a:t>презентацияны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оның</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мазмұнын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немесе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ондағы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ақпаратты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рұқсатсыз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пайдалану</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нәтижесінде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туындауы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мүмкін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қандай</a:t>
            </a:r>
            <a:r>
              <a:rPr kumimoji="0" lang="ru-RU" sz="1092" b="0" i="0" u="none" strike="noStrike" kern="0" cap="none" spc="0" normalizeH="0" baseline="0" noProof="0" dirty="0">
                <a:ln>
                  <a:noFill/>
                </a:ln>
                <a:solidFill>
                  <a:srgbClr val="575756"/>
                </a:solidFill>
                <a:effectLst/>
                <a:uLnTx/>
                <a:uFillTx/>
                <a:latin typeface="Segoe UI"/>
                <a:cs typeface="Segoe UI"/>
              </a:rPr>
              <a:t> да </a:t>
            </a:r>
            <a:r>
              <a:rPr kumimoji="0" lang="ru-RU" sz="1092" b="0" i="0" u="none" strike="noStrike" kern="0" cap="none" spc="0" normalizeH="0" baseline="0" noProof="0" dirty="0" err="1">
                <a:ln>
                  <a:noFill/>
                </a:ln>
                <a:solidFill>
                  <a:srgbClr val="575756"/>
                </a:solidFill>
                <a:effectLst/>
                <a:uLnTx/>
                <a:uFillTx/>
                <a:latin typeface="Segoe UI"/>
                <a:cs typeface="Segoe UI"/>
              </a:rPr>
              <a:t>бір</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жауапкершілік</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атқармайды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Өзгеше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қарастырылмаса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en-US" sz="1092" b="0" i="0" u="none" strike="noStrike" kern="0" cap="none" spc="0" normalizeH="0" baseline="0" noProof="0" dirty="0">
                <a:ln>
                  <a:noFill/>
                </a:ln>
                <a:solidFill>
                  <a:srgbClr val="575756"/>
                </a:solidFill>
                <a:effectLst/>
                <a:uLnTx/>
                <a:uFillTx/>
                <a:latin typeface="Segoe UI"/>
                <a:cs typeface="Segoe UI"/>
              </a:rPr>
              <a:t>NCOC </a:t>
            </a:r>
            <a:r>
              <a:rPr kumimoji="0" lang="ru-RU" sz="1092" b="0" i="0" u="none" strike="noStrike" kern="0" cap="none" spc="0" normalizeH="0" baseline="0" noProof="0" dirty="0">
                <a:ln>
                  <a:noFill/>
                </a:ln>
                <a:solidFill>
                  <a:srgbClr val="575756"/>
                </a:solidFill>
                <a:effectLst/>
                <a:uLnTx/>
                <a:uFillTx/>
                <a:latin typeface="Segoe UI"/>
                <a:cs typeface="Segoe UI"/>
              </a:rPr>
              <a:t>осы </a:t>
            </a:r>
            <a:r>
              <a:rPr kumimoji="0" lang="ru-RU" sz="1092" b="0" i="0" u="none" strike="noStrike" kern="0" cap="none" spc="0" normalizeH="0" baseline="0" noProof="0" dirty="0" err="1">
                <a:ln>
                  <a:noFill/>
                </a:ln>
                <a:solidFill>
                  <a:srgbClr val="575756"/>
                </a:solidFill>
                <a:effectLst/>
                <a:uLnTx/>
                <a:uFillTx/>
                <a:latin typeface="Segoe UI"/>
                <a:cs typeface="Segoe UI"/>
              </a:rPr>
              <a:t>презентацияның</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мазмұнына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авторлық</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құқыққа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ие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болып</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саналады</a:t>
            </a:r>
            <a:r>
              <a:rPr kumimoji="0" lang="ru-RU" sz="1092" b="0" i="0" u="none" strike="noStrike" kern="0" cap="none" spc="0" normalizeH="0" baseline="0" noProof="0" dirty="0">
                <a:ln>
                  <a:noFill/>
                </a:ln>
                <a:solidFill>
                  <a:srgbClr val="575756"/>
                </a:solidFill>
                <a:effectLst/>
                <a:uLnTx/>
                <a:uFillTx/>
                <a:latin typeface="Segoe UI"/>
                <a:cs typeface="Segoe UI"/>
              </a:rPr>
              <a:t>. </a:t>
            </a:r>
          </a:p>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en-US" sz="1092" b="0" i="0" u="none" strike="noStrike" kern="0" cap="none" spc="0" normalizeH="0" baseline="0" noProof="0" dirty="0">
                <a:ln>
                  <a:noFill/>
                </a:ln>
                <a:solidFill>
                  <a:srgbClr val="575756"/>
                </a:solidFill>
                <a:effectLst/>
                <a:uLnTx/>
                <a:uFillTx/>
                <a:latin typeface="Segoe UI"/>
                <a:cs typeface="Segoe UI"/>
              </a:rPr>
              <a:t>NCOC </a:t>
            </a:r>
            <a:r>
              <a:rPr kumimoji="0" lang="ru-RU" sz="1092" b="0" i="0" u="none" strike="noStrike" kern="0" cap="none" spc="0" normalizeH="0" baseline="0" noProof="0" dirty="0" err="1">
                <a:ln>
                  <a:noFill/>
                </a:ln>
                <a:solidFill>
                  <a:srgbClr val="575756"/>
                </a:solidFill>
                <a:effectLst/>
                <a:uLnTx/>
                <a:uFillTx/>
                <a:latin typeface="Segoe UI"/>
                <a:cs typeface="Segoe UI"/>
              </a:rPr>
              <a:t>тауар</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белгісі</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Қазақстан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Республикасының</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заңнамасына</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сәйкес</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тіркелген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және</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қорғалады</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en-US" sz="1092" b="0" i="0" u="none" strike="noStrike" kern="0" cap="none" spc="0" normalizeH="0" baseline="0" noProof="0" dirty="0">
                <a:ln>
                  <a:noFill/>
                </a:ln>
                <a:solidFill>
                  <a:srgbClr val="575756"/>
                </a:solidFill>
                <a:effectLst/>
                <a:uLnTx/>
                <a:uFillTx/>
                <a:latin typeface="Segoe UI"/>
                <a:cs typeface="Segoe UI"/>
              </a:rPr>
              <a:t>NCOC </a:t>
            </a:r>
            <a:r>
              <a:rPr kumimoji="0" lang="ru-RU" sz="1092" b="0" i="0" u="none" strike="noStrike" kern="0" cap="none" spc="0" normalizeH="0" baseline="0" noProof="0" dirty="0" err="1">
                <a:ln>
                  <a:noFill/>
                </a:ln>
                <a:solidFill>
                  <a:srgbClr val="575756"/>
                </a:solidFill>
                <a:effectLst/>
                <a:uLnTx/>
                <a:uFillTx/>
                <a:latin typeface="Segoe UI"/>
                <a:cs typeface="Segoe UI"/>
              </a:rPr>
              <a:t>тауар</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белгісін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келген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рұқсатсыз</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пайдалану</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заңмен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қудаланады</a:t>
            </a:r>
            <a:r>
              <a:rPr kumimoji="0" lang="ru-RU" sz="1092" b="0" i="0" u="none" strike="noStrike" kern="0" cap="none" spc="0" normalizeH="0" baseline="0" noProof="0" dirty="0">
                <a:ln>
                  <a:noFill/>
                </a:ln>
                <a:solidFill>
                  <a:srgbClr val="575756"/>
                </a:solidFill>
                <a:effectLst/>
                <a:uLnTx/>
                <a:uFillTx/>
                <a:latin typeface="Segoe UI"/>
                <a:cs typeface="Segoe UI"/>
              </a:rPr>
              <a:t>. </a:t>
            </a:r>
          </a:p>
        </p:txBody>
      </p:sp>
      <p:sp>
        <p:nvSpPr>
          <p:cNvPr id="16" name="Прямоугольник с двумя скругленными соседними углами 15"/>
          <p:cNvSpPr/>
          <p:nvPr userDrawn="1"/>
        </p:nvSpPr>
        <p:spPr>
          <a:xfrm flipV="1">
            <a:off x="9053757" y="0"/>
            <a:ext cx="2282376" cy="2282216"/>
          </a:xfrm>
          <a:prstGeom prst="round2SameRect">
            <a:avLst>
              <a:gd name="adj1" fmla="val 10368"/>
              <a:gd name="adj2" fmla="val 0"/>
            </a:avLst>
          </a:prstGeom>
          <a:solidFill>
            <a:srgbClr val="81D8FF">
              <a:alpha val="50000"/>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dirty="0">
              <a:ln>
                <a:noFill/>
              </a:ln>
              <a:solidFill>
                <a:prstClr val="white"/>
              </a:solidFill>
              <a:effectLst/>
              <a:uLnTx/>
              <a:uFillTx/>
              <a:latin typeface="Segoe UI"/>
              <a:ea typeface="+mn-ea"/>
              <a:cs typeface="+mn-cs"/>
            </a:endParaRPr>
          </a:p>
        </p:txBody>
      </p:sp>
      <p:pic>
        <p:nvPicPr>
          <p:cNvPr id="17" name="Рисунок 16"/>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9237441" y="247224"/>
            <a:ext cx="1910754" cy="1787771"/>
          </a:xfrm>
          <a:prstGeom prst="rect">
            <a:avLst/>
          </a:prstGeom>
        </p:spPr>
      </p:pic>
      <p:sp>
        <p:nvSpPr>
          <p:cNvPr id="5" name="Holder 4">
            <a:extLst>
              <a:ext uri="{FF2B5EF4-FFF2-40B4-BE49-F238E27FC236}">
                <a16:creationId xmlns:a16="http://schemas.microsoft.com/office/drawing/2014/main" id="{B1A710B7-D52B-3300-29DA-CCAD065B029E}"/>
              </a:ext>
            </a:extLst>
          </p:cNvPr>
          <p:cNvSpPr txBox="1">
            <a:spLocks/>
          </p:cNvSpPr>
          <p:nvPr userDrawn="1"/>
        </p:nvSpPr>
        <p:spPr>
          <a:xfrm rot="5400000">
            <a:off x="11073964" y="5265156"/>
            <a:ext cx="1388845" cy="135293"/>
          </a:xfrm>
          <a:prstGeom prst="rect">
            <a:avLst/>
          </a:prstGeom>
        </p:spPr>
        <p:txBody>
          <a:bodyPr wrap="square" lIns="0" tIns="0" rIns="0" bIns="0">
            <a:spAutoFit/>
          </a:bodyPr>
          <a:lstStyle>
            <a:defPPr>
              <a:defRPr kern="0"/>
            </a:defPPr>
            <a:lvl1pPr>
              <a:defRPr sz="1450" b="0" i="0">
                <a:solidFill>
                  <a:srgbClr val="008FD1"/>
                </a:solidFill>
                <a:latin typeface="Segoe UI"/>
                <a:cs typeface="Segoe UI"/>
              </a:defRPr>
            </a:lvl1pPr>
          </a:lstStyle>
          <a:p>
            <a:pPr marL="7702" marR="0" lvl="0" indent="0" defTabSz="554500" eaLnBrk="1" fontAlgn="auto" latinLnBrk="0" hangingPunct="1">
              <a:lnSpc>
                <a:spcPct val="100000"/>
              </a:lnSpc>
              <a:spcBef>
                <a:spcPts val="152"/>
              </a:spcBef>
              <a:spcAft>
                <a:spcPts val="0"/>
              </a:spcAft>
              <a:buClrTx/>
              <a:buSzTx/>
              <a:buFontTx/>
              <a:buNone/>
              <a:tabLst>
                <a:tab pos="763284" algn="l"/>
              </a:tabLst>
              <a:defRPr/>
            </a:pPr>
            <a:r>
              <a:rPr kumimoji="0" lang="en-US" sz="879" b="0" i="0" u="none" strike="noStrike" kern="0" cap="none" spc="0" normalizeH="0" baseline="0" noProof="0" dirty="0">
                <a:ln>
                  <a:noFill/>
                </a:ln>
                <a:solidFill>
                  <a:srgbClr val="008FD1"/>
                </a:solidFill>
                <a:effectLst/>
                <a:uLnTx/>
                <a:uFillTx/>
                <a:latin typeface="Segoe UI"/>
                <a:cs typeface="Segoe UI"/>
              </a:rPr>
              <a:t>INTERNAL	</a:t>
            </a:r>
            <a:fld id="{6734F0B2-4CDE-4D37-920F-6BF657BFC994}" type="datetime1">
              <a:rPr kumimoji="0" lang="en-GB" sz="879" b="0" i="0" u="none" strike="noStrike" kern="0" cap="none" spc="0" normalizeH="0" baseline="0" noProof="0" smtClean="0">
                <a:ln>
                  <a:noFill/>
                </a:ln>
                <a:solidFill>
                  <a:srgbClr val="008FD1"/>
                </a:solidFill>
                <a:effectLst/>
                <a:uLnTx/>
                <a:uFillTx/>
                <a:latin typeface="Segoe UI"/>
                <a:cs typeface="Segoe UI"/>
              </a:rPr>
              <a:pPr marL="7702" marR="0" lvl="0" indent="0" defTabSz="554500" eaLnBrk="1" fontAlgn="auto" latinLnBrk="0" hangingPunct="1">
                <a:lnSpc>
                  <a:spcPct val="100000"/>
                </a:lnSpc>
                <a:spcBef>
                  <a:spcPts val="152"/>
                </a:spcBef>
                <a:spcAft>
                  <a:spcPts val="0"/>
                </a:spcAft>
                <a:buClrTx/>
                <a:buSzTx/>
                <a:buFontTx/>
                <a:buNone/>
                <a:tabLst>
                  <a:tab pos="763284" algn="l"/>
                </a:tabLst>
                <a:defRPr/>
              </a:pPr>
              <a:t>17/03/2026</a:t>
            </a:fld>
            <a:endParaRPr kumimoji="0" lang="en-US" sz="879" b="0" i="0" u="none" strike="noStrike" kern="0" cap="none" spc="0" normalizeH="0" baseline="0" noProof="0" dirty="0">
              <a:ln>
                <a:noFill/>
              </a:ln>
              <a:solidFill>
                <a:srgbClr val="008FD1"/>
              </a:solidFill>
              <a:effectLst/>
              <a:uLnTx/>
              <a:uFillTx/>
              <a:latin typeface="Segoe UI"/>
              <a:cs typeface="Segoe UI"/>
            </a:endParaRPr>
          </a:p>
        </p:txBody>
      </p:sp>
    </p:spTree>
    <p:extLst>
      <p:ext uri="{BB962C8B-B14F-4D97-AF65-F5344CB8AC3E}">
        <p14:creationId xmlns:p14="http://schemas.microsoft.com/office/powerpoint/2010/main" val="3041936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sclaimer_RUS">
    <p:spTree>
      <p:nvGrpSpPr>
        <p:cNvPr id="1" name=""/>
        <p:cNvGrpSpPr/>
        <p:nvPr/>
      </p:nvGrpSpPr>
      <p:grpSpPr>
        <a:xfrm>
          <a:off x="0" y="0"/>
          <a:ext cx="0" cy="0"/>
          <a:chOff x="0" y="0"/>
          <a:chExt cx="0" cy="0"/>
        </a:xfrm>
      </p:grpSpPr>
      <p:sp>
        <p:nvSpPr>
          <p:cNvPr id="3" name="Прямоугольник 2"/>
          <p:cNvSpPr/>
          <p:nvPr userDrawn="1"/>
        </p:nvSpPr>
        <p:spPr>
          <a:xfrm>
            <a:off x="-2" y="0"/>
            <a:ext cx="1219200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pic>
        <p:nvPicPr>
          <p:cNvPr id="4" name="bg object 16"/>
          <p:cNvPicPr/>
          <p:nvPr userDrawn="1"/>
        </p:nvPicPr>
        <p:blipFill>
          <a:blip r:embed="rId2" cstate="print"/>
          <a:stretch>
            <a:fillRect/>
          </a:stretch>
        </p:blipFill>
        <p:spPr>
          <a:xfrm>
            <a:off x="-2" y="6576"/>
            <a:ext cx="12005566" cy="6850943"/>
          </a:xfrm>
          <a:prstGeom prst="rect">
            <a:avLst/>
          </a:prstGeom>
        </p:spPr>
      </p:pic>
      <p:sp>
        <p:nvSpPr>
          <p:cNvPr id="11" name="Прямоугольник с двумя скругленными соседними углами 10"/>
          <p:cNvSpPr/>
          <p:nvPr userDrawn="1"/>
        </p:nvSpPr>
        <p:spPr>
          <a:xfrm>
            <a:off x="680651" y="2800154"/>
            <a:ext cx="10655485" cy="4057847"/>
          </a:xfrm>
          <a:prstGeom prst="round2SameRect">
            <a:avLst>
              <a:gd name="adj1" fmla="val 5676"/>
              <a:gd name="adj2" fmla="val 0"/>
            </a:avLst>
          </a:prstGeom>
          <a:solidFill>
            <a:srgbClr val="81D8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9" name="object 2"/>
          <p:cNvSpPr txBox="1"/>
          <p:nvPr userDrawn="1"/>
        </p:nvSpPr>
        <p:spPr>
          <a:xfrm>
            <a:off x="1041481" y="3102918"/>
            <a:ext cx="9933823" cy="3461728"/>
          </a:xfrm>
          <a:prstGeom prst="rect">
            <a:avLst/>
          </a:prstGeom>
        </p:spPr>
        <p:txBody>
          <a:bodyPr vert="horz" wrap="square" lIns="0" tIns="6932" rIns="0" bIns="0" rtlCol="0">
            <a:spAutoFit/>
          </a:bodyPr>
          <a:lstStyle/>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ru-RU" sz="1092" b="0" i="0" u="none" strike="noStrike" kern="0" cap="none" spc="0" normalizeH="0" baseline="0" noProof="0" dirty="0">
                <a:ln>
                  <a:noFill/>
                </a:ln>
                <a:solidFill>
                  <a:srgbClr val="575756"/>
                </a:solidFill>
                <a:effectLst/>
                <a:uLnTx/>
                <a:uFillTx/>
                <a:latin typeface="Segoe UI"/>
                <a:cs typeface="Segoe UI"/>
              </a:rPr>
              <a:t>В целях удобства, в настоящей презентации «Норт </a:t>
            </a:r>
            <a:r>
              <a:rPr kumimoji="0" lang="ru-RU" sz="1092" b="0" i="0" u="none" strike="noStrike" kern="0" cap="none" spc="0" normalizeH="0" baseline="0" noProof="0" dirty="0" err="1">
                <a:ln>
                  <a:noFill/>
                </a:ln>
                <a:solidFill>
                  <a:srgbClr val="575756"/>
                </a:solidFill>
                <a:effectLst/>
                <a:uLnTx/>
                <a:uFillTx/>
                <a:latin typeface="Segoe UI"/>
                <a:cs typeface="Segoe UI"/>
              </a:rPr>
              <a:t>Каспиан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Оперейтинг</a:t>
            </a:r>
            <a:r>
              <a:rPr kumimoji="0" lang="ru-RU" sz="1092" b="0" i="0" u="none" strike="noStrike" kern="0" cap="none" spc="0" normalizeH="0" baseline="0" noProof="0" dirty="0">
                <a:ln>
                  <a:noFill/>
                </a:ln>
                <a:solidFill>
                  <a:srgbClr val="575756"/>
                </a:solidFill>
                <a:effectLst/>
                <a:uLnTx/>
                <a:uFillTx/>
                <a:latin typeface="Segoe UI"/>
                <a:cs typeface="Segoe UI"/>
              </a:rPr>
              <a:t> Компани Н.В.» (North Caspian </a:t>
            </a:r>
            <a:r>
              <a:rPr kumimoji="0" lang="ru-RU" sz="1092" b="0" i="0" u="none" strike="noStrike" kern="0" cap="none" spc="0" normalizeH="0" baseline="0" noProof="0" dirty="0" err="1">
                <a:ln>
                  <a:noFill/>
                </a:ln>
                <a:solidFill>
                  <a:srgbClr val="575756"/>
                </a:solidFill>
                <a:effectLst/>
                <a:uLnTx/>
                <a:uFillTx/>
                <a:latin typeface="Segoe UI"/>
                <a:cs typeface="Segoe UI"/>
              </a:rPr>
              <a:t>Operating</a:t>
            </a:r>
            <a:r>
              <a:rPr kumimoji="0" lang="ru-RU" sz="1092" b="0" i="0" u="none" strike="noStrike" kern="0" cap="none" spc="0" normalizeH="0" baseline="0" noProof="0" dirty="0">
                <a:ln>
                  <a:noFill/>
                </a:ln>
                <a:solidFill>
                  <a:srgbClr val="575756"/>
                </a:solidFill>
                <a:effectLst/>
                <a:uLnTx/>
                <a:uFillTx/>
                <a:latin typeface="Segoe UI"/>
                <a:cs typeface="Segoe UI"/>
              </a:rPr>
              <a:t> Company N.V.) может именоваться «NCOC». Аналогичным образом для обозначения «Норт </a:t>
            </a:r>
            <a:r>
              <a:rPr kumimoji="0" lang="ru-RU" sz="1092" b="0" i="0" u="none" strike="noStrike" kern="0" cap="none" spc="0" normalizeH="0" baseline="0" noProof="0" dirty="0" err="1">
                <a:ln>
                  <a:noFill/>
                </a:ln>
                <a:solidFill>
                  <a:srgbClr val="575756"/>
                </a:solidFill>
                <a:effectLst/>
                <a:uLnTx/>
                <a:uFillTx/>
                <a:latin typeface="Segoe UI"/>
                <a:cs typeface="Segoe UI"/>
              </a:rPr>
              <a:t>Каспиан</a:t>
            </a:r>
            <a:r>
              <a:rPr kumimoji="0" lang="ru-RU" sz="1092" b="0" i="0" u="none" strike="noStrike" kern="0" cap="none" spc="0" normalizeH="0" baseline="0" noProof="0" dirty="0">
                <a:ln>
                  <a:noFill/>
                </a:ln>
                <a:solidFill>
                  <a:srgbClr val="575756"/>
                </a:solidFill>
                <a:effectLst/>
                <a:uLnTx/>
                <a:uFillTx/>
                <a:latin typeface="Segoe UI"/>
                <a:cs typeface="Segoe UI"/>
              </a:rPr>
              <a:t> </a:t>
            </a:r>
            <a:r>
              <a:rPr kumimoji="0" lang="ru-RU" sz="1092" b="0" i="0" u="none" strike="noStrike" kern="0" cap="none" spc="0" normalizeH="0" baseline="0" noProof="0" dirty="0" err="1">
                <a:ln>
                  <a:noFill/>
                </a:ln>
                <a:solidFill>
                  <a:srgbClr val="575756"/>
                </a:solidFill>
                <a:effectLst/>
                <a:uLnTx/>
                <a:uFillTx/>
                <a:latin typeface="Segoe UI"/>
                <a:cs typeface="Segoe UI"/>
              </a:rPr>
              <a:t>Оперейтинг</a:t>
            </a:r>
            <a:r>
              <a:rPr kumimoji="0" lang="ru-RU" sz="1092" b="0" i="0" u="none" strike="noStrike" kern="0" cap="none" spc="0" normalizeH="0" baseline="0" noProof="0" dirty="0">
                <a:ln>
                  <a:noFill/>
                </a:ln>
                <a:solidFill>
                  <a:srgbClr val="575756"/>
                </a:solidFill>
                <a:effectLst/>
                <a:uLnTx/>
                <a:uFillTx/>
                <a:latin typeface="Segoe UI"/>
                <a:cs typeface="Segoe UI"/>
              </a:rPr>
              <a:t> Компани Н.В.» также могут применяться слова «мы», «нас» и «наш(-и)».  </a:t>
            </a:r>
          </a:p>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ru-RU" sz="1092" b="0" i="0" u="none" strike="noStrike" kern="0" cap="none" spc="0" normalizeH="0" baseline="0" noProof="0" dirty="0">
                <a:ln>
                  <a:noFill/>
                </a:ln>
                <a:solidFill>
                  <a:srgbClr val="575756"/>
                </a:solidFill>
                <a:effectLst/>
                <a:uLnTx/>
                <a:uFillTx/>
                <a:latin typeface="Segoe UI"/>
                <a:cs typeface="Segoe UI"/>
              </a:rPr>
              <a:t>NCOC не несет ответственности за любые ошибки или любые убытки, которые могут быть понесены в связи с использованием настоящей презентации или любых содержащихся в ней данных. Кроме того, настоящая презентация может содержать ссылки на определенные законы и нормативно-правовые акты, которые впоследствии могут быть изменены или отменены и подлежат толкованию только в контексте конкретных обстоятельств. </a:t>
            </a:r>
          </a:p>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ru-RU" sz="1092" b="0" i="0" u="none" strike="noStrike" kern="0" cap="none" spc="0" normalizeH="0" baseline="0" noProof="0" dirty="0">
                <a:ln>
                  <a:noFill/>
                </a:ln>
                <a:solidFill>
                  <a:srgbClr val="575756"/>
                </a:solidFill>
                <a:effectLst/>
                <a:uLnTx/>
                <a:uFillTx/>
                <a:latin typeface="Segoe UI"/>
                <a:cs typeface="Segoe UI"/>
              </a:rPr>
              <a:t>В настоящей презентации NCOC предоставляет информацию на условиях «как есть» без каких-либо гарантий полноты, точности или соблюдения сроков и прямых или подразумеваемых гарантий любого другого рода. NCOC не берет на себя обязательств по опубликованию обновлений или изменений в отношении информации, раскрытой в настоящей презентации (включая прогнозы), после даты выпуска настоящей презентации. Настоящая презентация может содержать конфиденциальную или секретную информацию, и если вы не являетесь ее назначенным получателем, настоящем информируем вас о том, что вам не следует рассматривать, использовать, раскрывать, рассылать, копировать или передавать эту информацию. Если вы получили эту презентацию по ошибке, просим немедленно уведомить об этом отправителя и удалить / уничтожить все ее копии. </a:t>
            </a:r>
          </a:p>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ru-RU" sz="1092" b="0" i="0" u="none" strike="noStrike" kern="0" cap="none" spc="0" normalizeH="0" baseline="0" noProof="0" dirty="0">
                <a:ln>
                  <a:noFill/>
                </a:ln>
                <a:solidFill>
                  <a:srgbClr val="575756"/>
                </a:solidFill>
                <a:effectLst/>
                <a:uLnTx/>
                <a:uFillTx/>
                <a:latin typeface="Segoe UI"/>
                <a:cs typeface="Segoe UI"/>
              </a:rPr>
              <a:t>В максимальной степени, в которой это разрешено применимым законодательством, NCOC исключает любую ответственность, которая может возникнуть в результате несанкционированного использования настоящей презентации, ее содержания или представленной в ней информации. Если не указано иное, авторские права на содержание настоящей презентации принадлежат NCOC. </a:t>
            </a:r>
          </a:p>
          <a:p>
            <a:pPr marL="7702" marR="308856" lvl="0" indent="0" algn="just" defTabSz="554500" eaLnBrk="1" fontAlgn="auto" latinLnBrk="0" hangingPunct="1">
              <a:lnSpc>
                <a:spcPct val="101499"/>
              </a:lnSpc>
              <a:spcBef>
                <a:spcPts val="728"/>
              </a:spcBef>
              <a:spcAft>
                <a:spcPts val="61"/>
              </a:spcAft>
              <a:buClrTx/>
              <a:buSzTx/>
              <a:buFontTx/>
              <a:buNone/>
              <a:tabLst/>
              <a:defRPr/>
            </a:pPr>
            <a:r>
              <a:rPr kumimoji="0" lang="ru-RU" sz="1092" b="0" i="0" u="none" strike="noStrike" kern="0" cap="none" spc="0" normalizeH="0" baseline="0" noProof="0" dirty="0">
                <a:ln>
                  <a:noFill/>
                </a:ln>
                <a:solidFill>
                  <a:srgbClr val="575756"/>
                </a:solidFill>
                <a:effectLst/>
                <a:uLnTx/>
                <a:uFillTx/>
                <a:latin typeface="Segoe UI"/>
                <a:cs typeface="Segoe UI"/>
              </a:rPr>
              <a:t>Товарный знак NCOC зарегистрирован и защищен согласно законодательству Республики Казахстан. Любое несанкционированное использование товарного знака NCOC преследуется по закону. </a:t>
            </a:r>
          </a:p>
        </p:txBody>
      </p:sp>
      <p:sp>
        <p:nvSpPr>
          <p:cNvPr id="16" name="Прямоугольник с двумя скругленными соседними углами 15"/>
          <p:cNvSpPr/>
          <p:nvPr userDrawn="1"/>
        </p:nvSpPr>
        <p:spPr>
          <a:xfrm flipV="1">
            <a:off x="9053757" y="0"/>
            <a:ext cx="2282376" cy="2282216"/>
          </a:xfrm>
          <a:prstGeom prst="round2SameRect">
            <a:avLst>
              <a:gd name="adj1" fmla="val 10368"/>
              <a:gd name="adj2" fmla="val 0"/>
            </a:avLst>
          </a:prstGeom>
          <a:solidFill>
            <a:srgbClr val="81D8FF">
              <a:alpha val="50000"/>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dirty="0">
              <a:ln>
                <a:noFill/>
              </a:ln>
              <a:solidFill>
                <a:prstClr val="white"/>
              </a:solidFill>
              <a:effectLst/>
              <a:uLnTx/>
              <a:uFillTx/>
              <a:latin typeface="Segoe UI"/>
              <a:ea typeface="+mn-ea"/>
              <a:cs typeface="+mn-cs"/>
            </a:endParaRPr>
          </a:p>
        </p:txBody>
      </p:sp>
      <p:pic>
        <p:nvPicPr>
          <p:cNvPr id="17" name="Рисунок 16"/>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9237441" y="247224"/>
            <a:ext cx="1910754" cy="1787771"/>
          </a:xfrm>
          <a:prstGeom prst="rect">
            <a:avLst/>
          </a:prstGeom>
        </p:spPr>
      </p:pic>
      <p:sp>
        <p:nvSpPr>
          <p:cNvPr id="5" name="Holder 4">
            <a:extLst>
              <a:ext uri="{FF2B5EF4-FFF2-40B4-BE49-F238E27FC236}">
                <a16:creationId xmlns:a16="http://schemas.microsoft.com/office/drawing/2014/main" id="{1A3FB39F-0CB0-1C64-31F2-10B4B49AF890}"/>
              </a:ext>
            </a:extLst>
          </p:cNvPr>
          <p:cNvSpPr txBox="1">
            <a:spLocks/>
          </p:cNvSpPr>
          <p:nvPr userDrawn="1"/>
        </p:nvSpPr>
        <p:spPr>
          <a:xfrm rot="5400000">
            <a:off x="11073964" y="5265156"/>
            <a:ext cx="1388845" cy="135293"/>
          </a:xfrm>
          <a:prstGeom prst="rect">
            <a:avLst/>
          </a:prstGeom>
        </p:spPr>
        <p:txBody>
          <a:bodyPr wrap="square" lIns="0" tIns="0" rIns="0" bIns="0">
            <a:spAutoFit/>
          </a:bodyPr>
          <a:lstStyle>
            <a:defPPr>
              <a:defRPr kern="0"/>
            </a:defPPr>
            <a:lvl1pPr>
              <a:defRPr sz="1450" b="0" i="0">
                <a:solidFill>
                  <a:srgbClr val="008FD1"/>
                </a:solidFill>
                <a:latin typeface="Segoe UI"/>
                <a:cs typeface="Segoe UI"/>
              </a:defRPr>
            </a:lvl1pPr>
          </a:lstStyle>
          <a:p>
            <a:pPr marL="7702" marR="0" lvl="0" indent="0" defTabSz="554500" eaLnBrk="1" fontAlgn="auto" latinLnBrk="0" hangingPunct="1">
              <a:lnSpc>
                <a:spcPct val="100000"/>
              </a:lnSpc>
              <a:spcBef>
                <a:spcPts val="152"/>
              </a:spcBef>
              <a:spcAft>
                <a:spcPts val="0"/>
              </a:spcAft>
              <a:buClrTx/>
              <a:buSzTx/>
              <a:buFontTx/>
              <a:buNone/>
              <a:tabLst>
                <a:tab pos="763284" algn="l"/>
              </a:tabLst>
              <a:defRPr/>
            </a:pPr>
            <a:r>
              <a:rPr kumimoji="0" lang="en-US" sz="879" b="0" i="0" u="none" strike="noStrike" kern="0" cap="none" spc="0" normalizeH="0" baseline="0" noProof="0" dirty="0">
                <a:ln>
                  <a:noFill/>
                </a:ln>
                <a:solidFill>
                  <a:srgbClr val="008FD1"/>
                </a:solidFill>
                <a:effectLst/>
                <a:uLnTx/>
                <a:uFillTx/>
                <a:latin typeface="Segoe UI"/>
                <a:cs typeface="Segoe UI"/>
              </a:rPr>
              <a:t>INTERNAL	</a:t>
            </a:r>
            <a:fld id="{6734F0B2-4CDE-4D37-920F-6BF657BFC994}" type="datetime1">
              <a:rPr kumimoji="0" lang="en-GB" sz="879" b="0" i="0" u="none" strike="noStrike" kern="0" cap="none" spc="0" normalizeH="0" baseline="0" noProof="0" smtClean="0">
                <a:ln>
                  <a:noFill/>
                </a:ln>
                <a:solidFill>
                  <a:srgbClr val="008FD1"/>
                </a:solidFill>
                <a:effectLst/>
                <a:uLnTx/>
                <a:uFillTx/>
                <a:latin typeface="Segoe UI"/>
                <a:cs typeface="Segoe UI"/>
              </a:rPr>
              <a:pPr marL="7702" marR="0" lvl="0" indent="0" defTabSz="554500" eaLnBrk="1" fontAlgn="auto" latinLnBrk="0" hangingPunct="1">
                <a:lnSpc>
                  <a:spcPct val="100000"/>
                </a:lnSpc>
                <a:spcBef>
                  <a:spcPts val="152"/>
                </a:spcBef>
                <a:spcAft>
                  <a:spcPts val="0"/>
                </a:spcAft>
                <a:buClrTx/>
                <a:buSzTx/>
                <a:buFontTx/>
                <a:buNone/>
                <a:tabLst>
                  <a:tab pos="763284" algn="l"/>
                </a:tabLst>
                <a:defRPr/>
              </a:pPr>
              <a:t>17/03/2026</a:t>
            </a:fld>
            <a:endParaRPr kumimoji="0" lang="en-US" sz="879" b="0" i="0" u="none" strike="noStrike" kern="0" cap="none" spc="0" normalizeH="0" baseline="0" noProof="0" dirty="0">
              <a:ln>
                <a:noFill/>
              </a:ln>
              <a:solidFill>
                <a:srgbClr val="008FD1"/>
              </a:solidFill>
              <a:effectLst/>
              <a:uLnTx/>
              <a:uFillTx/>
              <a:latin typeface="Segoe UI"/>
              <a:cs typeface="Segoe UI"/>
            </a:endParaRPr>
          </a:p>
        </p:txBody>
      </p:sp>
    </p:spTree>
    <p:extLst>
      <p:ext uri="{BB962C8B-B14F-4D97-AF65-F5344CB8AC3E}">
        <p14:creationId xmlns:p14="http://schemas.microsoft.com/office/powerpoint/2010/main" val="2778405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Mid-Section Slide">
    <p:spTree>
      <p:nvGrpSpPr>
        <p:cNvPr id="1" name=""/>
        <p:cNvGrpSpPr/>
        <p:nvPr/>
      </p:nvGrpSpPr>
      <p:grpSpPr>
        <a:xfrm>
          <a:off x="0" y="0"/>
          <a:ext cx="0" cy="0"/>
          <a:chOff x="0" y="0"/>
          <a:chExt cx="0" cy="0"/>
        </a:xfrm>
      </p:grpSpPr>
      <p:sp>
        <p:nvSpPr>
          <p:cNvPr id="16" name="bg object 16"/>
          <p:cNvSpPr/>
          <p:nvPr/>
        </p:nvSpPr>
        <p:spPr>
          <a:xfrm>
            <a:off x="0" y="6032076"/>
            <a:ext cx="12192000" cy="825578"/>
          </a:xfrm>
          <a:custGeom>
            <a:avLst/>
            <a:gdLst/>
            <a:ahLst/>
            <a:cxnLst/>
            <a:rect l="l" t="t" r="r" b="b"/>
            <a:pathLst>
              <a:path w="20104100" h="1361440">
                <a:moveTo>
                  <a:pt x="20104099" y="0"/>
                </a:moveTo>
                <a:lnTo>
                  <a:pt x="0" y="0"/>
                </a:lnTo>
                <a:lnTo>
                  <a:pt x="0" y="1361215"/>
                </a:lnTo>
                <a:lnTo>
                  <a:pt x="20104099" y="1361215"/>
                </a:lnTo>
                <a:lnTo>
                  <a:pt x="20104099" y="0"/>
                </a:lnTo>
                <a:close/>
              </a:path>
            </a:pathLst>
          </a:custGeom>
          <a:solidFill>
            <a:srgbClr val="008AC9"/>
          </a:solidFill>
        </p:spPr>
        <p:txBody>
          <a:bodyPr wrap="square" lIns="0" tIns="0" rIns="0" bIns="0" rtlCol="0"/>
          <a:lstStyle/>
          <a:p>
            <a:pPr marL="0" marR="0" lvl="0" indent="0" defTabSz="55450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endParaRPr>
          </a:p>
        </p:txBody>
      </p:sp>
      <p:sp>
        <p:nvSpPr>
          <p:cNvPr id="17" name="bg object 17"/>
          <p:cNvSpPr/>
          <p:nvPr/>
        </p:nvSpPr>
        <p:spPr>
          <a:xfrm>
            <a:off x="4479301" y="6032079"/>
            <a:ext cx="7713000" cy="825578"/>
          </a:xfrm>
          <a:custGeom>
            <a:avLst/>
            <a:gdLst/>
            <a:ahLst/>
            <a:cxnLst/>
            <a:rect l="l" t="t" r="r" b="b"/>
            <a:pathLst>
              <a:path w="12718415" h="1361440">
                <a:moveTo>
                  <a:pt x="5881319" y="215277"/>
                </a:moveTo>
                <a:lnTo>
                  <a:pt x="5827776" y="236626"/>
                </a:lnTo>
                <a:lnTo>
                  <a:pt x="5775388" y="256806"/>
                </a:lnTo>
                <a:lnTo>
                  <a:pt x="5724080" y="275805"/>
                </a:lnTo>
                <a:lnTo>
                  <a:pt x="5673826" y="293636"/>
                </a:lnTo>
                <a:lnTo>
                  <a:pt x="5624576" y="310299"/>
                </a:lnTo>
                <a:lnTo>
                  <a:pt x="5576290" y="325780"/>
                </a:lnTo>
                <a:lnTo>
                  <a:pt x="5528907" y="340093"/>
                </a:lnTo>
                <a:lnTo>
                  <a:pt x="5482374" y="353237"/>
                </a:lnTo>
                <a:lnTo>
                  <a:pt x="5436679" y="365201"/>
                </a:lnTo>
                <a:lnTo>
                  <a:pt x="5391747" y="376008"/>
                </a:lnTo>
                <a:lnTo>
                  <a:pt x="5347538" y="385635"/>
                </a:lnTo>
                <a:lnTo>
                  <a:pt x="5304002" y="394093"/>
                </a:lnTo>
                <a:lnTo>
                  <a:pt x="5261102" y="401383"/>
                </a:lnTo>
                <a:lnTo>
                  <a:pt x="5218785" y="407492"/>
                </a:lnTo>
                <a:lnTo>
                  <a:pt x="5177015" y="412445"/>
                </a:lnTo>
                <a:lnTo>
                  <a:pt x="5135740" y="416217"/>
                </a:lnTo>
                <a:lnTo>
                  <a:pt x="5094910" y="418833"/>
                </a:lnTo>
                <a:lnTo>
                  <a:pt x="5054473" y="420281"/>
                </a:lnTo>
                <a:lnTo>
                  <a:pt x="5014392" y="420547"/>
                </a:lnTo>
                <a:lnTo>
                  <a:pt x="4974628" y="419658"/>
                </a:lnTo>
                <a:lnTo>
                  <a:pt x="4935118" y="417588"/>
                </a:lnTo>
                <a:lnTo>
                  <a:pt x="4895824" y="414362"/>
                </a:lnTo>
                <a:lnTo>
                  <a:pt x="4856696" y="409968"/>
                </a:lnTo>
                <a:lnTo>
                  <a:pt x="4817694" y="404406"/>
                </a:lnTo>
                <a:lnTo>
                  <a:pt x="4778768" y="397675"/>
                </a:lnTo>
                <a:lnTo>
                  <a:pt x="4739881" y="389788"/>
                </a:lnTo>
                <a:lnTo>
                  <a:pt x="4700968" y="380720"/>
                </a:lnTo>
                <a:lnTo>
                  <a:pt x="4661992" y="370497"/>
                </a:lnTo>
                <a:lnTo>
                  <a:pt x="4622914" y="359105"/>
                </a:lnTo>
                <a:lnTo>
                  <a:pt x="4583671" y="346557"/>
                </a:lnTo>
                <a:lnTo>
                  <a:pt x="4544238" y="332841"/>
                </a:lnTo>
                <a:lnTo>
                  <a:pt x="4504550" y="317957"/>
                </a:lnTo>
                <a:lnTo>
                  <a:pt x="4464570" y="301904"/>
                </a:lnTo>
                <a:lnTo>
                  <a:pt x="4424261" y="284695"/>
                </a:lnTo>
                <a:lnTo>
                  <a:pt x="4383557" y="266331"/>
                </a:lnTo>
                <a:lnTo>
                  <a:pt x="4342422" y="246799"/>
                </a:lnTo>
                <a:lnTo>
                  <a:pt x="4300804" y="226098"/>
                </a:lnTo>
                <a:lnTo>
                  <a:pt x="4258665" y="204241"/>
                </a:lnTo>
                <a:lnTo>
                  <a:pt x="4215943" y="181229"/>
                </a:lnTo>
                <a:lnTo>
                  <a:pt x="4172610" y="157048"/>
                </a:lnTo>
                <a:lnTo>
                  <a:pt x="4128617" y="131699"/>
                </a:lnTo>
                <a:lnTo>
                  <a:pt x="4083913" y="105206"/>
                </a:lnTo>
                <a:lnTo>
                  <a:pt x="4038460" y="77546"/>
                </a:lnTo>
                <a:lnTo>
                  <a:pt x="3992194" y="48717"/>
                </a:lnTo>
                <a:lnTo>
                  <a:pt x="3945077" y="18732"/>
                </a:lnTo>
                <a:lnTo>
                  <a:pt x="3916197" y="0"/>
                </a:lnTo>
                <a:lnTo>
                  <a:pt x="1316761" y="0"/>
                </a:lnTo>
                <a:lnTo>
                  <a:pt x="951255" y="100152"/>
                </a:lnTo>
                <a:lnTo>
                  <a:pt x="895946" y="113245"/>
                </a:lnTo>
                <a:lnTo>
                  <a:pt x="838987" y="123761"/>
                </a:lnTo>
                <a:lnTo>
                  <a:pt x="780796" y="131978"/>
                </a:lnTo>
                <a:lnTo>
                  <a:pt x="721804" y="138163"/>
                </a:lnTo>
                <a:lnTo>
                  <a:pt x="662432" y="142570"/>
                </a:lnTo>
                <a:lnTo>
                  <a:pt x="603084" y="145465"/>
                </a:lnTo>
                <a:lnTo>
                  <a:pt x="544195" y="147129"/>
                </a:lnTo>
                <a:lnTo>
                  <a:pt x="486168" y="147815"/>
                </a:lnTo>
                <a:lnTo>
                  <a:pt x="223774" y="145834"/>
                </a:lnTo>
                <a:lnTo>
                  <a:pt x="179768" y="146227"/>
                </a:lnTo>
                <a:lnTo>
                  <a:pt x="139573" y="147485"/>
                </a:lnTo>
                <a:lnTo>
                  <a:pt x="72288" y="153720"/>
                </a:lnTo>
                <a:lnTo>
                  <a:pt x="25247" y="166649"/>
                </a:lnTo>
                <a:lnTo>
                  <a:pt x="0" y="203238"/>
                </a:lnTo>
                <a:lnTo>
                  <a:pt x="3962" y="222046"/>
                </a:lnTo>
                <a:lnTo>
                  <a:pt x="23253" y="259626"/>
                </a:lnTo>
                <a:lnTo>
                  <a:pt x="56769" y="297091"/>
                </a:lnTo>
                <a:lnTo>
                  <a:pt x="103441" y="334429"/>
                </a:lnTo>
                <a:lnTo>
                  <a:pt x="162179" y="371576"/>
                </a:lnTo>
                <a:lnTo>
                  <a:pt x="195732" y="390080"/>
                </a:lnTo>
                <a:lnTo>
                  <a:pt x="231889" y="408533"/>
                </a:lnTo>
                <a:lnTo>
                  <a:pt x="270535" y="426910"/>
                </a:lnTo>
                <a:lnTo>
                  <a:pt x="311505" y="445223"/>
                </a:lnTo>
                <a:lnTo>
                  <a:pt x="354685" y="463473"/>
                </a:lnTo>
                <a:lnTo>
                  <a:pt x="399935" y="481647"/>
                </a:lnTo>
                <a:lnTo>
                  <a:pt x="447128" y="499745"/>
                </a:lnTo>
                <a:lnTo>
                  <a:pt x="496100" y="517753"/>
                </a:lnTo>
                <a:lnTo>
                  <a:pt x="546747" y="535686"/>
                </a:lnTo>
                <a:lnTo>
                  <a:pt x="598919" y="553516"/>
                </a:lnTo>
                <a:lnTo>
                  <a:pt x="652487" y="571246"/>
                </a:lnTo>
                <a:lnTo>
                  <a:pt x="763244" y="606412"/>
                </a:lnTo>
                <a:lnTo>
                  <a:pt x="877951" y="641146"/>
                </a:lnTo>
                <a:lnTo>
                  <a:pt x="1055027" y="692340"/>
                </a:lnTo>
                <a:lnTo>
                  <a:pt x="1754543" y="884097"/>
                </a:lnTo>
                <a:lnTo>
                  <a:pt x="1957158" y="942505"/>
                </a:lnTo>
                <a:lnTo>
                  <a:pt x="2047849" y="970521"/>
                </a:lnTo>
                <a:lnTo>
                  <a:pt x="2090077" y="984211"/>
                </a:lnTo>
                <a:lnTo>
                  <a:pt x="2130044" y="997699"/>
                </a:lnTo>
                <a:lnTo>
                  <a:pt x="2167610" y="1010958"/>
                </a:lnTo>
                <a:lnTo>
                  <a:pt x="2234996" y="1036802"/>
                </a:lnTo>
                <a:lnTo>
                  <a:pt x="2291156" y="1061720"/>
                </a:lnTo>
                <a:lnTo>
                  <a:pt x="2314689" y="1073810"/>
                </a:lnTo>
                <a:lnTo>
                  <a:pt x="1535595" y="1157185"/>
                </a:lnTo>
                <a:lnTo>
                  <a:pt x="1186065" y="1227467"/>
                </a:lnTo>
                <a:lnTo>
                  <a:pt x="1185240" y="1322946"/>
                </a:lnTo>
                <a:lnTo>
                  <a:pt x="1249565" y="1361211"/>
                </a:lnTo>
                <a:lnTo>
                  <a:pt x="5521299" y="1361211"/>
                </a:lnTo>
                <a:lnTo>
                  <a:pt x="5514581" y="1335468"/>
                </a:lnTo>
                <a:lnTo>
                  <a:pt x="5506110" y="1296123"/>
                </a:lnTo>
                <a:lnTo>
                  <a:pt x="5499265" y="1255864"/>
                </a:lnTo>
                <a:lnTo>
                  <a:pt x="5494083" y="1214729"/>
                </a:lnTo>
                <a:lnTo>
                  <a:pt x="5490654" y="1172743"/>
                </a:lnTo>
                <a:lnTo>
                  <a:pt x="5489016" y="1129957"/>
                </a:lnTo>
                <a:lnTo>
                  <a:pt x="5489232" y="1086408"/>
                </a:lnTo>
                <a:lnTo>
                  <a:pt x="5491378" y="1042123"/>
                </a:lnTo>
                <a:lnTo>
                  <a:pt x="5495506" y="997153"/>
                </a:lnTo>
                <a:lnTo>
                  <a:pt x="5501678" y="951534"/>
                </a:lnTo>
                <a:lnTo>
                  <a:pt x="5509958" y="905306"/>
                </a:lnTo>
                <a:lnTo>
                  <a:pt x="5520398" y="858494"/>
                </a:lnTo>
                <a:lnTo>
                  <a:pt x="5533072" y="811161"/>
                </a:lnTo>
                <a:lnTo>
                  <a:pt x="5548046" y="763320"/>
                </a:lnTo>
                <a:lnTo>
                  <a:pt x="5565356" y="715022"/>
                </a:lnTo>
                <a:lnTo>
                  <a:pt x="5585079" y="666305"/>
                </a:lnTo>
                <a:lnTo>
                  <a:pt x="5607278" y="617207"/>
                </a:lnTo>
                <a:lnTo>
                  <a:pt x="5632018" y="567766"/>
                </a:lnTo>
                <a:lnTo>
                  <a:pt x="5659348" y="518020"/>
                </a:lnTo>
                <a:lnTo>
                  <a:pt x="5689346" y="468007"/>
                </a:lnTo>
                <a:lnTo>
                  <a:pt x="5720245" y="420547"/>
                </a:lnTo>
                <a:lnTo>
                  <a:pt x="5757545" y="367322"/>
                </a:lnTo>
                <a:lnTo>
                  <a:pt x="5795873" y="316738"/>
                </a:lnTo>
                <a:lnTo>
                  <a:pt x="5837110" y="266039"/>
                </a:lnTo>
                <a:lnTo>
                  <a:pt x="5881319" y="215277"/>
                </a:lnTo>
                <a:close/>
              </a:path>
              <a:path w="12718415" h="1361440">
                <a:moveTo>
                  <a:pt x="7770177" y="1301369"/>
                </a:moveTo>
                <a:lnTo>
                  <a:pt x="7768628" y="1260436"/>
                </a:lnTo>
                <a:lnTo>
                  <a:pt x="7765567" y="1220266"/>
                </a:lnTo>
                <a:lnTo>
                  <a:pt x="7758646" y="1166279"/>
                </a:lnTo>
                <a:lnTo>
                  <a:pt x="7748473" y="1113942"/>
                </a:lnTo>
                <a:lnTo>
                  <a:pt x="7735202" y="1063294"/>
                </a:lnTo>
                <a:lnTo>
                  <a:pt x="7719009" y="1014323"/>
                </a:lnTo>
                <a:lnTo>
                  <a:pt x="7700023" y="967079"/>
                </a:lnTo>
                <a:lnTo>
                  <a:pt x="7678420" y="921550"/>
                </a:lnTo>
                <a:lnTo>
                  <a:pt x="7654366" y="877760"/>
                </a:lnTo>
                <a:lnTo>
                  <a:pt x="7627988" y="835736"/>
                </a:lnTo>
                <a:lnTo>
                  <a:pt x="7599477" y="795489"/>
                </a:lnTo>
                <a:lnTo>
                  <a:pt x="7575321" y="765035"/>
                </a:lnTo>
                <a:lnTo>
                  <a:pt x="7536612" y="720369"/>
                </a:lnTo>
                <a:lnTo>
                  <a:pt x="7502601" y="685533"/>
                </a:lnTo>
                <a:lnTo>
                  <a:pt x="7467054" y="652538"/>
                </a:lnTo>
                <a:lnTo>
                  <a:pt x="7430148" y="621398"/>
                </a:lnTo>
                <a:lnTo>
                  <a:pt x="7392048" y="592124"/>
                </a:lnTo>
                <a:lnTo>
                  <a:pt x="7352881" y="564743"/>
                </a:lnTo>
                <a:lnTo>
                  <a:pt x="7312838" y="539267"/>
                </a:lnTo>
                <a:lnTo>
                  <a:pt x="7272058" y="515708"/>
                </a:lnTo>
                <a:lnTo>
                  <a:pt x="7230110" y="493839"/>
                </a:lnTo>
                <a:lnTo>
                  <a:pt x="7186879" y="473735"/>
                </a:lnTo>
                <a:lnTo>
                  <a:pt x="7142531" y="455460"/>
                </a:lnTo>
                <a:lnTo>
                  <a:pt x="7097179" y="439077"/>
                </a:lnTo>
                <a:lnTo>
                  <a:pt x="7051002" y="424649"/>
                </a:lnTo>
                <a:lnTo>
                  <a:pt x="7004126" y="412267"/>
                </a:lnTo>
                <a:lnTo>
                  <a:pt x="6956704" y="401980"/>
                </a:lnTo>
                <a:lnTo>
                  <a:pt x="6908889" y="393852"/>
                </a:lnTo>
                <a:lnTo>
                  <a:pt x="6860819" y="387972"/>
                </a:lnTo>
                <a:lnTo>
                  <a:pt x="6812635" y="384403"/>
                </a:lnTo>
                <a:lnTo>
                  <a:pt x="6764490" y="383197"/>
                </a:lnTo>
                <a:lnTo>
                  <a:pt x="6716535" y="384441"/>
                </a:lnTo>
                <a:lnTo>
                  <a:pt x="6668910" y="388188"/>
                </a:lnTo>
                <a:lnTo>
                  <a:pt x="6621754" y="394525"/>
                </a:lnTo>
                <a:lnTo>
                  <a:pt x="6575234" y="403504"/>
                </a:lnTo>
                <a:lnTo>
                  <a:pt x="6529476" y="415201"/>
                </a:lnTo>
                <a:lnTo>
                  <a:pt x="6484633" y="429679"/>
                </a:lnTo>
                <a:lnTo>
                  <a:pt x="6440843" y="447014"/>
                </a:lnTo>
                <a:lnTo>
                  <a:pt x="6398273" y="467271"/>
                </a:lnTo>
                <a:lnTo>
                  <a:pt x="6357048" y="490524"/>
                </a:lnTo>
                <a:lnTo>
                  <a:pt x="6317335" y="516826"/>
                </a:lnTo>
                <a:lnTo>
                  <a:pt x="6279261" y="546265"/>
                </a:lnTo>
                <a:lnTo>
                  <a:pt x="6242977" y="578891"/>
                </a:lnTo>
                <a:lnTo>
                  <a:pt x="6213043" y="608393"/>
                </a:lnTo>
                <a:lnTo>
                  <a:pt x="6185001" y="640118"/>
                </a:lnTo>
                <a:lnTo>
                  <a:pt x="6158954" y="673849"/>
                </a:lnTo>
                <a:lnTo>
                  <a:pt x="6135014" y="709345"/>
                </a:lnTo>
                <a:lnTo>
                  <a:pt x="6113246" y="746404"/>
                </a:lnTo>
                <a:lnTo>
                  <a:pt x="6093777" y="784783"/>
                </a:lnTo>
                <a:lnTo>
                  <a:pt x="6076683" y="824280"/>
                </a:lnTo>
                <a:lnTo>
                  <a:pt x="6062078" y="864641"/>
                </a:lnTo>
                <a:lnTo>
                  <a:pt x="6050038" y="905662"/>
                </a:lnTo>
                <a:lnTo>
                  <a:pt x="6040666" y="947102"/>
                </a:lnTo>
                <a:lnTo>
                  <a:pt x="6034075" y="988758"/>
                </a:lnTo>
                <a:lnTo>
                  <a:pt x="6030328" y="1030401"/>
                </a:lnTo>
                <a:lnTo>
                  <a:pt x="6029553" y="1071791"/>
                </a:lnTo>
                <a:lnTo>
                  <a:pt x="6031839" y="1112710"/>
                </a:lnTo>
                <a:lnTo>
                  <a:pt x="6037262" y="1152944"/>
                </a:lnTo>
                <a:lnTo>
                  <a:pt x="6045949" y="1192250"/>
                </a:lnTo>
                <a:lnTo>
                  <a:pt x="6057976" y="1230414"/>
                </a:lnTo>
                <a:lnTo>
                  <a:pt x="6073432" y="1267218"/>
                </a:lnTo>
                <a:lnTo>
                  <a:pt x="6092431" y="1302435"/>
                </a:lnTo>
                <a:lnTo>
                  <a:pt x="6115075" y="1335836"/>
                </a:lnTo>
                <a:lnTo>
                  <a:pt x="6136411" y="1361211"/>
                </a:lnTo>
                <a:lnTo>
                  <a:pt x="6760946" y="1361211"/>
                </a:lnTo>
                <a:lnTo>
                  <a:pt x="6791655" y="1317358"/>
                </a:lnTo>
                <a:lnTo>
                  <a:pt x="6820789" y="1256398"/>
                </a:lnTo>
                <a:lnTo>
                  <a:pt x="6831279" y="1210830"/>
                </a:lnTo>
                <a:lnTo>
                  <a:pt x="6834797" y="1165669"/>
                </a:lnTo>
                <a:lnTo>
                  <a:pt x="6831622" y="1121410"/>
                </a:lnTo>
                <a:lnTo>
                  <a:pt x="6822046" y="1078547"/>
                </a:lnTo>
                <a:lnTo>
                  <a:pt x="6806362" y="1037590"/>
                </a:lnTo>
                <a:lnTo>
                  <a:pt x="6784886" y="999020"/>
                </a:lnTo>
                <a:lnTo>
                  <a:pt x="6757873" y="963333"/>
                </a:lnTo>
                <a:lnTo>
                  <a:pt x="6725640" y="931049"/>
                </a:lnTo>
                <a:lnTo>
                  <a:pt x="6688468" y="902639"/>
                </a:lnTo>
                <a:lnTo>
                  <a:pt x="6646659" y="878598"/>
                </a:lnTo>
                <a:lnTo>
                  <a:pt x="6600495" y="859447"/>
                </a:lnTo>
                <a:lnTo>
                  <a:pt x="6550266" y="845654"/>
                </a:lnTo>
                <a:lnTo>
                  <a:pt x="6590538" y="820305"/>
                </a:lnTo>
                <a:lnTo>
                  <a:pt x="6632689" y="799693"/>
                </a:lnTo>
                <a:lnTo>
                  <a:pt x="6676352" y="783831"/>
                </a:lnTo>
                <a:lnTo>
                  <a:pt x="6721157" y="772744"/>
                </a:lnTo>
                <a:lnTo>
                  <a:pt x="6766763" y="766470"/>
                </a:lnTo>
                <a:lnTo>
                  <a:pt x="6812775" y="765035"/>
                </a:lnTo>
                <a:lnTo>
                  <a:pt x="6858863" y="768464"/>
                </a:lnTo>
                <a:lnTo>
                  <a:pt x="6904634" y="776770"/>
                </a:lnTo>
                <a:lnTo>
                  <a:pt x="6949732" y="789990"/>
                </a:lnTo>
                <a:lnTo>
                  <a:pt x="6993801" y="808151"/>
                </a:lnTo>
                <a:lnTo>
                  <a:pt x="7036473" y="831278"/>
                </a:lnTo>
                <a:lnTo>
                  <a:pt x="7077430" y="859447"/>
                </a:lnTo>
                <a:lnTo>
                  <a:pt x="7116165" y="892530"/>
                </a:lnTo>
                <a:lnTo>
                  <a:pt x="7146557" y="924928"/>
                </a:lnTo>
                <a:lnTo>
                  <a:pt x="7173849" y="958697"/>
                </a:lnTo>
                <a:lnTo>
                  <a:pt x="7198042" y="993724"/>
                </a:lnTo>
                <a:lnTo>
                  <a:pt x="7219188" y="1029893"/>
                </a:lnTo>
                <a:lnTo>
                  <a:pt x="7237311" y="1067079"/>
                </a:lnTo>
                <a:lnTo>
                  <a:pt x="7252436" y="1105166"/>
                </a:lnTo>
                <a:lnTo>
                  <a:pt x="7264603" y="1144003"/>
                </a:lnTo>
                <a:lnTo>
                  <a:pt x="7273823" y="1183513"/>
                </a:lnTo>
                <a:lnTo>
                  <a:pt x="7280148" y="1223530"/>
                </a:lnTo>
                <a:lnTo>
                  <a:pt x="7283590" y="1263954"/>
                </a:lnTo>
                <a:lnTo>
                  <a:pt x="7284186" y="1304671"/>
                </a:lnTo>
                <a:lnTo>
                  <a:pt x="7281964" y="1345539"/>
                </a:lnTo>
                <a:lnTo>
                  <a:pt x="7280046" y="1361211"/>
                </a:lnTo>
                <a:lnTo>
                  <a:pt x="7769580" y="1361211"/>
                </a:lnTo>
                <a:lnTo>
                  <a:pt x="7770127" y="1345539"/>
                </a:lnTo>
                <a:lnTo>
                  <a:pt x="7770177" y="1301369"/>
                </a:lnTo>
                <a:close/>
              </a:path>
              <a:path w="12718415" h="1361440">
                <a:moveTo>
                  <a:pt x="8062366" y="353961"/>
                </a:moveTo>
                <a:lnTo>
                  <a:pt x="8033525" y="305041"/>
                </a:lnTo>
                <a:lnTo>
                  <a:pt x="8003934" y="257987"/>
                </a:lnTo>
                <a:lnTo>
                  <a:pt x="7973555" y="212750"/>
                </a:lnTo>
                <a:lnTo>
                  <a:pt x="7942389" y="169278"/>
                </a:lnTo>
                <a:lnTo>
                  <a:pt x="7910411" y="127495"/>
                </a:lnTo>
                <a:lnTo>
                  <a:pt x="7877619" y="87376"/>
                </a:lnTo>
                <a:lnTo>
                  <a:pt x="7843977" y="48856"/>
                </a:lnTo>
                <a:lnTo>
                  <a:pt x="7809497" y="11874"/>
                </a:lnTo>
                <a:lnTo>
                  <a:pt x="7797673" y="0"/>
                </a:lnTo>
                <a:lnTo>
                  <a:pt x="7611046" y="0"/>
                </a:lnTo>
                <a:lnTo>
                  <a:pt x="7642974" y="14795"/>
                </a:lnTo>
                <a:lnTo>
                  <a:pt x="7691628" y="40030"/>
                </a:lnTo>
                <a:lnTo>
                  <a:pt x="7737970" y="66763"/>
                </a:lnTo>
                <a:lnTo>
                  <a:pt x="7782065" y="94843"/>
                </a:lnTo>
                <a:lnTo>
                  <a:pt x="7823987" y="124180"/>
                </a:lnTo>
                <a:lnTo>
                  <a:pt x="7863802" y="154622"/>
                </a:lnTo>
                <a:lnTo>
                  <a:pt x="7901572" y="186067"/>
                </a:lnTo>
                <a:lnTo>
                  <a:pt x="7937386" y="218376"/>
                </a:lnTo>
                <a:lnTo>
                  <a:pt x="7971307" y="251447"/>
                </a:lnTo>
                <a:lnTo>
                  <a:pt x="8003387" y="285153"/>
                </a:lnTo>
                <a:lnTo>
                  <a:pt x="8033715" y="319366"/>
                </a:lnTo>
                <a:lnTo>
                  <a:pt x="8062366" y="353961"/>
                </a:lnTo>
                <a:close/>
              </a:path>
              <a:path w="12718415" h="1361440">
                <a:moveTo>
                  <a:pt x="11211052" y="1361211"/>
                </a:moveTo>
                <a:lnTo>
                  <a:pt x="11196015" y="1316977"/>
                </a:lnTo>
                <a:lnTo>
                  <a:pt x="11174247" y="1266405"/>
                </a:lnTo>
                <a:lnTo>
                  <a:pt x="11149241" y="1220228"/>
                </a:lnTo>
                <a:lnTo>
                  <a:pt x="11121123" y="1178394"/>
                </a:lnTo>
                <a:lnTo>
                  <a:pt x="11090034" y="1140866"/>
                </a:lnTo>
                <a:lnTo>
                  <a:pt x="11056099" y="1107592"/>
                </a:lnTo>
                <a:lnTo>
                  <a:pt x="11019434" y="1078496"/>
                </a:lnTo>
                <a:lnTo>
                  <a:pt x="10980179" y="1053553"/>
                </a:lnTo>
                <a:lnTo>
                  <a:pt x="10938459" y="1032713"/>
                </a:lnTo>
                <a:lnTo>
                  <a:pt x="10894390" y="1015898"/>
                </a:lnTo>
                <a:lnTo>
                  <a:pt x="10848111" y="1003084"/>
                </a:lnTo>
                <a:lnTo>
                  <a:pt x="10799750" y="994194"/>
                </a:lnTo>
                <a:lnTo>
                  <a:pt x="10749420" y="989203"/>
                </a:lnTo>
                <a:lnTo>
                  <a:pt x="10697274" y="988034"/>
                </a:lnTo>
                <a:lnTo>
                  <a:pt x="10670553" y="988885"/>
                </a:lnTo>
                <a:lnTo>
                  <a:pt x="10615892" y="993368"/>
                </a:lnTo>
                <a:lnTo>
                  <a:pt x="10559733" y="1001572"/>
                </a:lnTo>
                <a:lnTo>
                  <a:pt x="10502176" y="1013421"/>
                </a:lnTo>
                <a:lnTo>
                  <a:pt x="10443362" y="1028877"/>
                </a:lnTo>
                <a:lnTo>
                  <a:pt x="10383431" y="1047889"/>
                </a:lnTo>
                <a:lnTo>
                  <a:pt x="10322496" y="1070394"/>
                </a:lnTo>
                <a:lnTo>
                  <a:pt x="10260686" y="1096352"/>
                </a:lnTo>
                <a:lnTo>
                  <a:pt x="10198125" y="1125702"/>
                </a:lnTo>
                <a:lnTo>
                  <a:pt x="10134943" y="1158392"/>
                </a:lnTo>
                <a:lnTo>
                  <a:pt x="10071278" y="1194384"/>
                </a:lnTo>
                <a:lnTo>
                  <a:pt x="10007244" y="1233614"/>
                </a:lnTo>
                <a:lnTo>
                  <a:pt x="9975139" y="1254429"/>
                </a:lnTo>
                <a:lnTo>
                  <a:pt x="9942982" y="1276032"/>
                </a:lnTo>
                <a:lnTo>
                  <a:pt x="9910801" y="1298422"/>
                </a:lnTo>
                <a:lnTo>
                  <a:pt x="9878606" y="1321587"/>
                </a:lnTo>
                <a:lnTo>
                  <a:pt x="9846412" y="1345526"/>
                </a:lnTo>
                <a:lnTo>
                  <a:pt x="9825990" y="1361211"/>
                </a:lnTo>
                <a:lnTo>
                  <a:pt x="11211052" y="1361211"/>
                </a:lnTo>
                <a:close/>
              </a:path>
              <a:path w="12718415" h="1361440">
                <a:moveTo>
                  <a:pt x="12717920" y="0"/>
                </a:moveTo>
                <a:lnTo>
                  <a:pt x="8755888" y="0"/>
                </a:lnTo>
                <a:lnTo>
                  <a:pt x="8758555" y="6197"/>
                </a:lnTo>
                <a:lnTo>
                  <a:pt x="8788298" y="43078"/>
                </a:lnTo>
                <a:lnTo>
                  <a:pt x="8832825" y="69342"/>
                </a:lnTo>
                <a:lnTo>
                  <a:pt x="8870048" y="81648"/>
                </a:lnTo>
                <a:lnTo>
                  <a:pt x="8912822" y="90271"/>
                </a:lnTo>
                <a:lnTo>
                  <a:pt x="8960752" y="95631"/>
                </a:lnTo>
                <a:lnTo>
                  <a:pt x="9013419" y="98145"/>
                </a:lnTo>
                <a:lnTo>
                  <a:pt x="9041409" y="98463"/>
                </a:lnTo>
                <a:lnTo>
                  <a:pt x="9070442" y="98221"/>
                </a:lnTo>
                <a:lnTo>
                  <a:pt x="9100452" y="97485"/>
                </a:lnTo>
                <a:lnTo>
                  <a:pt x="9131389" y="96278"/>
                </a:lnTo>
                <a:lnTo>
                  <a:pt x="9195892" y="92748"/>
                </a:lnTo>
                <a:lnTo>
                  <a:pt x="9557233" y="65544"/>
                </a:lnTo>
                <a:lnTo>
                  <a:pt x="9634461" y="61112"/>
                </a:lnTo>
                <a:lnTo>
                  <a:pt x="9712388" y="57988"/>
                </a:lnTo>
                <a:lnTo>
                  <a:pt x="9751492" y="57048"/>
                </a:lnTo>
                <a:lnTo>
                  <a:pt x="9790620" y="56578"/>
                </a:lnTo>
                <a:lnTo>
                  <a:pt x="9829724" y="56654"/>
                </a:lnTo>
                <a:lnTo>
                  <a:pt x="9868751" y="57315"/>
                </a:lnTo>
                <a:lnTo>
                  <a:pt x="9907651" y="58610"/>
                </a:lnTo>
                <a:lnTo>
                  <a:pt x="9946373" y="60604"/>
                </a:lnTo>
                <a:lnTo>
                  <a:pt x="9984867" y="63334"/>
                </a:lnTo>
                <a:lnTo>
                  <a:pt x="10023094" y="66852"/>
                </a:lnTo>
                <a:lnTo>
                  <a:pt x="10060978" y="71221"/>
                </a:lnTo>
                <a:lnTo>
                  <a:pt x="10135578" y="82702"/>
                </a:lnTo>
                <a:lnTo>
                  <a:pt x="10208247" y="98183"/>
                </a:lnTo>
                <a:lnTo>
                  <a:pt x="10278605" y="118097"/>
                </a:lnTo>
                <a:lnTo>
                  <a:pt x="10346233" y="142836"/>
                </a:lnTo>
                <a:lnTo>
                  <a:pt x="10410723" y="172834"/>
                </a:lnTo>
                <a:lnTo>
                  <a:pt x="10471683" y="208508"/>
                </a:lnTo>
                <a:lnTo>
                  <a:pt x="10528694" y="250253"/>
                </a:lnTo>
                <a:lnTo>
                  <a:pt x="10581373" y="298500"/>
                </a:lnTo>
                <a:lnTo>
                  <a:pt x="10605961" y="325183"/>
                </a:lnTo>
                <a:lnTo>
                  <a:pt x="10678668" y="339102"/>
                </a:lnTo>
                <a:lnTo>
                  <a:pt x="10747070" y="354571"/>
                </a:lnTo>
                <a:lnTo>
                  <a:pt x="10811269" y="371538"/>
                </a:lnTo>
                <a:lnTo>
                  <a:pt x="10871365" y="389915"/>
                </a:lnTo>
                <a:lnTo>
                  <a:pt x="10927474" y="409638"/>
                </a:lnTo>
                <a:lnTo>
                  <a:pt x="10979683" y="430644"/>
                </a:lnTo>
                <a:lnTo>
                  <a:pt x="11028109" y="452856"/>
                </a:lnTo>
                <a:lnTo>
                  <a:pt x="11072863" y="476186"/>
                </a:lnTo>
                <a:lnTo>
                  <a:pt x="11114049" y="500595"/>
                </a:lnTo>
                <a:lnTo>
                  <a:pt x="11151768" y="525983"/>
                </a:lnTo>
                <a:lnTo>
                  <a:pt x="11186135" y="552284"/>
                </a:lnTo>
                <a:lnTo>
                  <a:pt x="11217237" y="579450"/>
                </a:lnTo>
                <a:lnTo>
                  <a:pt x="11245190" y="607377"/>
                </a:lnTo>
                <a:lnTo>
                  <a:pt x="11292091" y="665276"/>
                </a:lnTo>
                <a:lnTo>
                  <a:pt x="11327676" y="725424"/>
                </a:lnTo>
                <a:lnTo>
                  <a:pt x="11352784" y="787260"/>
                </a:lnTo>
                <a:lnTo>
                  <a:pt x="11368278" y="850188"/>
                </a:lnTo>
                <a:lnTo>
                  <a:pt x="11374996" y="913650"/>
                </a:lnTo>
                <a:lnTo>
                  <a:pt x="11375327" y="945400"/>
                </a:lnTo>
                <a:lnTo>
                  <a:pt x="11373777" y="977074"/>
                </a:lnTo>
                <a:lnTo>
                  <a:pt x="11365484" y="1039888"/>
                </a:lnTo>
                <a:lnTo>
                  <a:pt x="11350943" y="1101521"/>
                </a:lnTo>
                <a:lnTo>
                  <a:pt x="11331029" y="1161402"/>
                </a:lnTo>
                <a:lnTo>
                  <a:pt x="11306569" y="1218971"/>
                </a:lnTo>
                <a:lnTo>
                  <a:pt x="11278426" y="1273632"/>
                </a:lnTo>
                <a:lnTo>
                  <a:pt x="11247425" y="1324838"/>
                </a:lnTo>
                <a:lnTo>
                  <a:pt x="11222253" y="1361211"/>
                </a:lnTo>
                <a:lnTo>
                  <a:pt x="12717920" y="1361211"/>
                </a:lnTo>
                <a:lnTo>
                  <a:pt x="12717920" y="56578"/>
                </a:lnTo>
                <a:lnTo>
                  <a:pt x="12717920" y="0"/>
                </a:lnTo>
                <a:close/>
              </a:path>
            </a:pathLst>
          </a:custGeom>
          <a:solidFill>
            <a:srgbClr val="007FBA"/>
          </a:solidFill>
        </p:spPr>
        <p:txBody>
          <a:bodyPr wrap="square" lIns="0" tIns="0" rIns="0" bIns="0" rtlCol="0"/>
          <a:lstStyle/>
          <a:p>
            <a:pPr marL="0" marR="0" lvl="0" indent="0" defTabSz="55450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endParaRPr>
          </a:p>
        </p:txBody>
      </p:sp>
      <p:grpSp>
        <p:nvGrpSpPr>
          <p:cNvPr id="5" name="Группа 4"/>
          <p:cNvGrpSpPr/>
          <p:nvPr userDrawn="1"/>
        </p:nvGrpSpPr>
        <p:grpSpPr>
          <a:xfrm>
            <a:off x="9047813" y="-1125"/>
            <a:ext cx="2288323" cy="2276767"/>
            <a:chOff x="14970032" y="10843"/>
            <a:chExt cx="3773349" cy="3754558"/>
          </a:xfrm>
        </p:grpSpPr>
        <p:sp>
          <p:nvSpPr>
            <p:cNvPr id="6" name="Прямоугольник с двумя скругленными соседними углами 14"/>
            <p:cNvSpPr/>
            <p:nvPr userDrawn="1"/>
          </p:nvSpPr>
          <p:spPr>
            <a:xfrm flipV="1">
              <a:off x="14970032" y="10843"/>
              <a:ext cx="3773349" cy="3754558"/>
            </a:xfrm>
            <a:custGeom>
              <a:avLst/>
              <a:gdLst>
                <a:gd name="connsiteX0" fmla="*/ 299689 w 3773349"/>
                <a:gd name="connsiteY0" fmla="*/ 0 h 3754558"/>
                <a:gd name="connsiteX1" fmla="*/ 3473660 w 3773349"/>
                <a:gd name="connsiteY1" fmla="*/ 0 h 3754558"/>
                <a:gd name="connsiteX2" fmla="*/ 3773349 w 3773349"/>
                <a:gd name="connsiteY2" fmla="*/ 299689 h 3754558"/>
                <a:gd name="connsiteX3" fmla="*/ 3773349 w 3773349"/>
                <a:gd name="connsiteY3" fmla="*/ 3754558 h 3754558"/>
                <a:gd name="connsiteX4" fmla="*/ 3773349 w 3773349"/>
                <a:gd name="connsiteY4" fmla="*/ 3754558 h 3754558"/>
                <a:gd name="connsiteX5" fmla="*/ 0 w 3773349"/>
                <a:gd name="connsiteY5" fmla="*/ 3754558 h 3754558"/>
                <a:gd name="connsiteX6" fmla="*/ 0 w 3773349"/>
                <a:gd name="connsiteY6" fmla="*/ 3754558 h 3754558"/>
                <a:gd name="connsiteX7" fmla="*/ 0 w 3773349"/>
                <a:gd name="connsiteY7" fmla="*/ 299689 h 3754558"/>
                <a:gd name="connsiteX8" fmla="*/ 299689 w 3773349"/>
                <a:gd name="connsiteY8" fmla="*/ 0 h 3754558"/>
                <a:gd name="connsiteX0" fmla="*/ 299689 w 3773349"/>
                <a:gd name="connsiteY0" fmla="*/ 0 h 3758775"/>
                <a:gd name="connsiteX1" fmla="*/ 3473660 w 3773349"/>
                <a:gd name="connsiteY1" fmla="*/ 0 h 3758775"/>
                <a:gd name="connsiteX2" fmla="*/ 3773349 w 3773349"/>
                <a:gd name="connsiteY2" fmla="*/ 299689 h 3758775"/>
                <a:gd name="connsiteX3" fmla="*/ 3773349 w 3773349"/>
                <a:gd name="connsiteY3" fmla="*/ 3754558 h 3758775"/>
                <a:gd name="connsiteX4" fmla="*/ 3773349 w 3773349"/>
                <a:gd name="connsiteY4" fmla="*/ 3754558 h 3758775"/>
                <a:gd name="connsiteX5" fmla="*/ 839811 w 3773349"/>
                <a:gd name="connsiteY5" fmla="*/ 3758775 h 3758775"/>
                <a:gd name="connsiteX6" fmla="*/ 0 w 3773349"/>
                <a:gd name="connsiteY6" fmla="*/ 3754558 h 3758775"/>
                <a:gd name="connsiteX7" fmla="*/ 0 w 3773349"/>
                <a:gd name="connsiteY7" fmla="*/ 3754558 h 3758775"/>
                <a:gd name="connsiteX8" fmla="*/ 0 w 3773349"/>
                <a:gd name="connsiteY8" fmla="*/ 299689 h 3758775"/>
                <a:gd name="connsiteX9" fmla="*/ 299689 w 3773349"/>
                <a:gd name="connsiteY9" fmla="*/ 0 h 3758775"/>
                <a:gd name="connsiteX0" fmla="*/ 839811 w 3773349"/>
                <a:gd name="connsiteY0" fmla="*/ 3758775 h 3850215"/>
                <a:gd name="connsiteX1" fmla="*/ 0 w 3773349"/>
                <a:gd name="connsiteY1" fmla="*/ 3754558 h 3850215"/>
                <a:gd name="connsiteX2" fmla="*/ 0 w 3773349"/>
                <a:gd name="connsiteY2" fmla="*/ 3754558 h 3850215"/>
                <a:gd name="connsiteX3" fmla="*/ 0 w 3773349"/>
                <a:gd name="connsiteY3" fmla="*/ 299689 h 3850215"/>
                <a:gd name="connsiteX4" fmla="*/ 299689 w 3773349"/>
                <a:gd name="connsiteY4" fmla="*/ 0 h 3850215"/>
                <a:gd name="connsiteX5" fmla="*/ 3473660 w 3773349"/>
                <a:gd name="connsiteY5" fmla="*/ 0 h 3850215"/>
                <a:gd name="connsiteX6" fmla="*/ 3773349 w 3773349"/>
                <a:gd name="connsiteY6" fmla="*/ 299689 h 3850215"/>
                <a:gd name="connsiteX7" fmla="*/ 3773349 w 3773349"/>
                <a:gd name="connsiteY7" fmla="*/ 3754558 h 3850215"/>
                <a:gd name="connsiteX8" fmla="*/ 3773349 w 3773349"/>
                <a:gd name="connsiteY8" fmla="*/ 3754558 h 3850215"/>
                <a:gd name="connsiteX9" fmla="*/ 931251 w 3773349"/>
                <a:gd name="connsiteY9" fmla="*/ 3850215 h 3850215"/>
                <a:gd name="connsiteX0" fmla="*/ 839811 w 3773349"/>
                <a:gd name="connsiteY0" fmla="*/ 3758775 h 3850215"/>
                <a:gd name="connsiteX1" fmla="*/ 0 w 3773349"/>
                <a:gd name="connsiteY1" fmla="*/ 3754558 h 3850215"/>
                <a:gd name="connsiteX2" fmla="*/ 0 w 3773349"/>
                <a:gd name="connsiteY2" fmla="*/ 3754558 h 3850215"/>
                <a:gd name="connsiteX3" fmla="*/ 0 w 3773349"/>
                <a:gd name="connsiteY3" fmla="*/ 299689 h 3850215"/>
                <a:gd name="connsiteX4" fmla="*/ 299689 w 3773349"/>
                <a:gd name="connsiteY4" fmla="*/ 0 h 3850215"/>
                <a:gd name="connsiteX5" fmla="*/ 3473660 w 3773349"/>
                <a:gd name="connsiteY5" fmla="*/ 0 h 3850215"/>
                <a:gd name="connsiteX6" fmla="*/ 3773349 w 3773349"/>
                <a:gd name="connsiteY6" fmla="*/ 299689 h 3850215"/>
                <a:gd name="connsiteX7" fmla="*/ 3773349 w 3773349"/>
                <a:gd name="connsiteY7" fmla="*/ 3754558 h 3850215"/>
                <a:gd name="connsiteX8" fmla="*/ 3773349 w 3773349"/>
                <a:gd name="connsiteY8" fmla="*/ 3754558 h 3850215"/>
                <a:gd name="connsiteX9" fmla="*/ 904747 w 3773349"/>
                <a:gd name="connsiteY9" fmla="*/ 3850215 h 3850215"/>
                <a:gd name="connsiteX0" fmla="*/ 839811 w 3773349"/>
                <a:gd name="connsiteY0" fmla="*/ 3758775 h 3758775"/>
                <a:gd name="connsiteX1" fmla="*/ 0 w 3773349"/>
                <a:gd name="connsiteY1" fmla="*/ 3754558 h 3758775"/>
                <a:gd name="connsiteX2" fmla="*/ 0 w 3773349"/>
                <a:gd name="connsiteY2" fmla="*/ 3754558 h 3758775"/>
                <a:gd name="connsiteX3" fmla="*/ 0 w 3773349"/>
                <a:gd name="connsiteY3" fmla="*/ 299689 h 3758775"/>
                <a:gd name="connsiteX4" fmla="*/ 299689 w 3773349"/>
                <a:gd name="connsiteY4" fmla="*/ 0 h 3758775"/>
                <a:gd name="connsiteX5" fmla="*/ 3473660 w 3773349"/>
                <a:gd name="connsiteY5" fmla="*/ 0 h 3758775"/>
                <a:gd name="connsiteX6" fmla="*/ 3773349 w 3773349"/>
                <a:gd name="connsiteY6" fmla="*/ 299689 h 3758775"/>
                <a:gd name="connsiteX7" fmla="*/ 3773349 w 3773349"/>
                <a:gd name="connsiteY7" fmla="*/ 3754558 h 3758775"/>
                <a:gd name="connsiteX8" fmla="*/ 3773349 w 3773349"/>
                <a:gd name="connsiteY8" fmla="*/ 3754558 h 3758775"/>
                <a:gd name="connsiteX0" fmla="*/ 0 w 3773349"/>
                <a:gd name="connsiteY0" fmla="*/ 3754558 h 3754558"/>
                <a:gd name="connsiteX1" fmla="*/ 0 w 3773349"/>
                <a:gd name="connsiteY1" fmla="*/ 3754558 h 3754558"/>
                <a:gd name="connsiteX2" fmla="*/ 0 w 3773349"/>
                <a:gd name="connsiteY2" fmla="*/ 299689 h 3754558"/>
                <a:gd name="connsiteX3" fmla="*/ 299689 w 3773349"/>
                <a:gd name="connsiteY3" fmla="*/ 0 h 3754558"/>
                <a:gd name="connsiteX4" fmla="*/ 3473660 w 3773349"/>
                <a:gd name="connsiteY4" fmla="*/ 0 h 3754558"/>
                <a:gd name="connsiteX5" fmla="*/ 3773349 w 3773349"/>
                <a:gd name="connsiteY5" fmla="*/ 299689 h 3754558"/>
                <a:gd name="connsiteX6" fmla="*/ 3773349 w 3773349"/>
                <a:gd name="connsiteY6" fmla="*/ 3754558 h 3754558"/>
                <a:gd name="connsiteX7" fmla="*/ 3773349 w 3773349"/>
                <a:gd name="connsiteY7" fmla="*/ 3754558 h 375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3349" h="3754558">
                  <a:moveTo>
                    <a:pt x="0" y="3754558"/>
                  </a:moveTo>
                  <a:lnTo>
                    <a:pt x="0" y="3754558"/>
                  </a:lnTo>
                  <a:lnTo>
                    <a:pt x="0" y="299689"/>
                  </a:lnTo>
                  <a:cubicBezTo>
                    <a:pt x="0" y="134175"/>
                    <a:pt x="134175" y="0"/>
                    <a:pt x="299689" y="0"/>
                  </a:cubicBezTo>
                  <a:lnTo>
                    <a:pt x="3473660" y="0"/>
                  </a:lnTo>
                  <a:cubicBezTo>
                    <a:pt x="3639174" y="0"/>
                    <a:pt x="3773349" y="134175"/>
                    <a:pt x="3773349" y="299689"/>
                  </a:cubicBezTo>
                  <a:lnTo>
                    <a:pt x="3773349" y="3754558"/>
                  </a:lnTo>
                  <a:lnTo>
                    <a:pt x="3773349" y="3754558"/>
                  </a:lnTo>
                </a:path>
              </a:pathLst>
            </a:custGeom>
            <a:solidFill>
              <a:schemeClr val="bg1"/>
            </a:solidFill>
            <a:ln>
              <a:solidFill>
                <a:srgbClr val="008F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pic>
          <p:nvPicPr>
            <p:cNvPr id="7" name="Рисунок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268700" y="320675"/>
              <a:ext cx="3176011" cy="2971800"/>
            </a:xfrm>
            <a:prstGeom prst="rect">
              <a:avLst/>
            </a:prstGeom>
          </p:spPr>
        </p:pic>
      </p:grpSp>
      <p:sp>
        <p:nvSpPr>
          <p:cNvPr id="10" name="object 8">
            <a:extLst>
              <a:ext uri="{FF2B5EF4-FFF2-40B4-BE49-F238E27FC236}">
                <a16:creationId xmlns:a16="http://schemas.microsoft.com/office/drawing/2014/main" id="{1ED1EBCD-8FBF-438C-9C8F-05378092E82B}"/>
              </a:ext>
            </a:extLst>
          </p:cNvPr>
          <p:cNvSpPr txBox="1"/>
          <p:nvPr userDrawn="1"/>
        </p:nvSpPr>
        <p:spPr>
          <a:xfrm>
            <a:off x="659197" y="6325875"/>
            <a:ext cx="950609" cy="237985"/>
          </a:xfrm>
          <a:prstGeom prst="rect">
            <a:avLst/>
          </a:prstGeom>
        </p:spPr>
        <p:txBody>
          <a:bodyPr vert="horz" wrap="square" lIns="0" tIns="9242" rIns="0" bIns="0" rtlCol="0">
            <a:spAutoFit/>
          </a:bodyPr>
          <a:lstStyle/>
          <a:p>
            <a:pPr marL="7702">
              <a:spcBef>
                <a:spcPts val="73"/>
              </a:spcBef>
              <a:tabLst>
                <a:tab pos="1085896" algn="l"/>
              </a:tabLst>
            </a:pPr>
            <a:r>
              <a:rPr lang="en-US" sz="1486" dirty="0">
                <a:solidFill>
                  <a:srgbClr val="FFFFFF"/>
                </a:solidFill>
                <a:latin typeface="Segoe UI"/>
                <a:cs typeface="Segoe UI"/>
              </a:rPr>
              <a:t>INTERNAL</a:t>
            </a:r>
          </a:p>
        </p:txBody>
      </p:sp>
      <p:sp>
        <p:nvSpPr>
          <p:cNvPr id="11" name="Text Placeholder 10">
            <a:extLst>
              <a:ext uri="{FF2B5EF4-FFF2-40B4-BE49-F238E27FC236}">
                <a16:creationId xmlns:a16="http://schemas.microsoft.com/office/drawing/2014/main" id="{B7444037-0E23-4774-A8D8-C1BAB4D1088E}"/>
              </a:ext>
            </a:extLst>
          </p:cNvPr>
          <p:cNvSpPr>
            <a:spLocks noGrp="1"/>
          </p:cNvSpPr>
          <p:nvPr>
            <p:ph type="body" sz="quarter" idx="10" hasCustomPrompt="1"/>
          </p:nvPr>
        </p:nvSpPr>
        <p:spPr>
          <a:xfrm>
            <a:off x="855867" y="2817710"/>
            <a:ext cx="10480269" cy="777672"/>
          </a:xfrm>
          <a:prstGeom prst="rect">
            <a:avLst/>
          </a:prstGeom>
        </p:spPr>
        <p:txBody>
          <a:bodyPr anchor="ctr"/>
          <a:lstStyle>
            <a:lvl1pPr marL="0" indent="0" algn="ctr">
              <a:buNone/>
              <a:defRPr kumimoji="0" lang="en-US" sz="4852" b="1" i="0" u="none" strike="noStrike" kern="0" cap="none" spc="0" normalizeH="0" baseline="0" dirty="0" smtClean="0">
                <a:ln>
                  <a:noFill/>
                </a:ln>
                <a:solidFill>
                  <a:srgbClr val="008FD1"/>
                </a:solidFill>
                <a:effectLst/>
                <a:uLnTx/>
                <a:uFillTx/>
                <a:latin typeface="Segoe UI Black" panose="020B0A02040204020203" pitchFamily="34" charset="0"/>
                <a:ea typeface="+mj-ea"/>
                <a:cs typeface="Segoe UI"/>
              </a:defRPr>
            </a:lvl1pPr>
            <a:lvl2pPr marL="277250" indent="0">
              <a:buNone/>
              <a:defRPr/>
            </a:lvl2pPr>
          </a:lstStyle>
          <a:p>
            <a:pPr lvl="0"/>
            <a:r>
              <a:rPr lang="en-US" dirty="0"/>
              <a:t>MID-SECTION TITLE</a:t>
            </a:r>
          </a:p>
        </p:txBody>
      </p:sp>
      <p:sp>
        <p:nvSpPr>
          <p:cNvPr id="21" name="Text Placeholder 20">
            <a:extLst>
              <a:ext uri="{FF2B5EF4-FFF2-40B4-BE49-F238E27FC236}">
                <a16:creationId xmlns:a16="http://schemas.microsoft.com/office/drawing/2014/main" id="{D9DC0FFB-1D8C-4B14-945D-1A974B601CB0}"/>
              </a:ext>
            </a:extLst>
          </p:cNvPr>
          <p:cNvSpPr>
            <a:spLocks noGrp="1"/>
          </p:cNvSpPr>
          <p:nvPr>
            <p:ph type="body" sz="quarter" idx="15" hasCustomPrompt="1"/>
          </p:nvPr>
        </p:nvSpPr>
        <p:spPr>
          <a:xfrm>
            <a:off x="855867" y="3595385"/>
            <a:ext cx="10480269" cy="619779"/>
          </a:xfrm>
          <a:prstGeom prst="rect">
            <a:avLst/>
          </a:prstGeom>
        </p:spPr>
        <p:txBody>
          <a:bodyPr anchor="ctr"/>
          <a:lstStyle>
            <a:lvl1pPr marL="0" indent="0" algn="ctr">
              <a:buNone/>
              <a:defRPr sz="3638">
                <a:solidFill>
                  <a:srgbClr val="008FD1"/>
                </a:solidFill>
                <a:latin typeface="Segoe UI" panose="020B05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Mid-Section Subtitle</a:t>
            </a:r>
          </a:p>
        </p:txBody>
      </p:sp>
      <p:sp>
        <p:nvSpPr>
          <p:cNvPr id="2" name="object 8">
            <a:extLst>
              <a:ext uri="{FF2B5EF4-FFF2-40B4-BE49-F238E27FC236}">
                <a16:creationId xmlns:a16="http://schemas.microsoft.com/office/drawing/2014/main" id="{6EDDEC55-DD8C-41C1-79C7-6D1E837ABAC3}"/>
              </a:ext>
            </a:extLst>
          </p:cNvPr>
          <p:cNvSpPr txBox="1"/>
          <p:nvPr userDrawn="1"/>
        </p:nvSpPr>
        <p:spPr>
          <a:xfrm>
            <a:off x="10692562" y="6325875"/>
            <a:ext cx="1014293" cy="237985"/>
          </a:xfrm>
          <a:prstGeom prst="rect">
            <a:avLst/>
          </a:prstGeom>
        </p:spPr>
        <p:txBody>
          <a:bodyPr vert="horz" wrap="square" lIns="0" tIns="9242" rIns="0" bIns="0" rtlCol="0">
            <a:spAutoFit/>
          </a:bodyPr>
          <a:lstStyle/>
          <a:p>
            <a:pPr marL="7702">
              <a:spcBef>
                <a:spcPts val="73"/>
              </a:spcBef>
              <a:tabLst>
                <a:tab pos="1085896" algn="l"/>
              </a:tabLst>
            </a:pPr>
            <a:fld id="{44695926-E7DC-45A8-B974-A534BAC47907}" type="datetime1">
              <a:rPr lang="en-US" sz="1486" smtClean="0">
                <a:solidFill>
                  <a:srgbClr val="FFFFFF"/>
                </a:solidFill>
                <a:latin typeface="Segoe UI"/>
                <a:cs typeface="Segoe UI"/>
              </a:rPr>
              <a:pPr marL="7702">
                <a:spcBef>
                  <a:spcPts val="73"/>
                </a:spcBef>
                <a:tabLst>
                  <a:tab pos="1085896" algn="l"/>
                </a:tabLst>
              </a:pPr>
              <a:t>17/03/26</a:t>
            </a:fld>
            <a:endParaRPr lang="en-US" sz="1486" dirty="0">
              <a:solidFill>
                <a:srgbClr val="FFFFFF"/>
              </a:solidFill>
              <a:latin typeface="Segoe UI"/>
              <a:cs typeface="Segoe UI"/>
            </a:endParaRPr>
          </a:p>
        </p:txBody>
      </p:sp>
    </p:spTree>
    <p:extLst>
      <p:ext uri="{BB962C8B-B14F-4D97-AF65-F5344CB8AC3E}">
        <p14:creationId xmlns:p14="http://schemas.microsoft.com/office/powerpoint/2010/main" val="2502295429"/>
      </p:ext>
    </p:extLst>
  </p:cSld>
  <p:clrMapOvr>
    <a:masterClrMapping/>
  </p:clrMapOvr>
  <p:extLst>
    <p:ext uri="{DCECCB84-F9BA-43D5-87BE-67443E8EF086}">
      <p15:sldGuideLst xmlns:p15="http://schemas.microsoft.com/office/powerpoint/2012/main">
        <p15:guide id="1" orient="horz" pos="2927">
          <p15:clr>
            <a:srgbClr val="FBAE40"/>
          </p15:clr>
        </p15:guide>
        <p15:guide id="2" pos="663">
          <p15:clr>
            <a:srgbClr val="FBAE40"/>
          </p15:clr>
        </p15:guide>
        <p15:guide id="3" pos="8941">
          <p15:clr>
            <a:srgbClr val="FBAE40"/>
          </p15:clr>
        </p15:guide>
        <p15:guide id="4" pos="792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egular Slide with Subtitl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45917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10" name="Text Placeholder 9">
            <a:extLst>
              <a:ext uri="{FF2B5EF4-FFF2-40B4-BE49-F238E27FC236}">
                <a16:creationId xmlns:a16="http://schemas.microsoft.com/office/drawing/2014/main" id="{D08BE53F-1090-48FA-99D1-4E25510843A0}"/>
              </a:ext>
            </a:extLst>
          </p:cNvPr>
          <p:cNvSpPr>
            <a:spLocks noGrp="1"/>
          </p:cNvSpPr>
          <p:nvPr>
            <p:ph type="body" sz="quarter" idx="11" hasCustomPrompt="1"/>
          </p:nvPr>
        </p:nvSpPr>
        <p:spPr>
          <a:xfrm>
            <a:off x="680651" y="1202365"/>
            <a:ext cx="10655551" cy="339664"/>
          </a:xfrm>
          <a:prstGeom prst="rect">
            <a:avLst/>
          </a:prstGeom>
        </p:spPr>
        <p:txBody>
          <a:bodyPr anchor="ctr"/>
          <a:lstStyle>
            <a:lvl1pPr marL="0" indent="0">
              <a:buNone/>
              <a:defRPr kumimoji="0" lang="en-US" sz="1455" b="1" i="0" u="none" strike="noStrike" kern="1200" cap="none" spc="0" normalizeH="0" baseline="0" dirty="0">
                <a:ln>
                  <a:noFill/>
                </a:ln>
                <a:solidFill>
                  <a:srgbClr val="4D4D4D"/>
                </a:solidFill>
                <a:effectLst/>
                <a:uLnTx/>
                <a:uFillTx/>
                <a:latin typeface="Segoe UI"/>
                <a:ea typeface="+mn-ea"/>
                <a:cs typeface="+mn-cs"/>
              </a:defRPr>
            </a:lvl1pPr>
          </a:lstStyle>
          <a:p>
            <a:pPr lvl="0"/>
            <a:r>
              <a:rPr lang="en-US" dirty="0"/>
              <a:t>Presentation Slide Subtitle</a:t>
            </a:r>
          </a:p>
        </p:txBody>
      </p:sp>
      <p:sp>
        <p:nvSpPr>
          <p:cNvPr id="3" name="Text Placeholder 2">
            <a:extLst>
              <a:ext uri="{FF2B5EF4-FFF2-40B4-BE49-F238E27FC236}">
                <a16:creationId xmlns:a16="http://schemas.microsoft.com/office/drawing/2014/main" id="{39F7F71A-DF33-5EB3-A10D-DD8BA6E4FF7B}"/>
              </a:ext>
            </a:extLst>
          </p:cNvPr>
          <p:cNvSpPr>
            <a:spLocks noGrp="1"/>
          </p:cNvSpPr>
          <p:nvPr>
            <p:ph type="body" sz="quarter" idx="13"/>
          </p:nvPr>
        </p:nvSpPr>
        <p:spPr>
          <a:xfrm>
            <a:off x="680597" y="1857937"/>
            <a:ext cx="10655605" cy="4169286"/>
          </a:xfrm>
          <a:prstGeom prst="rect">
            <a:avLst/>
          </a:prstGeom>
        </p:spPr>
        <p:txBody>
          <a:bodyPr/>
          <a:lstStyle>
            <a:lvl1pPr>
              <a:defRPr sz="1092">
                <a:solidFill>
                  <a:srgbClr val="575756"/>
                </a:solidFill>
              </a:defRPr>
            </a:lvl1pPr>
            <a:lvl2pPr>
              <a:defRPr sz="970">
                <a:solidFill>
                  <a:srgbClr val="575756"/>
                </a:solidFill>
              </a:defRPr>
            </a:lvl2pPr>
            <a:lvl3pPr>
              <a:defRPr sz="849">
                <a:solidFill>
                  <a:srgbClr val="575756"/>
                </a:solidFill>
              </a:defRPr>
            </a:lvl3pPr>
            <a:lvl4pPr>
              <a:defRPr sz="728">
                <a:solidFill>
                  <a:srgbClr val="575756"/>
                </a:solidFill>
              </a:defRPr>
            </a:lvl4pPr>
            <a:lvl5pPr>
              <a:defRPr sz="667">
                <a:solidFill>
                  <a:srgbClr val="575756"/>
                </a:solidFill>
              </a:defRPr>
            </a:lvl5pPr>
            <a:lvl6pPr>
              <a:defRPr sz="637">
                <a:solidFill>
                  <a:srgbClr val="575756"/>
                </a:solidFill>
              </a:defRPr>
            </a:lvl6pPr>
            <a:lvl7pPr>
              <a:defRPr sz="606">
                <a:solidFill>
                  <a:srgbClr val="575756"/>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94784617"/>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572">
          <p15:clr>
            <a:srgbClr val="FBAE40"/>
          </p15:clr>
        </p15:guide>
        <p15:guide id="4" orient="horz" pos="1249">
          <p15:clr>
            <a:srgbClr val="FBAE40"/>
          </p15:clr>
        </p15:guide>
        <p15:guide id="5" orient="horz" pos="1929">
          <p15:clr>
            <a:srgbClr val="FBAE40"/>
          </p15:clr>
        </p15:guide>
        <p15:guide id="6" orient="horz" pos="6261">
          <p15:clr>
            <a:srgbClr val="FBAE40"/>
          </p15:clr>
        </p15:guide>
        <p15:guide id="7" pos="1177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Regular Slid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45917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2" name="Text Placeholder 2">
            <a:extLst>
              <a:ext uri="{FF2B5EF4-FFF2-40B4-BE49-F238E27FC236}">
                <a16:creationId xmlns:a16="http://schemas.microsoft.com/office/drawing/2014/main" id="{BE0A4693-69D9-1BC5-D035-35C9AA7FEC2E}"/>
              </a:ext>
            </a:extLst>
          </p:cNvPr>
          <p:cNvSpPr>
            <a:spLocks noGrp="1"/>
          </p:cNvSpPr>
          <p:nvPr>
            <p:ph type="body" sz="quarter" idx="13"/>
          </p:nvPr>
        </p:nvSpPr>
        <p:spPr>
          <a:xfrm>
            <a:off x="680597" y="1202364"/>
            <a:ext cx="10655605" cy="4824858"/>
          </a:xfrm>
          <a:prstGeom prst="rect">
            <a:avLst/>
          </a:prstGeom>
        </p:spPr>
        <p:txBody>
          <a:bodyPr/>
          <a:lstStyle>
            <a:lvl1pPr>
              <a:defRPr sz="1092">
                <a:solidFill>
                  <a:srgbClr val="575756"/>
                </a:solidFill>
              </a:defRPr>
            </a:lvl1pPr>
            <a:lvl2pPr>
              <a:defRPr sz="970">
                <a:solidFill>
                  <a:srgbClr val="575756"/>
                </a:solidFill>
              </a:defRPr>
            </a:lvl2pPr>
            <a:lvl3pPr>
              <a:defRPr sz="849">
                <a:solidFill>
                  <a:srgbClr val="575756"/>
                </a:solidFill>
              </a:defRPr>
            </a:lvl3pPr>
            <a:lvl4pPr>
              <a:defRPr sz="728">
                <a:solidFill>
                  <a:srgbClr val="575756"/>
                </a:solidFill>
              </a:defRPr>
            </a:lvl4pPr>
            <a:lvl5pPr>
              <a:defRPr sz="667">
                <a:solidFill>
                  <a:srgbClr val="575756"/>
                </a:solidFill>
              </a:defRPr>
            </a:lvl5pPr>
            <a:lvl6pPr>
              <a:defRPr sz="637">
                <a:solidFill>
                  <a:srgbClr val="575756"/>
                </a:solidFill>
              </a:defRPr>
            </a:lvl6pPr>
            <a:lvl7pPr>
              <a:defRPr sz="606">
                <a:solidFill>
                  <a:srgbClr val="575756"/>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66021819"/>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572">
          <p15:clr>
            <a:srgbClr val="FBAE40"/>
          </p15:clr>
        </p15:guide>
        <p15:guide id="4" orient="horz" pos="1249">
          <p15:clr>
            <a:srgbClr val="FBAE40"/>
          </p15:clr>
        </p15:guide>
        <p15:guide id="6" orient="horz" pos="6261">
          <p15:clr>
            <a:srgbClr val="FBAE40"/>
          </p15:clr>
        </p15:guide>
        <p15:guide id="7" pos="1177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egular Slide with Picture (Righ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45917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3" name="Picture Placeholder 2">
            <a:extLst>
              <a:ext uri="{FF2B5EF4-FFF2-40B4-BE49-F238E27FC236}">
                <a16:creationId xmlns:a16="http://schemas.microsoft.com/office/drawing/2014/main" id="{C2A1443F-8C1F-4907-A97F-DFC1AB0C5C95}"/>
              </a:ext>
            </a:extLst>
          </p:cNvPr>
          <p:cNvSpPr>
            <a:spLocks noGrp="1"/>
          </p:cNvSpPr>
          <p:nvPr>
            <p:ph type="pic" sz="quarter" idx="14" hasCustomPrompt="1"/>
          </p:nvPr>
        </p:nvSpPr>
        <p:spPr>
          <a:xfrm>
            <a:off x="6161942" y="1202365"/>
            <a:ext cx="5174260" cy="4824858"/>
          </a:xfrm>
          <a:prstGeom prst="rect">
            <a:avLst/>
          </a:prstGeom>
        </p:spPr>
        <p:txBody>
          <a:bodyPr/>
          <a:lstStyle>
            <a:lvl1pPr marL="0" indent="0">
              <a:buNone/>
              <a:defRPr sz="1092">
                <a:latin typeface="Segoe UI" panose="020B0502040204020203" pitchFamily="34" charset="0"/>
                <a:cs typeface="Segoe UI" panose="020B0502040204020203" pitchFamily="34" charset="0"/>
              </a:defRPr>
            </a:lvl1pPr>
          </a:lstStyle>
          <a:p>
            <a:r>
              <a:rPr lang="en-US" dirty="0"/>
              <a:t>Presentation Slide Picture</a:t>
            </a:r>
          </a:p>
        </p:txBody>
      </p:sp>
      <p:sp>
        <p:nvSpPr>
          <p:cNvPr id="2" name="Text Placeholder 2">
            <a:extLst>
              <a:ext uri="{FF2B5EF4-FFF2-40B4-BE49-F238E27FC236}">
                <a16:creationId xmlns:a16="http://schemas.microsoft.com/office/drawing/2014/main" id="{F657B1B7-D9BC-3854-AD34-86C0F47B6033}"/>
              </a:ext>
            </a:extLst>
          </p:cNvPr>
          <p:cNvSpPr>
            <a:spLocks noGrp="1"/>
          </p:cNvSpPr>
          <p:nvPr>
            <p:ph type="body" sz="quarter" idx="13"/>
          </p:nvPr>
        </p:nvSpPr>
        <p:spPr>
          <a:xfrm>
            <a:off x="680596" y="1202364"/>
            <a:ext cx="5174260" cy="4824858"/>
          </a:xfrm>
          <a:prstGeom prst="rect">
            <a:avLst/>
          </a:prstGeom>
        </p:spPr>
        <p:txBody>
          <a:bodyPr/>
          <a:lstStyle>
            <a:lvl1pPr>
              <a:defRPr sz="1092">
                <a:solidFill>
                  <a:srgbClr val="575756"/>
                </a:solidFill>
              </a:defRPr>
            </a:lvl1pPr>
            <a:lvl2pPr>
              <a:defRPr sz="970">
                <a:solidFill>
                  <a:srgbClr val="575756"/>
                </a:solidFill>
              </a:defRPr>
            </a:lvl2pPr>
            <a:lvl3pPr>
              <a:defRPr sz="849">
                <a:solidFill>
                  <a:srgbClr val="575756"/>
                </a:solidFill>
              </a:defRPr>
            </a:lvl3pPr>
            <a:lvl4pPr>
              <a:defRPr sz="728">
                <a:solidFill>
                  <a:srgbClr val="575756"/>
                </a:solidFill>
              </a:defRPr>
            </a:lvl4pPr>
            <a:lvl5pPr>
              <a:defRPr sz="667">
                <a:solidFill>
                  <a:srgbClr val="575756"/>
                </a:solidFill>
              </a:defRPr>
            </a:lvl5pPr>
            <a:lvl6pPr>
              <a:defRPr sz="637">
                <a:solidFill>
                  <a:srgbClr val="575756"/>
                </a:solidFill>
              </a:defRPr>
            </a:lvl6pPr>
            <a:lvl7pPr>
              <a:defRPr sz="606">
                <a:solidFill>
                  <a:srgbClr val="575756"/>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21068645"/>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572">
          <p15:clr>
            <a:srgbClr val="FBAE40"/>
          </p15:clr>
        </p15:guide>
        <p15:guide id="4" orient="horz" pos="1249">
          <p15:clr>
            <a:srgbClr val="FBAE40"/>
          </p15:clr>
        </p15:guide>
        <p15:guide id="6" orient="horz" pos="6261">
          <p15:clr>
            <a:srgbClr val="FBAE40"/>
          </p15:clr>
        </p15:guide>
        <p15:guide id="7" pos="11776">
          <p15:clr>
            <a:srgbClr val="FBAE40"/>
          </p15:clr>
        </p15:guide>
        <p15:guide id="8" pos="6083">
          <p15:clr>
            <a:srgbClr val="FBAE40"/>
          </p15:clr>
        </p15:guide>
        <p15:guide id="9" pos="640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egular Slide with Tabl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45917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3" name="Table Placeholder 2">
            <a:extLst>
              <a:ext uri="{FF2B5EF4-FFF2-40B4-BE49-F238E27FC236}">
                <a16:creationId xmlns:a16="http://schemas.microsoft.com/office/drawing/2014/main" id="{C6769F21-4AB7-43C6-A893-BCA17DFBCF3B}"/>
              </a:ext>
            </a:extLst>
          </p:cNvPr>
          <p:cNvSpPr>
            <a:spLocks noGrp="1"/>
          </p:cNvSpPr>
          <p:nvPr>
            <p:ph type="tbl" sz="quarter" idx="11" hasCustomPrompt="1"/>
          </p:nvPr>
        </p:nvSpPr>
        <p:spPr>
          <a:xfrm>
            <a:off x="680650" y="1220686"/>
            <a:ext cx="10459170" cy="4806537"/>
          </a:xfrm>
          <a:prstGeom prst="rect">
            <a:avLst/>
          </a:prstGeom>
        </p:spPr>
        <p:txBody>
          <a:bodyPr/>
          <a:lstStyle>
            <a:lvl1pPr marL="0" indent="0">
              <a:buNone/>
              <a:defRPr sz="1092">
                <a:latin typeface="Segoe UI" panose="020B0502040204020203" pitchFamily="34" charset="0"/>
                <a:cs typeface="Segoe UI" panose="020B0502040204020203" pitchFamily="34" charset="0"/>
              </a:defRPr>
            </a:lvl1pPr>
          </a:lstStyle>
          <a:p>
            <a:r>
              <a:rPr lang="en-US" dirty="0"/>
              <a:t>Presentation Slide Table</a:t>
            </a:r>
          </a:p>
        </p:txBody>
      </p:sp>
    </p:spTree>
    <p:extLst>
      <p:ext uri="{BB962C8B-B14F-4D97-AF65-F5344CB8AC3E}">
        <p14:creationId xmlns:p14="http://schemas.microsoft.com/office/powerpoint/2010/main" val="3145840113"/>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572">
          <p15:clr>
            <a:srgbClr val="FBAE40"/>
          </p15:clr>
        </p15:guide>
        <p15:guide id="4" orient="horz" pos="1249">
          <p15:clr>
            <a:srgbClr val="FBAE40"/>
          </p15:clr>
        </p15:guide>
        <p15:guide id="6" orient="horz" pos="6261">
          <p15:clr>
            <a:srgbClr val="FBAE40"/>
          </p15:clr>
        </p15:guide>
        <p15:guide id="7" pos="1177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egular Slide with Char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50249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4" name="Chart Placeholder 3">
            <a:extLst>
              <a:ext uri="{FF2B5EF4-FFF2-40B4-BE49-F238E27FC236}">
                <a16:creationId xmlns:a16="http://schemas.microsoft.com/office/drawing/2014/main" id="{A10159EA-3206-41F3-A160-84997299F4DB}"/>
              </a:ext>
            </a:extLst>
          </p:cNvPr>
          <p:cNvSpPr>
            <a:spLocks noGrp="1"/>
          </p:cNvSpPr>
          <p:nvPr>
            <p:ph type="chart" sz="quarter" idx="13" hasCustomPrompt="1"/>
          </p:nvPr>
        </p:nvSpPr>
        <p:spPr>
          <a:xfrm>
            <a:off x="6423784" y="1354466"/>
            <a:ext cx="4759356" cy="4519695"/>
          </a:xfrm>
          <a:prstGeom prst="rect">
            <a:avLst/>
          </a:prstGeom>
        </p:spPr>
        <p:txBody>
          <a:bodyPr/>
          <a:lstStyle>
            <a:lvl1pPr marL="0" indent="0">
              <a:buNone/>
              <a:defRPr sz="1092">
                <a:latin typeface="Segoe UI" panose="020B0502040204020203" pitchFamily="34" charset="0"/>
                <a:cs typeface="Segoe UI" panose="020B0502040204020203" pitchFamily="34" charset="0"/>
              </a:defRPr>
            </a:lvl1pPr>
          </a:lstStyle>
          <a:p>
            <a:r>
              <a:rPr lang="en-US" dirty="0"/>
              <a:t>Presentation Slide Chart</a:t>
            </a:r>
          </a:p>
        </p:txBody>
      </p:sp>
      <p:sp>
        <p:nvSpPr>
          <p:cNvPr id="2" name="Text Placeholder 2">
            <a:extLst>
              <a:ext uri="{FF2B5EF4-FFF2-40B4-BE49-F238E27FC236}">
                <a16:creationId xmlns:a16="http://schemas.microsoft.com/office/drawing/2014/main" id="{FC36CFD9-AFB7-F480-F8C4-22839BFE225A}"/>
              </a:ext>
            </a:extLst>
          </p:cNvPr>
          <p:cNvSpPr>
            <a:spLocks noGrp="1"/>
          </p:cNvSpPr>
          <p:nvPr>
            <p:ph type="body" sz="quarter" idx="14"/>
          </p:nvPr>
        </p:nvSpPr>
        <p:spPr>
          <a:xfrm>
            <a:off x="680597" y="1202364"/>
            <a:ext cx="5174261" cy="4824858"/>
          </a:xfrm>
          <a:prstGeom prst="rect">
            <a:avLst/>
          </a:prstGeom>
        </p:spPr>
        <p:txBody>
          <a:bodyPr/>
          <a:lstStyle>
            <a:lvl1pPr>
              <a:defRPr sz="1092">
                <a:solidFill>
                  <a:srgbClr val="575756"/>
                </a:solidFill>
              </a:defRPr>
            </a:lvl1pPr>
            <a:lvl2pPr>
              <a:defRPr sz="970">
                <a:solidFill>
                  <a:srgbClr val="575756"/>
                </a:solidFill>
              </a:defRPr>
            </a:lvl2pPr>
            <a:lvl3pPr>
              <a:defRPr sz="849">
                <a:solidFill>
                  <a:srgbClr val="575756"/>
                </a:solidFill>
              </a:defRPr>
            </a:lvl3pPr>
            <a:lvl4pPr>
              <a:defRPr sz="728">
                <a:solidFill>
                  <a:srgbClr val="575756"/>
                </a:solidFill>
              </a:defRPr>
            </a:lvl4pPr>
            <a:lvl5pPr>
              <a:defRPr sz="667">
                <a:solidFill>
                  <a:srgbClr val="575756"/>
                </a:solidFill>
              </a:defRPr>
            </a:lvl5pPr>
            <a:lvl6pPr>
              <a:defRPr sz="637">
                <a:solidFill>
                  <a:srgbClr val="575756"/>
                </a:solidFill>
              </a:defRPr>
            </a:lvl6pPr>
            <a:lvl7pPr>
              <a:defRPr sz="606">
                <a:solidFill>
                  <a:srgbClr val="575756"/>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01235284"/>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617">
          <p15:clr>
            <a:srgbClr val="FBAE40"/>
          </p15:clr>
        </p15:guide>
        <p15:guide id="4" orient="horz" pos="1249">
          <p15:clr>
            <a:srgbClr val="FBAE40"/>
          </p15:clr>
        </p15:guide>
        <p15:guide id="6" orient="horz" pos="6261">
          <p15:clr>
            <a:srgbClr val="FBAE40"/>
          </p15:clr>
        </p15:guide>
        <p15:guide id="8" pos="6083">
          <p15:clr>
            <a:srgbClr val="FBAE40"/>
          </p15:clr>
        </p15:guide>
        <p15:guide id="9" pos="6673">
          <p15:clr>
            <a:srgbClr val="FBAE40"/>
          </p15:clr>
        </p15:guide>
        <p15:guide id="10" orient="horz" pos="1407">
          <p15:clr>
            <a:srgbClr val="FBAE40"/>
          </p15:clr>
        </p15:guide>
        <p15:guide id="11" orient="horz" pos="610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Regular Slide with Chart (Blu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50249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5" name="Прямоугольник с одним скругленным углом 51">
            <a:extLst>
              <a:ext uri="{FF2B5EF4-FFF2-40B4-BE49-F238E27FC236}">
                <a16:creationId xmlns:a16="http://schemas.microsoft.com/office/drawing/2014/main" id="{89496D50-D39F-4FE6-89B7-1F2879F711AB}"/>
              </a:ext>
            </a:extLst>
          </p:cNvPr>
          <p:cNvSpPr/>
          <p:nvPr userDrawn="1"/>
        </p:nvSpPr>
        <p:spPr>
          <a:xfrm>
            <a:off x="6008393" y="1202191"/>
            <a:ext cx="5327742" cy="5656081"/>
          </a:xfrm>
          <a:prstGeom prst="round1Rect">
            <a:avLst>
              <a:gd name="adj" fmla="val 3659"/>
            </a:avLst>
          </a:prstGeom>
          <a:solidFill>
            <a:srgbClr val="81D8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092" dirty="0"/>
          </a:p>
        </p:txBody>
      </p:sp>
      <p:sp>
        <p:nvSpPr>
          <p:cNvPr id="6" name="Прямоугольник с одним скругленным углом 56">
            <a:extLst>
              <a:ext uri="{FF2B5EF4-FFF2-40B4-BE49-F238E27FC236}">
                <a16:creationId xmlns:a16="http://schemas.microsoft.com/office/drawing/2014/main" id="{F1DB62D8-A0D9-4B0C-893A-57796080C509}"/>
              </a:ext>
            </a:extLst>
          </p:cNvPr>
          <p:cNvSpPr/>
          <p:nvPr userDrawn="1"/>
        </p:nvSpPr>
        <p:spPr>
          <a:xfrm flipH="1">
            <a:off x="6249075" y="6039945"/>
            <a:ext cx="5087059" cy="818326"/>
          </a:xfrm>
          <a:prstGeom prst="round1Rect">
            <a:avLst>
              <a:gd name="adj" fmla="val 1091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92" dirty="0"/>
              <a:t>ф</a:t>
            </a:r>
          </a:p>
        </p:txBody>
      </p:sp>
      <p:sp>
        <p:nvSpPr>
          <p:cNvPr id="10" name="Chart Placeholder 9">
            <a:extLst>
              <a:ext uri="{FF2B5EF4-FFF2-40B4-BE49-F238E27FC236}">
                <a16:creationId xmlns:a16="http://schemas.microsoft.com/office/drawing/2014/main" id="{2F302DFE-CB5C-4D88-8E6F-642FFE48FE82}"/>
              </a:ext>
            </a:extLst>
          </p:cNvPr>
          <p:cNvSpPr>
            <a:spLocks noGrp="1"/>
          </p:cNvSpPr>
          <p:nvPr>
            <p:ph type="chart" sz="quarter" idx="14" hasCustomPrompt="1"/>
          </p:nvPr>
        </p:nvSpPr>
        <p:spPr>
          <a:xfrm>
            <a:off x="6249074" y="1430950"/>
            <a:ext cx="4840688" cy="4443210"/>
          </a:xfrm>
          <a:prstGeom prst="rect">
            <a:avLst/>
          </a:prstGeom>
        </p:spPr>
        <p:txBody>
          <a:bodyPr/>
          <a:lstStyle>
            <a:lvl1pPr marL="0" indent="0">
              <a:buNone/>
              <a:defRPr sz="1092">
                <a:latin typeface="Segoe UI" panose="020B0502040204020203" pitchFamily="34" charset="0"/>
                <a:cs typeface="Segoe UI" panose="020B0502040204020203" pitchFamily="34" charset="0"/>
              </a:defRPr>
            </a:lvl1pPr>
          </a:lstStyle>
          <a:p>
            <a:r>
              <a:rPr lang="en-US" dirty="0"/>
              <a:t>Presentation Slide Chart</a:t>
            </a:r>
          </a:p>
        </p:txBody>
      </p:sp>
      <p:sp>
        <p:nvSpPr>
          <p:cNvPr id="12" name="Text Placeholder 11">
            <a:extLst>
              <a:ext uri="{FF2B5EF4-FFF2-40B4-BE49-F238E27FC236}">
                <a16:creationId xmlns:a16="http://schemas.microsoft.com/office/drawing/2014/main" id="{D6A2200F-F226-42F7-9242-A5C36E999FB9}"/>
              </a:ext>
            </a:extLst>
          </p:cNvPr>
          <p:cNvSpPr>
            <a:spLocks noGrp="1"/>
          </p:cNvSpPr>
          <p:nvPr>
            <p:ph type="body" sz="quarter" idx="15" hasCustomPrompt="1"/>
          </p:nvPr>
        </p:nvSpPr>
        <p:spPr>
          <a:xfrm>
            <a:off x="6423784" y="6233234"/>
            <a:ext cx="4665979" cy="429347"/>
          </a:xfrm>
          <a:prstGeom prst="rect">
            <a:avLst/>
          </a:prstGeom>
        </p:spPr>
        <p:txBody>
          <a:bodyPr anchor="ctr"/>
          <a:lstStyle>
            <a:lvl1pPr marL="0" indent="0">
              <a:buNone/>
              <a:defRPr sz="1455" b="1" i="0">
                <a:solidFill>
                  <a:srgbClr val="008BCB"/>
                </a:solidFill>
                <a:latin typeface="Segoe UI" panose="020B0502040204020203" pitchFamily="34" charset="0"/>
                <a:cs typeface="Segoe UI" panose="020B0502040204020203" pitchFamily="34" charset="0"/>
              </a:defRPr>
            </a:lvl1pPr>
          </a:lstStyle>
          <a:p>
            <a:pPr lvl="0"/>
            <a:r>
              <a:rPr lang="en-US" dirty="0"/>
              <a:t>Graphic / diagram name – Segoe UI Bold 24</a:t>
            </a:r>
          </a:p>
        </p:txBody>
      </p:sp>
      <p:sp>
        <p:nvSpPr>
          <p:cNvPr id="2" name="Text Placeholder 2">
            <a:extLst>
              <a:ext uri="{FF2B5EF4-FFF2-40B4-BE49-F238E27FC236}">
                <a16:creationId xmlns:a16="http://schemas.microsoft.com/office/drawing/2014/main" id="{BDCCD7E8-391F-669F-025D-C5D312256102}"/>
              </a:ext>
            </a:extLst>
          </p:cNvPr>
          <p:cNvSpPr>
            <a:spLocks noGrp="1"/>
          </p:cNvSpPr>
          <p:nvPr>
            <p:ph type="body" sz="quarter" idx="13"/>
          </p:nvPr>
        </p:nvSpPr>
        <p:spPr>
          <a:xfrm>
            <a:off x="680597" y="1202364"/>
            <a:ext cx="5174261" cy="4824858"/>
          </a:xfrm>
          <a:prstGeom prst="rect">
            <a:avLst/>
          </a:prstGeom>
        </p:spPr>
        <p:txBody>
          <a:bodyPr/>
          <a:lstStyle>
            <a:lvl1pPr>
              <a:defRPr sz="1092">
                <a:solidFill>
                  <a:srgbClr val="575756"/>
                </a:solidFill>
              </a:defRPr>
            </a:lvl1pPr>
            <a:lvl2pPr>
              <a:defRPr sz="970">
                <a:solidFill>
                  <a:srgbClr val="575756"/>
                </a:solidFill>
              </a:defRPr>
            </a:lvl2pPr>
            <a:lvl3pPr>
              <a:defRPr sz="849">
                <a:solidFill>
                  <a:srgbClr val="575756"/>
                </a:solidFill>
              </a:defRPr>
            </a:lvl3pPr>
            <a:lvl4pPr>
              <a:defRPr sz="728">
                <a:solidFill>
                  <a:srgbClr val="575756"/>
                </a:solidFill>
              </a:defRPr>
            </a:lvl4pPr>
            <a:lvl5pPr>
              <a:defRPr sz="667">
                <a:solidFill>
                  <a:srgbClr val="575756"/>
                </a:solidFill>
              </a:defRPr>
            </a:lvl5pPr>
            <a:lvl6pPr>
              <a:defRPr sz="637">
                <a:solidFill>
                  <a:srgbClr val="575756"/>
                </a:solidFill>
              </a:defRPr>
            </a:lvl6pPr>
            <a:lvl7pPr>
              <a:defRPr sz="606">
                <a:solidFill>
                  <a:srgbClr val="575756"/>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95629154"/>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617">
          <p15:clr>
            <a:srgbClr val="FBAE40"/>
          </p15:clr>
        </p15:guide>
        <p15:guide id="4" orient="horz" pos="1249">
          <p15:clr>
            <a:srgbClr val="FBAE40"/>
          </p15:clr>
        </p15:guide>
        <p15:guide id="6" orient="horz" pos="6261">
          <p15:clr>
            <a:srgbClr val="FBAE40"/>
          </p15:clr>
        </p15:guide>
        <p15:guide id="8" pos="6083">
          <p15:clr>
            <a:srgbClr val="FBAE40"/>
          </p15:clr>
        </p15:guide>
        <p15:guide id="9" pos="6673">
          <p15:clr>
            <a:srgbClr val="FBAE40"/>
          </p15:clr>
        </p15:guide>
        <p15:guide id="10" orient="horz" pos="1407">
          <p15:clr>
            <a:srgbClr val="FBAE40"/>
          </p15:clr>
        </p15:guide>
        <p15:guide id="11" orient="horz" pos="610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lide with Picture (Left) + Ico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45917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30" name="Rectangle: Single Corner Rounded 29">
            <a:extLst>
              <a:ext uri="{FF2B5EF4-FFF2-40B4-BE49-F238E27FC236}">
                <a16:creationId xmlns:a16="http://schemas.microsoft.com/office/drawing/2014/main" id="{EC7B9C12-82C3-4B64-B31D-9EBD27D6C50B}"/>
              </a:ext>
            </a:extLst>
          </p:cNvPr>
          <p:cNvSpPr/>
          <p:nvPr userDrawn="1"/>
        </p:nvSpPr>
        <p:spPr>
          <a:xfrm>
            <a:off x="6008459" y="1201716"/>
            <a:ext cx="5327742" cy="5656284"/>
          </a:xfrm>
          <a:prstGeom prst="round1Rect">
            <a:avLst>
              <a:gd name="adj" fmla="val 3741"/>
            </a:avLst>
          </a:prstGeom>
          <a:solidFill>
            <a:srgbClr val="81D8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92" dirty="0"/>
          </a:p>
        </p:txBody>
      </p:sp>
      <p:sp>
        <p:nvSpPr>
          <p:cNvPr id="5" name="Прямоугольник с одним скругленным углом 87">
            <a:extLst>
              <a:ext uri="{FF2B5EF4-FFF2-40B4-BE49-F238E27FC236}">
                <a16:creationId xmlns:a16="http://schemas.microsoft.com/office/drawing/2014/main" id="{2D363FDE-1569-4A9C-A11C-5ADF4B31B209}"/>
              </a:ext>
            </a:extLst>
          </p:cNvPr>
          <p:cNvSpPr/>
          <p:nvPr userDrawn="1"/>
        </p:nvSpPr>
        <p:spPr>
          <a:xfrm flipH="1">
            <a:off x="6249075" y="5802779"/>
            <a:ext cx="5087059" cy="1055221"/>
          </a:xfrm>
          <a:prstGeom prst="round1Rect">
            <a:avLst>
              <a:gd name="adj" fmla="val 1091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1092" dirty="0"/>
              <a:t>ф</a:t>
            </a:r>
          </a:p>
        </p:txBody>
      </p:sp>
      <p:pic>
        <p:nvPicPr>
          <p:cNvPr id="7" name="Picture 8">
            <a:extLst>
              <a:ext uri="{FF2B5EF4-FFF2-40B4-BE49-F238E27FC236}">
                <a16:creationId xmlns:a16="http://schemas.microsoft.com/office/drawing/2014/main" id="{C08DF4BF-1A84-481D-8350-237D78545A0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631278" y="6238839"/>
            <a:ext cx="4532605" cy="370798"/>
          </a:xfrm>
          <a:prstGeom prst="rect">
            <a:avLst/>
          </a:prstGeom>
        </p:spPr>
      </p:pic>
      <p:sp>
        <p:nvSpPr>
          <p:cNvPr id="23" name="object 36">
            <a:extLst>
              <a:ext uri="{FF2B5EF4-FFF2-40B4-BE49-F238E27FC236}">
                <a16:creationId xmlns:a16="http://schemas.microsoft.com/office/drawing/2014/main" id="{B39DBFEF-CFCA-40F5-A4F5-AE4D04D610A0}"/>
              </a:ext>
            </a:extLst>
          </p:cNvPr>
          <p:cNvSpPr txBox="1"/>
          <p:nvPr userDrawn="1"/>
        </p:nvSpPr>
        <p:spPr>
          <a:xfrm>
            <a:off x="6423754" y="5802779"/>
            <a:ext cx="2067219" cy="280680"/>
          </a:xfrm>
          <a:prstGeom prst="rect">
            <a:avLst/>
          </a:prstGeom>
        </p:spPr>
        <p:txBody>
          <a:bodyPr vert="horz" wrap="square" lIns="0" tIns="56223" rIns="0" bIns="0" rtlCol="0">
            <a:spAutoFit/>
          </a:bodyPr>
          <a:lstStyle/>
          <a:p>
            <a:pPr algn="l">
              <a:spcBef>
                <a:spcPts val="443"/>
              </a:spcBef>
            </a:pPr>
            <a:r>
              <a:rPr lang="en-US" sz="1455" b="1" spc="-6" dirty="0">
                <a:solidFill>
                  <a:srgbClr val="008BCB"/>
                </a:solidFill>
                <a:latin typeface="+mj-lt"/>
                <a:cs typeface="Arial Unicode MS"/>
              </a:rPr>
              <a:t>Shareholders</a:t>
            </a:r>
            <a:endParaRPr lang="en-US" sz="1455" b="1" dirty="0">
              <a:solidFill>
                <a:srgbClr val="008BCB"/>
              </a:solidFill>
              <a:latin typeface="+mj-lt"/>
              <a:cs typeface="Arial Unicode MS"/>
            </a:endParaRPr>
          </a:p>
        </p:txBody>
      </p:sp>
      <p:sp>
        <p:nvSpPr>
          <p:cNvPr id="3" name="Picture Placeholder 2">
            <a:extLst>
              <a:ext uri="{FF2B5EF4-FFF2-40B4-BE49-F238E27FC236}">
                <a16:creationId xmlns:a16="http://schemas.microsoft.com/office/drawing/2014/main" id="{4786EF69-C26E-454D-83DE-D23F7B9D6E74}"/>
              </a:ext>
              <a:ext uri="{C183D7F6-B498-43B3-948B-1728B52AA6E4}">
                <adec:decorative xmlns:adec="http://schemas.microsoft.com/office/drawing/2017/decorative" val="0"/>
              </a:ext>
            </a:extLst>
          </p:cNvPr>
          <p:cNvSpPr>
            <a:spLocks noGrp="1"/>
          </p:cNvSpPr>
          <p:nvPr>
            <p:ph type="pic" sz="quarter" idx="11" hasCustomPrompt="1"/>
          </p:nvPr>
        </p:nvSpPr>
        <p:spPr>
          <a:xfrm>
            <a:off x="680597" y="1201716"/>
            <a:ext cx="5144417" cy="5656284"/>
          </a:xfrm>
          <a:prstGeom prst="rect">
            <a:avLst/>
          </a:prstGeom>
          <a:noFill/>
        </p:spPr>
        <p:txBody>
          <a:bodyPr/>
          <a:lstStyle>
            <a:lvl1pPr marL="0" indent="0">
              <a:buNone/>
              <a:defRPr sz="1092">
                <a:latin typeface="Segoe UI" panose="020B0502040204020203" pitchFamily="34" charset="0"/>
                <a:cs typeface="Segoe UI" panose="020B0502040204020203" pitchFamily="34" charset="0"/>
              </a:defRPr>
            </a:lvl1pPr>
          </a:lstStyle>
          <a:p>
            <a:r>
              <a:rPr lang="en-US" dirty="0"/>
              <a:t>Presentation Slide Picture</a:t>
            </a:r>
          </a:p>
        </p:txBody>
      </p:sp>
      <p:sp>
        <p:nvSpPr>
          <p:cNvPr id="34" name="Text Placeholder 33">
            <a:extLst>
              <a:ext uri="{FF2B5EF4-FFF2-40B4-BE49-F238E27FC236}">
                <a16:creationId xmlns:a16="http://schemas.microsoft.com/office/drawing/2014/main" id="{A6EE8AA3-03DD-4138-8878-9E8130A79ABD}"/>
              </a:ext>
            </a:extLst>
          </p:cNvPr>
          <p:cNvSpPr>
            <a:spLocks noGrp="1"/>
          </p:cNvSpPr>
          <p:nvPr>
            <p:ph type="body" sz="quarter" idx="12" hasCustomPrompt="1"/>
          </p:nvPr>
        </p:nvSpPr>
        <p:spPr>
          <a:xfrm>
            <a:off x="6398864" y="2501307"/>
            <a:ext cx="1297897" cy="259947"/>
          </a:xfrm>
          <a:prstGeom prst="rect">
            <a:avLst/>
          </a:prstGeom>
        </p:spPr>
        <p:txBody>
          <a:bodyPr/>
          <a:lstStyle>
            <a:lvl1pPr marL="0" marR="0" indent="0" algn="ctr" defTabSz="554500" rtl="0" eaLnBrk="1" fontAlgn="auto" latinLnBrk="0" hangingPunct="1">
              <a:lnSpc>
                <a:spcPct val="90000"/>
              </a:lnSpc>
              <a:spcBef>
                <a:spcPts val="606"/>
              </a:spcBef>
              <a:spcAft>
                <a:spcPts val="0"/>
              </a:spcAft>
              <a:buClrTx/>
              <a:buSzTx/>
              <a:buFont typeface="Arial" panose="020B0604020202020204" pitchFamily="34" charset="0"/>
              <a:buNone/>
              <a:tabLst/>
              <a:defRPr sz="1455" b="1">
                <a:solidFill>
                  <a:srgbClr val="008BCB"/>
                </a:solidFill>
                <a:latin typeface="Segoe UI" panose="020B0502040204020203" pitchFamily="34" charset="0"/>
                <a:cs typeface="Segoe UI" panose="020B0502040204020203" pitchFamily="34" charset="0"/>
              </a:defRPr>
            </a:lvl1pPr>
          </a:lstStyle>
          <a:p>
            <a:pPr lvl="0"/>
            <a:r>
              <a:rPr lang="en-US" dirty="0"/>
              <a:t>Segoe UI 24</a:t>
            </a:r>
          </a:p>
        </p:txBody>
      </p:sp>
      <p:sp>
        <p:nvSpPr>
          <p:cNvPr id="35" name="Text Placeholder 33">
            <a:extLst>
              <a:ext uri="{FF2B5EF4-FFF2-40B4-BE49-F238E27FC236}">
                <a16:creationId xmlns:a16="http://schemas.microsoft.com/office/drawing/2014/main" id="{095161B6-5AF7-474E-86FC-D53EAF02F4FE}"/>
              </a:ext>
            </a:extLst>
          </p:cNvPr>
          <p:cNvSpPr>
            <a:spLocks noGrp="1"/>
          </p:cNvSpPr>
          <p:nvPr>
            <p:ph type="body" sz="quarter" idx="13" hasCustomPrompt="1"/>
          </p:nvPr>
        </p:nvSpPr>
        <p:spPr>
          <a:xfrm>
            <a:off x="6398864" y="2919499"/>
            <a:ext cx="1297897" cy="436060"/>
          </a:xfrm>
          <a:prstGeom prst="rect">
            <a:avLst/>
          </a:prstGeom>
        </p:spPr>
        <p:txBody>
          <a:bodyPr/>
          <a:lstStyle>
            <a:lvl1pPr marL="0" marR="0" indent="0" algn="ctr" defTabSz="554500" rtl="0" eaLnBrk="1" fontAlgn="auto" latinLnBrk="0" hangingPunct="1">
              <a:lnSpc>
                <a:spcPct val="90000"/>
              </a:lnSpc>
              <a:spcBef>
                <a:spcPts val="606"/>
              </a:spcBef>
              <a:spcAft>
                <a:spcPts val="0"/>
              </a:spcAft>
              <a:buClrTx/>
              <a:buSzTx/>
              <a:buFont typeface="Arial" panose="020B0604020202020204" pitchFamily="34" charset="0"/>
              <a:buNone/>
              <a:tabLst/>
              <a:defRPr sz="970" b="0">
                <a:solidFill>
                  <a:srgbClr val="474B51"/>
                </a:solidFill>
                <a:latin typeface="Segoe UI" panose="020B0502040204020203" pitchFamily="34" charset="0"/>
                <a:cs typeface="Segoe UI" panose="020B0502040204020203" pitchFamily="34" charset="0"/>
              </a:defRPr>
            </a:lvl1pPr>
          </a:lstStyle>
          <a:p>
            <a:pPr lvl="0"/>
            <a:r>
              <a:rPr lang="en-US" dirty="0"/>
              <a:t>Segoe UI 16</a:t>
            </a:r>
            <a:br>
              <a:rPr lang="en-US" dirty="0"/>
            </a:br>
            <a:r>
              <a:rPr lang="en-US" dirty="0" err="1"/>
              <a:t>Interdum</a:t>
            </a:r>
            <a:r>
              <a:rPr lang="en-US" dirty="0"/>
              <a:t> </a:t>
            </a:r>
            <a:r>
              <a:rPr lang="en-US" dirty="0" err="1"/>
              <a:t>varius</a:t>
            </a:r>
            <a:r>
              <a:rPr lang="en-US" dirty="0"/>
              <a:t>  sit </a:t>
            </a:r>
            <a:r>
              <a:rPr lang="en-US" dirty="0" err="1"/>
              <a:t>amet</a:t>
            </a:r>
            <a:r>
              <a:rPr lang="en-US" dirty="0"/>
              <a:t> </a:t>
            </a:r>
            <a:r>
              <a:rPr lang="en-US" dirty="0" err="1"/>
              <a:t>mattis</a:t>
            </a:r>
            <a:endParaRPr lang="en-US" dirty="0"/>
          </a:p>
        </p:txBody>
      </p:sp>
    </p:spTree>
    <p:extLst>
      <p:ext uri="{BB962C8B-B14F-4D97-AF65-F5344CB8AC3E}">
        <p14:creationId xmlns:p14="http://schemas.microsoft.com/office/powerpoint/2010/main" val="2184605969"/>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572">
          <p15:clr>
            <a:srgbClr val="FBAE40"/>
          </p15:clr>
        </p15:guide>
        <p15:guide id="4" orient="horz" pos="1226">
          <p15:clr>
            <a:srgbClr val="FBAE40"/>
          </p15:clr>
        </p15:guide>
        <p15:guide id="6" orient="horz" pos="6261">
          <p15:clr>
            <a:srgbClr val="FBAE40"/>
          </p15:clr>
        </p15:guide>
        <p15:guide id="7" pos="1177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lide with Text &amp; Pictur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45917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38" name="Прямоугольник с одним скругленным углом 527">
            <a:extLst>
              <a:ext uri="{FF2B5EF4-FFF2-40B4-BE49-F238E27FC236}">
                <a16:creationId xmlns:a16="http://schemas.microsoft.com/office/drawing/2014/main" id="{B0220DFE-CDAD-4F70-B1BC-3F1469AEB16D}"/>
              </a:ext>
            </a:extLst>
          </p:cNvPr>
          <p:cNvSpPr/>
          <p:nvPr userDrawn="1"/>
        </p:nvSpPr>
        <p:spPr>
          <a:xfrm>
            <a:off x="680650" y="3287167"/>
            <a:ext cx="5143534" cy="3571104"/>
          </a:xfrm>
          <a:prstGeom prst="round1Rect">
            <a:avLst>
              <a:gd name="adj" fmla="val 3659"/>
            </a:avLst>
          </a:prstGeom>
          <a:solidFill>
            <a:srgbClr val="81D8FF">
              <a:alpha val="50000"/>
            </a:srgbClr>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dirty="0">
              <a:ln>
                <a:noFill/>
              </a:ln>
              <a:solidFill>
                <a:prstClr val="white"/>
              </a:solidFill>
              <a:effectLst/>
              <a:uLnTx/>
              <a:uFillTx/>
              <a:latin typeface="Segoe UI"/>
              <a:ea typeface="+mn-ea"/>
              <a:cs typeface="+mn-cs"/>
            </a:endParaRPr>
          </a:p>
        </p:txBody>
      </p:sp>
      <p:sp>
        <p:nvSpPr>
          <p:cNvPr id="39" name="Прямоугольник с одним скругленным углом 528">
            <a:extLst>
              <a:ext uri="{FF2B5EF4-FFF2-40B4-BE49-F238E27FC236}">
                <a16:creationId xmlns:a16="http://schemas.microsoft.com/office/drawing/2014/main" id="{6B8FD9E8-6B7D-496A-A1D7-293A00258F0D}"/>
              </a:ext>
            </a:extLst>
          </p:cNvPr>
          <p:cNvSpPr/>
          <p:nvPr userDrawn="1"/>
        </p:nvSpPr>
        <p:spPr>
          <a:xfrm>
            <a:off x="673912" y="5722549"/>
            <a:ext cx="4966719" cy="1135722"/>
          </a:xfrm>
          <a:prstGeom prst="round1Rect">
            <a:avLst>
              <a:gd name="adj" fmla="val 10912"/>
            </a:avLst>
          </a:prstGeom>
          <a:solidFill>
            <a:sysClr val="window" lastClr="FFFFFF"/>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r>
              <a:rPr kumimoji="0" lang="ru-RU" sz="1092" b="0" i="0" u="none" strike="noStrike" kern="0" cap="none" spc="0" normalizeH="0" baseline="0" noProof="0" dirty="0">
                <a:ln>
                  <a:noFill/>
                </a:ln>
                <a:solidFill>
                  <a:prstClr val="white"/>
                </a:solidFill>
                <a:effectLst/>
                <a:uLnTx/>
                <a:uFillTx/>
                <a:latin typeface="Segoe UI"/>
                <a:ea typeface="+mn-ea"/>
                <a:cs typeface="+mn-cs"/>
              </a:rPr>
              <a:t>ф</a:t>
            </a:r>
          </a:p>
        </p:txBody>
      </p:sp>
      <p:pic>
        <p:nvPicPr>
          <p:cNvPr id="40" name="Picture 8">
            <a:extLst>
              <a:ext uri="{FF2B5EF4-FFF2-40B4-BE49-F238E27FC236}">
                <a16:creationId xmlns:a16="http://schemas.microsoft.com/office/drawing/2014/main" id="{135C2BD3-8F2C-463F-9831-B28AFB6AA25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918835" y="6219255"/>
            <a:ext cx="4532605" cy="370798"/>
          </a:xfrm>
          <a:prstGeom prst="rect">
            <a:avLst/>
          </a:prstGeom>
        </p:spPr>
      </p:pic>
      <p:sp>
        <p:nvSpPr>
          <p:cNvPr id="41" name="object 36">
            <a:extLst>
              <a:ext uri="{FF2B5EF4-FFF2-40B4-BE49-F238E27FC236}">
                <a16:creationId xmlns:a16="http://schemas.microsoft.com/office/drawing/2014/main" id="{EA2C7427-E8F1-463F-9F72-F1FE5EDE50BD}"/>
              </a:ext>
            </a:extLst>
          </p:cNvPr>
          <p:cNvSpPr txBox="1"/>
          <p:nvPr userDrawn="1"/>
        </p:nvSpPr>
        <p:spPr>
          <a:xfrm>
            <a:off x="3330685" y="5802779"/>
            <a:ext cx="2067219" cy="280680"/>
          </a:xfrm>
          <a:prstGeom prst="rect">
            <a:avLst/>
          </a:prstGeom>
        </p:spPr>
        <p:txBody>
          <a:bodyPr vert="horz" wrap="square" lIns="0" tIns="56223" rIns="0" bIns="0" rtlCol="0">
            <a:spAutoFit/>
          </a:bodyPr>
          <a:lstStyle/>
          <a:p>
            <a:pPr algn="r">
              <a:spcBef>
                <a:spcPts val="443"/>
              </a:spcBef>
            </a:pPr>
            <a:r>
              <a:rPr lang="en-US" sz="1455" b="1" spc="-6" dirty="0">
                <a:solidFill>
                  <a:srgbClr val="008BCB"/>
                </a:solidFill>
                <a:latin typeface="Segoe UI"/>
                <a:cs typeface="Arial Unicode MS"/>
              </a:rPr>
              <a:t>Shareholders</a:t>
            </a:r>
            <a:endParaRPr lang="en-US" sz="1455" b="1" dirty="0">
              <a:solidFill>
                <a:srgbClr val="008BCB"/>
              </a:solidFill>
              <a:latin typeface="Segoe UI"/>
              <a:cs typeface="Arial Unicode MS"/>
            </a:endParaRPr>
          </a:p>
        </p:txBody>
      </p:sp>
      <p:sp>
        <p:nvSpPr>
          <p:cNvPr id="10" name="Text Placeholder 9">
            <a:extLst>
              <a:ext uri="{FF2B5EF4-FFF2-40B4-BE49-F238E27FC236}">
                <a16:creationId xmlns:a16="http://schemas.microsoft.com/office/drawing/2014/main" id="{FEC39FDF-B79D-4C4A-95E2-0E2D3D5F7183}"/>
              </a:ext>
            </a:extLst>
          </p:cNvPr>
          <p:cNvSpPr>
            <a:spLocks noGrp="1"/>
          </p:cNvSpPr>
          <p:nvPr>
            <p:ph type="body" sz="quarter" idx="12" hasCustomPrompt="1"/>
          </p:nvPr>
        </p:nvSpPr>
        <p:spPr>
          <a:xfrm>
            <a:off x="918371" y="3549409"/>
            <a:ext cx="2953054" cy="410599"/>
          </a:xfrm>
          <a:prstGeom prst="rect">
            <a:avLst/>
          </a:prstGeom>
        </p:spPr>
        <p:txBody>
          <a:bodyPr anchor="ctr"/>
          <a:lstStyle>
            <a:lvl1pPr marL="0" indent="0">
              <a:buNone/>
              <a:defRPr sz="2304" b="1">
                <a:solidFill>
                  <a:schemeClr val="bg1"/>
                </a:solidFill>
                <a:latin typeface="Segoe UI" panose="020B0502040204020203" pitchFamily="34" charset="0"/>
                <a:cs typeface="Segoe UI" panose="020B0502040204020203" pitchFamily="34" charset="0"/>
              </a:defRPr>
            </a:lvl1pPr>
          </a:lstStyle>
          <a:p>
            <a:pPr lvl="0"/>
            <a:r>
              <a:rPr lang="en-US" dirty="0"/>
              <a:t>Subtitle</a:t>
            </a:r>
          </a:p>
        </p:txBody>
      </p:sp>
      <p:sp>
        <p:nvSpPr>
          <p:cNvPr id="54" name="Text Placeholder 9">
            <a:extLst>
              <a:ext uri="{FF2B5EF4-FFF2-40B4-BE49-F238E27FC236}">
                <a16:creationId xmlns:a16="http://schemas.microsoft.com/office/drawing/2014/main" id="{FEB5138B-2CB4-4DB8-B705-6F6598FFAF10}"/>
              </a:ext>
            </a:extLst>
          </p:cNvPr>
          <p:cNvSpPr>
            <a:spLocks noGrp="1"/>
          </p:cNvSpPr>
          <p:nvPr>
            <p:ph type="body" sz="quarter" idx="13" hasCustomPrompt="1"/>
          </p:nvPr>
        </p:nvSpPr>
        <p:spPr>
          <a:xfrm>
            <a:off x="918371" y="4046115"/>
            <a:ext cx="2953054" cy="410599"/>
          </a:xfrm>
          <a:prstGeom prst="rect">
            <a:avLst/>
          </a:prstGeom>
        </p:spPr>
        <p:txBody>
          <a:bodyPr anchor="ctr"/>
          <a:lstStyle>
            <a:lvl1pPr marL="0" indent="0">
              <a:buNone/>
              <a:defRPr sz="1940" b="1">
                <a:solidFill>
                  <a:schemeClr val="bg1"/>
                </a:solidFill>
                <a:latin typeface="Segoe UI" panose="020B0502040204020203" pitchFamily="34" charset="0"/>
                <a:cs typeface="Segoe UI" panose="020B0502040204020203" pitchFamily="34" charset="0"/>
              </a:defRPr>
            </a:lvl1pPr>
          </a:lstStyle>
          <a:p>
            <a:pPr lvl="0"/>
            <a:r>
              <a:rPr lang="en-US" dirty="0"/>
              <a:t>Subtitle</a:t>
            </a:r>
          </a:p>
        </p:txBody>
      </p:sp>
      <p:sp>
        <p:nvSpPr>
          <p:cNvPr id="55" name="Text Placeholder 9">
            <a:extLst>
              <a:ext uri="{FF2B5EF4-FFF2-40B4-BE49-F238E27FC236}">
                <a16:creationId xmlns:a16="http://schemas.microsoft.com/office/drawing/2014/main" id="{B56C181C-3E99-43BD-84EC-C11BBA0BE6AD}"/>
              </a:ext>
            </a:extLst>
          </p:cNvPr>
          <p:cNvSpPr>
            <a:spLocks noGrp="1"/>
          </p:cNvSpPr>
          <p:nvPr>
            <p:ph type="body" sz="quarter" idx="14" hasCustomPrompt="1"/>
          </p:nvPr>
        </p:nvSpPr>
        <p:spPr>
          <a:xfrm>
            <a:off x="918371" y="4545702"/>
            <a:ext cx="2953054" cy="410599"/>
          </a:xfrm>
          <a:prstGeom prst="rect">
            <a:avLst/>
          </a:prstGeom>
        </p:spPr>
        <p:txBody>
          <a:bodyPr anchor="ctr"/>
          <a:lstStyle>
            <a:lvl1pPr marL="0" indent="0">
              <a:buNone/>
              <a:defRPr sz="1940" b="1">
                <a:solidFill>
                  <a:srgbClr val="575756"/>
                </a:solidFill>
                <a:latin typeface="Segoe UI" panose="020B0502040204020203" pitchFamily="34" charset="0"/>
                <a:cs typeface="Segoe UI" panose="020B0502040204020203" pitchFamily="34" charset="0"/>
              </a:defRPr>
            </a:lvl1pPr>
          </a:lstStyle>
          <a:p>
            <a:pPr lvl="0"/>
            <a:r>
              <a:rPr lang="en-US" dirty="0"/>
              <a:t>Subtitle</a:t>
            </a:r>
          </a:p>
        </p:txBody>
      </p:sp>
      <p:sp>
        <p:nvSpPr>
          <p:cNvPr id="2" name="Text Placeholder 9">
            <a:extLst>
              <a:ext uri="{FF2B5EF4-FFF2-40B4-BE49-F238E27FC236}">
                <a16:creationId xmlns:a16="http://schemas.microsoft.com/office/drawing/2014/main" id="{1F229FB7-6968-5C79-0F19-D743A965E03B}"/>
              </a:ext>
            </a:extLst>
          </p:cNvPr>
          <p:cNvSpPr>
            <a:spLocks noGrp="1"/>
          </p:cNvSpPr>
          <p:nvPr>
            <p:ph type="body" sz="quarter" idx="15" hasCustomPrompt="1"/>
          </p:nvPr>
        </p:nvSpPr>
        <p:spPr>
          <a:xfrm>
            <a:off x="680651" y="1073312"/>
            <a:ext cx="5143455" cy="339664"/>
          </a:xfrm>
          <a:prstGeom prst="rect">
            <a:avLst/>
          </a:prstGeom>
        </p:spPr>
        <p:txBody>
          <a:bodyPr anchor="ctr"/>
          <a:lstStyle>
            <a:lvl1pPr marL="0" indent="0">
              <a:buNone/>
              <a:defRPr kumimoji="0" lang="en-US" sz="1455" b="1" i="0" u="none" strike="noStrike" kern="1200" cap="none" spc="0" normalizeH="0" baseline="0" dirty="0">
                <a:ln>
                  <a:noFill/>
                </a:ln>
                <a:solidFill>
                  <a:srgbClr val="4D4D4D"/>
                </a:solidFill>
                <a:effectLst/>
                <a:uLnTx/>
                <a:uFillTx/>
                <a:latin typeface="Segoe UI"/>
                <a:ea typeface="+mn-ea"/>
                <a:cs typeface="+mn-cs"/>
              </a:defRPr>
            </a:lvl1pPr>
          </a:lstStyle>
          <a:p>
            <a:pPr lvl="0"/>
            <a:r>
              <a:rPr lang="en-US" dirty="0"/>
              <a:t>Presentation Slide Subtitle</a:t>
            </a:r>
          </a:p>
        </p:txBody>
      </p:sp>
      <p:sp>
        <p:nvSpPr>
          <p:cNvPr id="3" name="Text Placeholder 2">
            <a:extLst>
              <a:ext uri="{FF2B5EF4-FFF2-40B4-BE49-F238E27FC236}">
                <a16:creationId xmlns:a16="http://schemas.microsoft.com/office/drawing/2014/main" id="{0DBBCDD5-E84A-A695-FBCB-49DF4A339ACD}"/>
              </a:ext>
            </a:extLst>
          </p:cNvPr>
          <p:cNvSpPr>
            <a:spLocks noGrp="1"/>
          </p:cNvSpPr>
          <p:nvPr>
            <p:ph type="body" sz="quarter" idx="16"/>
          </p:nvPr>
        </p:nvSpPr>
        <p:spPr>
          <a:xfrm>
            <a:off x="680597" y="1599833"/>
            <a:ext cx="5147433" cy="1418389"/>
          </a:xfrm>
          <a:prstGeom prst="rect">
            <a:avLst/>
          </a:prstGeom>
        </p:spPr>
        <p:txBody>
          <a:bodyPr/>
          <a:lstStyle>
            <a:lvl1pPr>
              <a:defRPr sz="1092">
                <a:solidFill>
                  <a:srgbClr val="575756"/>
                </a:solidFill>
              </a:defRPr>
            </a:lvl1pPr>
            <a:lvl2pPr>
              <a:defRPr sz="970">
                <a:solidFill>
                  <a:srgbClr val="575756"/>
                </a:solidFill>
              </a:defRPr>
            </a:lvl2pPr>
            <a:lvl3pPr>
              <a:defRPr sz="849">
                <a:solidFill>
                  <a:srgbClr val="575756"/>
                </a:solidFill>
              </a:defRPr>
            </a:lvl3pPr>
            <a:lvl4pPr>
              <a:defRPr sz="728">
                <a:solidFill>
                  <a:srgbClr val="575756"/>
                </a:solidFill>
              </a:defRPr>
            </a:lvl4pPr>
            <a:lvl5pPr>
              <a:defRPr sz="667">
                <a:solidFill>
                  <a:srgbClr val="575756"/>
                </a:solidFill>
              </a:defRPr>
            </a:lvl5pPr>
            <a:lvl6pPr>
              <a:defRPr sz="637">
                <a:solidFill>
                  <a:srgbClr val="575756"/>
                </a:solidFill>
              </a:defRPr>
            </a:lvl6pPr>
            <a:lvl7pPr>
              <a:defRPr sz="606">
                <a:solidFill>
                  <a:srgbClr val="575756"/>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A0A8369D-6A11-7FA1-E7B1-EC015BAE9831}"/>
              </a:ext>
            </a:extLst>
          </p:cNvPr>
          <p:cNvSpPr>
            <a:spLocks noGrp="1"/>
          </p:cNvSpPr>
          <p:nvPr>
            <p:ph type="pic" sz="quarter" idx="17"/>
          </p:nvPr>
        </p:nvSpPr>
        <p:spPr>
          <a:xfrm>
            <a:off x="6188925" y="1073369"/>
            <a:ext cx="5147277" cy="5145887"/>
          </a:xfrm>
          <a:prstGeom prst="rect">
            <a:avLst/>
          </a:prstGeom>
        </p:spPr>
        <p:txBody>
          <a:bodyPr/>
          <a:lstStyle/>
          <a:p>
            <a:r>
              <a:rPr lang="en-US"/>
              <a:t>Click icon to add picture</a:t>
            </a:r>
          </a:p>
        </p:txBody>
      </p:sp>
      <p:sp>
        <p:nvSpPr>
          <p:cNvPr id="45" name="Прямоугольник с одним скругленным углом 45">
            <a:extLst>
              <a:ext uri="{FF2B5EF4-FFF2-40B4-BE49-F238E27FC236}">
                <a16:creationId xmlns:a16="http://schemas.microsoft.com/office/drawing/2014/main" id="{58A8955C-86BC-4AF9-9BA8-3718C372DF26}"/>
              </a:ext>
            </a:extLst>
          </p:cNvPr>
          <p:cNvSpPr/>
          <p:nvPr userDrawn="1"/>
        </p:nvSpPr>
        <p:spPr>
          <a:xfrm flipH="1">
            <a:off x="6188925" y="6027428"/>
            <a:ext cx="5147209" cy="830842"/>
          </a:xfrm>
          <a:prstGeom prst="round1Rect">
            <a:avLst>
              <a:gd name="adj" fmla="val 10912"/>
            </a:avLst>
          </a:prstGeom>
          <a:solidFill>
            <a:srgbClr val="C0EBFF"/>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dirty="0">
              <a:ln>
                <a:noFill/>
              </a:ln>
              <a:solidFill>
                <a:prstClr val="white"/>
              </a:solidFill>
              <a:effectLst/>
              <a:uLnTx/>
              <a:uFillTx/>
              <a:latin typeface="Segoe UI"/>
              <a:ea typeface="+mn-ea"/>
              <a:cs typeface="+mn-cs"/>
            </a:endParaRPr>
          </a:p>
        </p:txBody>
      </p:sp>
      <p:sp>
        <p:nvSpPr>
          <p:cNvPr id="6" name="Text Placeholder 12">
            <a:extLst>
              <a:ext uri="{FF2B5EF4-FFF2-40B4-BE49-F238E27FC236}">
                <a16:creationId xmlns:a16="http://schemas.microsoft.com/office/drawing/2014/main" id="{94F65E8A-2295-9CBC-4BCE-678C4D029A2D}"/>
              </a:ext>
            </a:extLst>
          </p:cNvPr>
          <p:cNvSpPr>
            <a:spLocks noGrp="1"/>
          </p:cNvSpPr>
          <p:nvPr>
            <p:ph type="body" sz="quarter" idx="20"/>
          </p:nvPr>
        </p:nvSpPr>
        <p:spPr>
          <a:xfrm>
            <a:off x="6292863" y="6083534"/>
            <a:ext cx="4928783" cy="676276"/>
          </a:xfrm>
          <a:prstGeom prst="rect">
            <a:avLst/>
          </a:prstGeom>
        </p:spPr>
        <p:txBody>
          <a:bodyPr/>
          <a:lstStyle>
            <a:lvl1pPr marL="0" indent="0">
              <a:buFontTx/>
              <a:buNone/>
              <a:defRPr sz="849" b="1">
                <a:solidFill>
                  <a:srgbClr val="008BCB"/>
                </a:solidFill>
                <a:latin typeface="+mj-lt"/>
              </a:defRPr>
            </a:lvl1pPr>
            <a:lvl2pPr marL="277250" indent="0">
              <a:buNone/>
              <a:defRPr/>
            </a:lvl2pPr>
          </a:lstStyle>
          <a:p>
            <a:pPr lvl="0"/>
            <a:r>
              <a:rPr lang="en-US"/>
              <a:t>Click to edit Master text styles</a:t>
            </a:r>
          </a:p>
        </p:txBody>
      </p:sp>
    </p:spTree>
    <p:extLst>
      <p:ext uri="{BB962C8B-B14F-4D97-AF65-F5344CB8AC3E}">
        <p14:creationId xmlns:p14="http://schemas.microsoft.com/office/powerpoint/2010/main" val="2797653443"/>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572">
          <p15:clr>
            <a:srgbClr val="FBAE40"/>
          </p15:clr>
        </p15:guide>
        <p15:guide id="4" orient="horz" pos="1226">
          <p15:clr>
            <a:srgbClr val="FBAE40"/>
          </p15:clr>
        </p15:guide>
        <p15:guide id="6" orient="horz" pos="6261">
          <p15:clr>
            <a:srgbClr val="FBAE40"/>
          </p15:clr>
        </p15:guide>
        <p15:guide id="7" pos="1177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lide with Text, Charts, Pictures &amp; Ico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45917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38" name="Прямоугольник с одним скругленным углом 527">
            <a:extLst>
              <a:ext uri="{FF2B5EF4-FFF2-40B4-BE49-F238E27FC236}">
                <a16:creationId xmlns:a16="http://schemas.microsoft.com/office/drawing/2014/main" id="{B0220DFE-CDAD-4F70-B1BC-3F1469AEB16D}"/>
              </a:ext>
            </a:extLst>
          </p:cNvPr>
          <p:cNvSpPr/>
          <p:nvPr userDrawn="1"/>
        </p:nvSpPr>
        <p:spPr>
          <a:xfrm>
            <a:off x="680650" y="3287167"/>
            <a:ext cx="5143534" cy="3571104"/>
          </a:xfrm>
          <a:prstGeom prst="round1Rect">
            <a:avLst>
              <a:gd name="adj" fmla="val 3659"/>
            </a:avLst>
          </a:prstGeom>
          <a:solidFill>
            <a:srgbClr val="81D8FF">
              <a:alpha val="50000"/>
            </a:srgbClr>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dirty="0">
              <a:ln>
                <a:noFill/>
              </a:ln>
              <a:solidFill>
                <a:prstClr val="white"/>
              </a:solidFill>
              <a:effectLst/>
              <a:uLnTx/>
              <a:uFillTx/>
              <a:latin typeface="Segoe UI"/>
              <a:ea typeface="+mn-ea"/>
              <a:cs typeface="+mn-cs"/>
            </a:endParaRPr>
          </a:p>
        </p:txBody>
      </p:sp>
      <p:sp>
        <p:nvSpPr>
          <p:cNvPr id="39" name="Прямоугольник с одним скругленным углом 528">
            <a:extLst>
              <a:ext uri="{FF2B5EF4-FFF2-40B4-BE49-F238E27FC236}">
                <a16:creationId xmlns:a16="http://schemas.microsoft.com/office/drawing/2014/main" id="{6B8FD9E8-6B7D-496A-A1D7-293A00258F0D}"/>
              </a:ext>
            </a:extLst>
          </p:cNvPr>
          <p:cNvSpPr/>
          <p:nvPr userDrawn="1"/>
        </p:nvSpPr>
        <p:spPr>
          <a:xfrm>
            <a:off x="673912" y="5722549"/>
            <a:ext cx="4966719" cy="1135722"/>
          </a:xfrm>
          <a:prstGeom prst="round1Rect">
            <a:avLst>
              <a:gd name="adj" fmla="val 10912"/>
            </a:avLst>
          </a:prstGeom>
          <a:solidFill>
            <a:sysClr val="window" lastClr="FFFFFF"/>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r>
              <a:rPr kumimoji="0" lang="ru-RU" sz="1092" b="0" i="0" u="none" strike="noStrike" kern="0" cap="none" spc="0" normalizeH="0" baseline="0" noProof="0" dirty="0">
                <a:ln>
                  <a:noFill/>
                </a:ln>
                <a:solidFill>
                  <a:prstClr val="white"/>
                </a:solidFill>
                <a:effectLst/>
                <a:uLnTx/>
                <a:uFillTx/>
                <a:latin typeface="Segoe UI"/>
                <a:ea typeface="+mn-ea"/>
                <a:cs typeface="+mn-cs"/>
              </a:rPr>
              <a:t>ф</a:t>
            </a:r>
          </a:p>
        </p:txBody>
      </p:sp>
      <p:sp>
        <p:nvSpPr>
          <p:cNvPr id="2" name="Text Placeholder 9">
            <a:extLst>
              <a:ext uri="{FF2B5EF4-FFF2-40B4-BE49-F238E27FC236}">
                <a16:creationId xmlns:a16="http://schemas.microsoft.com/office/drawing/2014/main" id="{1F229FB7-6968-5C79-0F19-D743A965E03B}"/>
              </a:ext>
            </a:extLst>
          </p:cNvPr>
          <p:cNvSpPr>
            <a:spLocks noGrp="1"/>
          </p:cNvSpPr>
          <p:nvPr>
            <p:ph type="body" sz="quarter" idx="15" hasCustomPrompt="1"/>
          </p:nvPr>
        </p:nvSpPr>
        <p:spPr>
          <a:xfrm>
            <a:off x="680651" y="1073312"/>
            <a:ext cx="5143455" cy="339664"/>
          </a:xfrm>
          <a:prstGeom prst="rect">
            <a:avLst/>
          </a:prstGeom>
        </p:spPr>
        <p:txBody>
          <a:bodyPr anchor="ctr"/>
          <a:lstStyle>
            <a:lvl1pPr marL="0" indent="0">
              <a:buNone/>
              <a:defRPr kumimoji="0" lang="en-US" sz="1455" b="1" i="0" u="none" strike="noStrike" kern="1200" cap="none" spc="0" normalizeH="0" baseline="0" dirty="0">
                <a:ln>
                  <a:noFill/>
                </a:ln>
                <a:solidFill>
                  <a:srgbClr val="4D4D4D"/>
                </a:solidFill>
                <a:effectLst/>
                <a:uLnTx/>
                <a:uFillTx/>
                <a:latin typeface="Segoe UI"/>
                <a:ea typeface="+mn-ea"/>
                <a:cs typeface="+mn-cs"/>
              </a:defRPr>
            </a:lvl1pPr>
          </a:lstStyle>
          <a:p>
            <a:pPr lvl="0"/>
            <a:r>
              <a:rPr lang="en-US" dirty="0"/>
              <a:t>Presentation Slide Subtitle</a:t>
            </a:r>
          </a:p>
        </p:txBody>
      </p:sp>
      <p:sp>
        <p:nvSpPr>
          <p:cNvPr id="5" name="Прямоугольник с одним скругленным углом 45">
            <a:extLst>
              <a:ext uri="{FF2B5EF4-FFF2-40B4-BE49-F238E27FC236}">
                <a16:creationId xmlns:a16="http://schemas.microsoft.com/office/drawing/2014/main" id="{2B0D2D78-9F17-0770-AFDF-BCC5B6F82B43}"/>
              </a:ext>
            </a:extLst>
          </p:cNvPr>
          <p:cNvSpPr/>
          <p:nvPr userDrawn="1"/>
        </p:nvSpPr>
        <p:spPr>
          <a:xfrm flipH="1">
            <a:off x="6188925" y="4739287"/>
            <a:ext cx="5147209" cy="2118985"/>
          </a:xfrm>
          <a:prstGeom prst="round1Rect">
            <a:avLst>
              <a:gd name="adj" fmla="val 7302"/>
            </a:avLst>
          </a:prstGeom>
          <a:solidFill>
            <a:srgbClr val="C0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092" dirty="0"/>
          </a:p>
        </p:txBody>
      </p:sp>
      <p:sp>
        <p:nvSpPr>
          <p:cNvPr id="7" name="Picture Placeholder 6">
            <a:extLst>
              <a:ext uri="{FF2B5EF4-FFF2-40B4-BE49-F238E27FC236}">
                <a16:creationId xmlns:a16="http://schemas.microsoft.com/office/drawing/2014/main" id="{5BE9AE91-BC01-9D11-9CE8-DC80A13F19CD}"/>
              </a:ext>
            </a:extLst>
          </p:cNvPr>
          <p:cNvSpPr>
            <a:spLocks noGrp="1"/>
          </p:cNvSpPr>
          <p:nvPr>
            <p:ph type="pic" sz="quarter" idx="16"/>
          </p:nvPr>
        </p:nvSpPr>
        <p:spPr>
          <a:xfrm>
            <a:off x="6183122" y="1201401"/>
            <a:ext cx="5153081" cy="3537885"/>
          </a:xfrm>
          <a:prstGeom prst="rect">
            <a:avLst/>
          </a:prstGeom>
        </p:spPr>
        <p:txBody>
          <a:bodyPr/>
          <a:lstStyle/>
          <a:p>
            <a:r>
              <a:rPr lang="en-US"/>
              <a:t>Click icon to add picture</a:t>
            </a:r>
          </a:p>
        </p:txBody>
      </p:sp>
      <p:sp>
        <p:nvSpPr>
          <p:cNvPr id="11" name="Chart Placeholder 10">
            <a:extLst>
              <a:ext uri="{FF2B5EF4-FFF2-40B4-BE49-F238E27FC236}">
                <a16:creationId xmlns:a16="http://schemas.microsoft.com/office/drawing/2014/main" id="{DC37A32A-B58F-C2D6-F038-32E61C9E1474}"/>
              </a:ext>
            </a:extLst>
          </p:cNvPr>
          <p:cNvSpPr>
            <a:spLocks noGrp="1"/>
          </p:cNvSpPr>
          <p:nvPr>
            <p:ph type="chart" sz="quarter" idx="17"/>
          </p:nvPr>
        </p:nvSpPr>
        <p:spPr>
          <a:xfrm>
            <a:off x="783600" y="3429000"/>
            <a:ext cx="4856584" cy="2141922"/>
          </a:xfrm>
          <a:prstGeom prst="rect">
            <a:avLst/>
          </a:prstGeom>
        </p:spPr>
        <p:txBody>
          <a:bodyPr/>
          <a:lstStyle/>
          <a:p>
            <a:r>
              <a:rPr lang="en-US"/>
              <a:t>Click icon to add chart</a:t>
            </a:r>
          </a:p>
        </p:txBody>
      </p:sp>
      <p:sp>
        <p:nvSpPr>
          <p:cNvPr id="3" name="Text Placeholder 2">
            <a:extLst>
              <a:ext uri="{FF2B5EF4-FFF2-40B4-BE49-F238E27FC236}">
                <a16:creationId xmlns:a16="http://schemas.microsoft.com/office/drawing/2014/main" id="{59396C23-6F57-32BE-8CA0-D41077F74BB2}"/>
              </a:ext>
            </a:extLst>
          </p:cNvPr>
          <p:cNvSpPr>
            <a:spLocks noGrp="1"/>
          </p:cNvSpPr>
          <p:nvPr>
            <p:ph type="body" sz="quarter" idx="18"/>
          </p:nvPr>
        </p:nvSpPr>
        <p:spPr>
          <a:xfrm>
            <a:off x="680597" y="1599833"/>
            <a:ext cx="5147433" cy="1418389"/>
          </a:xfrm>
          <a:prstGeom prst="rect">
            <a:avLst/>
          </a:prstGeom>
        </p:spPr>
        <p:txBody>
          <a:bodyPr/>
          <a:lstStyle>
            <a:lvl1pPr>
              <a:defRPr sz="1092">
                <a:solidFill>
                  <a:srgbClr val="575756"/>
                </a:solidFill>
              </a:defRPr>
            </a:lvl1pPr>
            <a:lvl2pPr>
              <a:defRPr sz="970">
                <a:solidFill>
                  <a:srgbClr val="575756"/>
                </a:solidFill>
              </a:defRPr>
            </a:lvl2pPr>
            <a:lvl3pPr>
              <a:defRPr sz="849">
                <a:solidFill>
                  <a:srgbClr val="575756"/>
                </a:solidFill>
              </a:defRPr>
            </a:lvl3pPr>
            <a:lvl4pPr>
              <a:defRPr sz="728">
                <a:solidFill>
                  <a:srgbClr val="575756"/>
                </a:solidFill>
              </a:defRPr>
            </a:lvl4pPr>
            <a:lvl5pPr>
              <a:defRPr sz="667">
                <a:solidFill>
                  <a:srgbClr val="575756"/>
                </a:solidFill>
              </a:defRPr>
            </a:lvl5pPr>
            <a:lvl6pPr>
              <a:defRPr sz="637">
                <a:solidFill>
                  <a:srgbClr val="575756"/>
                </a:solidFill>
              </a:defRPr>
            </a:lvl6pPr>
            <a:lvl7pPr>
              <a:defRPr sz="606">
                <a:solidFill>
                  <a:srgbClr val="575756"/>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5">
            <a:extLst>
              <a:ext uri="{FF2B5EF4-FFF2-40B4-BE49-F238E27FC236}">
                <a16:creationId xmlns:a16="http://schemas.microsoft.com/office/drawing/2014/main" id="{7BD22F32-98B9-F958-5BB3-4A474A7A4B8A}"/>
              </a:ext>
            </a:extLst>
          </p:cNvPr>
          <p:cNvSpPr>
            <a:spLocks noGrp="1"/>
          </p:cNvSpPr>
          <p:nvPr>
            <p:ph type="body" sz="quarter" idx="19" hasCustomPrompt="1"/>
          </p:nvPr>
        </p:nvSpPr>
        <p:spPr>
          <a:xfrm>
            <a:off x="783601" y="5839869"/>
            <a:ext cx="4614303" cy="903417"/>
          </a:xfrm>
          <a:prstGeom prst="rect">
            <a:avLst/>
          </a:prstGeom>
        </p:spPr>
        <p:txBody>
          <a:bodyPr/>
          <a:lstStyle>
            <a:lvl1pPr marL="0" indent="0" algn="r">
              <a:buNone/>
              <a:defRPr sz="1455" b="1">
                <a:solidFill>
                  <a:srgbClr val="008BCB"/>
                </a:solidFill>
              </a:defRPr>
            </a:lvl1pPr>
            <a:lvl2pPr marL="277250" indent="0">
              <a:buNone/>
              <a:defRPr/>
            </a:lvl2pPr>
          </a:lstStyle>
          <a:p>
            <a:pPr lvl="0"/>
            <a:r>
              <a:rPr lang="en-US" dirty="0"/>
              <a:t>Subtitle</a:t>
            </a:r>
          </a:p>
        </p:txBody>
      </p:sp>
      <p:sp>
        <p:nvSpPr>
          <p:cNvPr id="4" name="Text Placeholder 12">
            <a:extLst>
              <a:ext uri="{FF2B5EF4-FFF2-40B4-BE49-F238E27FC236}">
                <a16:creationId xmlns:a16="http://schemas.microsoft.com/office/drawing/2014/main" id="{26435614-05CC-4E01-1E33-56160C8C375B}"/>
              </a:ext>
            </a:extLst>
          </p:cNvPr>
          <p:cNvSpPr>
            <a:spLocks noGrp="1"/>
          </p:cNvSpPr>
          <p:nvPr>
            <p:ph type="body" sz="quarter" idx="20"/>
          </p:nvPr>
        </p:nvSpPr>
        <p:spPr>
          <a:xfrm>
            <a:off x="6292863" y="4886471"/>
            <a:ext cx="4928783" cy="1873339"/>
          </a:xfrm>
          <a:prstGeom prst="rect">
            <a:avLst/>
          </a:prstGeom>
        </p:spPr>
        <p:txBody>
          <a:bodyPr/>
          <a:lstStyle>
            <a:lvl1pPr marL="0" indent="0">
              <a:buFontTx/>
              <a:buNone/>
              <a:defRPr sz="849" b="1">
                <a:solidFill>
                  <a:srgbClr val="008BCB"/>
                </a:solidFill>
                <a:latin typeface="+mj-lt"/>
              </a:defRPr>
            </a:lvl1pPr>
            <a:lvl2pPr marL="277250" indent="0">
              <a:buNone/>
              <a:defRPr/>
            </a:lvl2pPr>
          </a:lstStyle>
          <a:p>
            <a:pPr lvl="0"/>
            <a:r>
              <a:rPr lang="en-US"/>
              <a:t>Click to edit Master text styles</a:t>
            </a:r>
          </a:p>
        </p:txBody>
      </p:sp>
    </p:spTree>
    <p:extLst>
      <p:ext uri="{BB962C8B-B14F-4D97-AF65-F5344CB8AC3E}">
        <p14:creationId xmlns:p14="http://schemas.microsoft.com/office/powerpoint/2010/main" val="2055523135"/>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572">
          <p15:clr>
            <a:srgbClr val="FBAE40"/>
          </p15:clr>
        </p15:guide>
        <p15:guide id="4" orient="horz" pos="1226">
          <p15:clr>
            <a:srgbClr val="FBAE40"/>
          </p15:clr>
        </p15:guide>
        <p15:guide id="6" orient="horz" pos="6261">
          <p15:clr>
            <a:srgbClr val="FBAE40"/>
          </p15:clr>
        </p15:guide>
        <p15:guide id="7" pos="1177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lide with Pictures, Rectangles &amp; Tex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45917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45" name="Прямоугольник с одним скругленным углом 45">
            <a:extLst>
              <a:ext uri="{FF2B5EF4-FFF2-40B4-BE49-F238E27FC236}">
                <a16:creationId xmlns:a16="http://schemas.microsoft.com/office/drawing/2014/main" id="{58A8955C-86BC-4AF9-9BA8-3718C372DF26}"/>
              </a:ext>
            </a:extLst>
          </p:cNvPr>
          <p:cNvSpPr/>
          <p:nvPr userDrawn="1"/>
        </p:nvSpPr>
        <p:spPr>
          <a:xfrm flipH="1">
            <a:off x="6188925" y="5852981"/>
            <a:ext cx="5147209" cy="1005289"/>
          </a:xfrm>
          <a:prstGeom prst="round1Rect">
            <a:avLst>
              <a:gd name="adj" fmla="val 10912"/>
            </a:avLst>
          </a:prstGeom>
          <a:solidFill>
            <a:srgbClr val="C0EBFF"/>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dirty="0">
              <a:ln>
                <a:noFill/>
              </a:ln>
              <a:solidFill>
                <a:prstClr val="white"/>
              </a:solidFill>
              <a:effectLst/>
              <a:uLnTx/>
              <a:uFillTx/>
              <a:latin typeface="Segoe UI"/>
              <a:ea typeface="+mn-ea"/>
              <a:cs typeface="+mn-cs"/>
            </a:endParaRPr>
          </a:p>
        </p:txBody>
      </p:sp>
      <p:sp>
        <p:nvSpPr>
          <p:cNvPr id="2" name="Text Placeholder 9">
            <a:extLst>
              <a:ext uri="{FF2B5EF4-FFF2-40B4-BE49-F238E27FC236}">
                <a16:creationId xmlns:a16="http://schemas.microsoft.com/office/drawing/2014/main" id="{1F229FB7-6968-5C79-0F19-D743A965E03B}"/>
              </a:ext>
            </a:extLst>
          </p:cNvPr>
          <p:cNvSpPr>
            <a:spLocks noGrp="1"/>
          </p:cNvSpPr>
          <p:nvPr>
            <p:ph type="body" sz="quarter" idx="15" hasCustomPrompt="1"/>
          </p:nvPr>
        </p:nvSpPr>
        <p:spPr>
          <a:xfrm>
            <a:off x="680650" y="1073312"/>
            <a:ext cx="10459170" cy="339664"/>
          </a:xfrm>
          <a:prstGeom prst="rect">
            <a:avLst/>
          </a:prstGeom>
        </p:spPr>
        <p:txBody>
          <a:bodyPr anchor="ctr"/>
          <a:lstStyle>
            <a:lvl1pPr marL="0" indent="0">
              <a:buNone/>
              <a:defRPr kumimoji="0" lang="en-US" sz="1455" b="1" i="0" u="none" strike="noStrike" kern="1200" cap="none" spc="0" normalizeH="0" baseline="0" dirty="0">
                <a:ln>
                  <a:noFill/>
                </a:ln>
                <a:solidFill>
                  <a:srgbClr val="4D4D4D"/>
                </a:solidFill>
                <a:effectLst/>
                <a:uLnTx/>
                <a:uFillTx/>
                <a:latin typeface="Segoe UI"/>
                <a:ea typeface="+mn-ea"/>
                <a:cs typeface="+mn-cs"/>
              </a:defRPr>
            </a:lvl1pPr>
          </a:lstStyle>
          <a:p>
            <a:pPr lvl="0"/>
            <a:r>
              <a:rPr lang="en-US" dirty="0"/>
              <a:t>Presentation Slide Subtitle</a:t>
            </a:r>
          </a:p>
        </p:txBody>
      </p:sp>
      <p:sp>
        <p:nvSpPr>
          <p:cNvPr id="9" name="Picture Placeholder 8">
            <a:extLst>
              <a:ext uri="{FF2B5EF4-FFF2-40B4-BE49-F238E27FC236}">
                <a16:creationId xmlns:a16="http://schemas.microsoft.com/office/drawing/2014/main" id="{FAA35A19-22DA-124C-3F96-B9AC61FD385A}"/>
              </a:ext>
            </a:extLst>
          </p:cNvPr>
          <p:cNvSpPr>
            <a:spLocks noGrp="1"/>
          </p:cNvSpPr>
          <p:nvPr>
            <p:ph type="pic" sz="quarter" idx="17"/>
          </p:nvPr>
        </p:nvSpPr>
        <p:spPr>
          <a:xfrm>
            <a:off x="676842" y="1680791"/>
            <a:ext cx="5147209" cy="4419595"/>
          </a:xfrm>
          <a:prstGeom prst="rect">
            <a:avLst/>
          </a:prstGeom>
        </p:spPr>
        <p:txBody>
          <a:bodyPr/>
          <a:lstStyle/>
          <a:p>
            <a:r>
              <a:rPr lang="en-US"/>
              <a:t>Click icon to add picture</a:t>
            </a:r>
          </a:p>
        </p:txBody>
      </p:sp>
      <p:sp>
        <p:nvSpPr>
          <p:cNvPr id="13" name="Text Placeholder 12">
            <a:extLst>
              <a:ext uri="{FF2B5EF4-FFF2-40B4-BE49-F238E27FC236}">
                <a16:creationId xmlns:a16="http://schemas.microsoft.com/office/drawing/2014/main" id="{4C6EBA4D-18E1-1974-822F-8860797AAF9F}"/>
              </a:ext>
            </a:extLst>
          </p:cNvPr>
          <p:cNvSpPr>
            <a:spLocks noGrp="1"/>
          </p:cNvSpPr>
          <p:nvPr>
            <p:ph type="body" sz="quarter" idx="18"/>
          </p:nvPr>
        </p:nvSpPr>
        <p:spPr>
          <a:xfrm>
            <a:off x="6292863" y="5976203"/>
            <a:ext cx="4928783" cy="783606"/>
          </a:xfrm>
          <a:prstGeom prst="rect">
            <a:avLst/>
          </a:prstGeom>
        </p:spPr>
        <p:txBody>
          <a:bodyPr/>
          <a:lstStyle>
            <a:lvl1pPr marL="0" indent="0">
              <a:buFontTx/>
              <a:buNone/>
              <a:defRPr sz="1092" b="1">
                <a:solidFill>
                  <a:srgbClr val="008BCB"/>
                </a:solidFill>
                <a:latin typeface="+mj-lt"/>
              </a:defRPr>
            </a:lvl1pPr>
            <a:lvl2pPr marL="277250" indent="0">
              <a:buNone/>
              <a:defRPr/>
            </a:lvl2pPr>
          </a:lstStyle>
          <a:p>
            <a:pPr lvl="0"/>
            <a:r>
              <a:rPr lang="en-US"/>
              <a:t>Click to edit Master text styles</a:t>
            </a:r>
          </a:p>
        </p:txBody>
      </p:sp>
      <p:sp>
        <p:nvSpPr>
          <p:cNvPr id="15" name="Picture Placeholder 14">
            <a:extLst>
              <a:ext uri="{FF2B5EF4-FFF2-40B4-BE49-F238E27FC236}">
                <a16:creationId xmlns:a16="http://schemas.microsoft.com/office/drawing/2014/main" id="{51AF53B0-D18D-511E-D231-625F60D543FA}"/>
              </a:ext>
            </a:extLst>
          </p:cNvPr>
          <p:cNvSpPr>
            <a:spLocks noGrp="1"/>
          </p:cNvSpPr>
          <p:nvPr>
            <p:ph type="pic" sz="quarter" idx="19"/>
          </p:nvPr>
        </p:nvSpPr>
        <p:spPr>
          <a:xfrm>
            <a:off x="6188897" y="1680808"/>
            <a:ext cx="5149230" cy="4172175"/>
          </a:xfrm>
          <a:prstGeom prst="rect">
            <a:avLst/>
          </a:prstGeom>
        </p:spPr>
        <p:txBody>
          <a:bodyPr/>
          <a:lstStyle/>
          <a:p>
            <a:r>
              <a:rPr lang="en-US"/>
              <a:t>Click icon to add picture</a:t>
            </a:r>
          </a:p>
        </p:txBody>
      </p:sp>
    </p:spTree>
    <p:extLst>
      <p:ext uri="{BB962C8B-B14F-4D97-AF65-F5344CB8AC3E}">
        <p14:creationId xmlns:p14="http://schemas.microsoft.com/office/powerpoint/2010/main" val="3962456888"/>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572">
          <p15:clr>
            <a:srgbClr val="FBAE40"/>
          </p15:clr>
        </p15:guide>
        <p15:guide id="4" orient="horz" pos="1226">
          <p15:clr>
            <a:srgbClr val="FBAE40"/>
          </p15:clr>
        </p15:guide>
        <p15:guide id="6" orient="horz" pos="6261">
          <p15:clr>
            <a:srgbClr val="FBAE40"/>
          </p15:clr>
        </p15:guide>
        <p15:guide id="7" pos="1177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lide with 2 Pictures, Rectangles &amp; Text">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45917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2" name="Text Placeholder 9">
            <a:extLst>
              <a:ext uri="{FF2B5EF4-FFF2-40B4-BE49-F238E27FC236}">
                <a16:creationId xmlns:a16="http://schemas.microsoft.com/office/drawing/2014/main" id="{1F229FB7-6968-5C79-0F19-D743A965E03B}"/>
              </a:ext>
            </a:extLst>
          </p:cNvPr>
          <p:cNvSpPr>
            <a:spLocks noGrp="1"/>
          </p:cNvSpPr>
          <p:nvPr>
            <p:ph type="body" sz="quarter" idx="15" hasCustomPrompt="1"/>
          </p:nvPr>
        </p:nvSpPr>
        <p:spPr>
          <a:xfrm>
            <a:off x="680650" y="1172555"/>
            <a:ext cx="10459170" cy="339664"/>
          </a:xfrm>
          <a:prstGeom prst="rect">
            <a:avLst/>
          </a:prstGeom>
        </p:spPr>
        <p:txBody>
          <a:bodyPr anchor="ctr"/>
          <a:lstStyle>
            <a:lvl1pPr marL="0" indent="0">
              <a:buNone/>
              <a:defRPr kumimoji="0" lang="en-US" sz="1455" b="1" i="0" u="none" strike="noStrike" kern="1200" cap="none" spc="0" normalizeH="0" baseline="0" dirty="0">
                <a:ln>
                  <a:noFill/>
                </a:ln>
                <a:solidFill>
                  <a:srgbClr val="4D4D4D"/>
                </a:solidFill>
                <a:effectLst/>
                <a:uLnTx/>
                <a:uFillTx/>
                <a:latin typeface="Segoe UI"/>
                <a:ea typeface="+mn-ea"/>
                <a:cs typeface="+mn-cs"/>
              </a:defRPr>
            </a:lvl1pPr>
          </a:lstStyle>
          <a:p>
            <a:pPr lvl="0"/>
            <a:r>
              <a:rPr lang="en-US" dirty="0"/>
              <a:t>Presentation Slide Subtitle</a:t>
            </a:r>
          </a:p>
        </p:txBody>
      </p:sp>
      <p:sp>
        <p:nvSpPr>
          <p:cNvPr id="33" name="Прямоугольник с одним скругленным углом 45">
            <a:extLst>
              <a:ext uri="{FF2B5EF4-FFF2-40B4-BE49-F238E27FC236}">
                <a16:creationId xmlns:a16="http://schemas.microsoft.com/office/drawing/2014/main" id="{3682F9B0-276B-00FE-3E14-07AE793FC729}"/>
              </a:ext>
            </a:extLst>
          </p:cNvPr>
          <p:cNvSpPr/>
          <p:nvPr userDrawn="1"/>
        </p:nvSpPr>
        <p:spPr>
          <a:xfrm flipH="1">
            <a:off x="6191278" y="6027431"/>
            <a:ext cx="5155536" cy="830841"/>
          </a:xfrm>
          <a:prstGeom prst="round1Rect">
            <a:avLst>
              <a:gd name="adj" fmla="val 23234"/>
            </a:avLst>
          </a:prstGeom>
          <a:solidFill>
            <a:srgbClr val="C0EB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092" dirty="0"/>
          </a:p>
        </p:txBody>
      </p:sp>
      <p:sp>
        <p:nvSpPr>
          <p:cNvPr id="53" name="Picture Placeholder 52">
            <a:extLst>
              <a:ext uri="{FF2B5EF4-FFF2-40B4-BE49-F238E27FC236}">
                <a16:creationId xmlns:a16="http://schemas.microsoft.com/office/drawing/2014/main" id="{8B09E83E-F7EC-2366-1289-EBF85A1ECD88}"/>
              </a:ext>
            </a:extLst>
          </p:cNvPr>
          <p:cNvSpPr>
            <a:spLocks noGrp="1"/>
          </p:cNvSpPr>
          <p:nvPr>
            <p:ph type="pic" sz="quarter" idx="16"/>
          </p:nvPr>
        </p:nvSpPr>
        <p:spPr>
          <a:xfrm>
            <a:off x="674821" y="1740370"/>
            <a:ext cx="5152119" cy="2352866"/>
          </a:xfrm>
          <a:prstGeom prst="rect">
            <a:avLst/>
          </a:prstGeom>
        </p:spPr>
        <p:txBody>
          <a:bodyPr/>
          <a:lstStyle/>
          <a:p>
            <a:r>
              <a:rPr lang="en-US"/>
              <a:t>Click icon to add picture</a:t>
            </a:r>
            <a:endParaRPr lang="en-US" dirty="0"/>
          </a:p>
        </p:txBody>
      </p:sp>
      <p:sp>
        <p:nvSpPr>
          <p:cNvPr id="57" name="Picture Placeholder 56">
            <a:extLst>
              <a:ext uri="{FF2B5EF4-FFF2-40B4-BE49-F238E27FC236}">
                <a16:creationId xmlns:a16="http://schemas.microsoft.com/office/drawing/2014/main" id="{C535AF1C-0308-255F-4F20-10F635CD355C}"/>
              </a:ext>
            </a:extLst>
          </p:cNvPr>
          <p:cNvSpPr>
            <a:spLocks noGrp="1"/>
          </p:cNvSpPr>
          <p:nvPr>
            <p:ph type="pic" sz="quarter" idx="18"/>
          </p:nvPr>
        </p:nvSpPr>
        <p:spPr>
          <a:xfrm>
            <a:off x="6190823" y="1740492"/>
            <a:ext cx="5155969" cy="4286732"/>
          </a:xfrm>
          <a:prstGeom prst="rect">
            <a:avLst/>
          </a:prstGeom>
        </p:spPr>
        <p:txBody>
          <a:bodyPr/>
          <a:lstStyle/>
          <a:p>
            <a:r>
              <a:rPr lang="en-US"/>
              <a:t>Click icon to add picture</a:t>
            </a:r>
          </a:p>
        </p:txBody>
      </p:sp>
      <p:sp>
        <p:nvSpPr>
          <p:cNvPr id="59" name="Text Placeholder 58">
            <a:extLst>
              <a:ext uri="{FF2B5EF4-FFF2-40B4-BE49-F238E27FC236}">
                <a16:creationId xmlns:a16="http://schemas.microsoft.com/office/drawing/2014/main" id="{1AC1E809-E7A7-FF2D-284F-9E6475F76871}"/>
              </a:ext>
            </a:extLst>
          </p:cNvPr>
          <p:cNvSpPr>
            <a:spLocks noGrp="1"/>
          </p:cNvSpPr>
          <p:nvPr>
            <p:ph type="body" sz="quarter" idx="19" hasCustomPrompt="1"/>
          </p:nvPr>
        </p:nvSpPr>
        <p:spPr>
          <a:xfrm>
            <a:off x="6345808" y="6186062"/>
            <a:ext cx="4794012" cy="367737"/>
          </a:xfrm>
          <a:prstGeom prst="rect">
            <a:avLst/>
          </a:prstGeom>
        </p:spPr>
        <p:txBody>
          <a:bodyPr/>
          <a:lstStyle>
            <a:lvl1pPr marL="0" indent="0">
              <a:buNone/>
              <a:defRPr sz="1455" b="1">
                <a:solidFill>
                  <a:srgbClr val="008BCB"/>
                </a:solidFill>
              </a:defRPr>
            </a:lvl1pPr>
          </a:lstStyle>
          <a:p>
            <a:pPr lvl="0"/>
            <a:r>
              <a:rPr lang="en-US" dirty="0"/>
              <a:t>Subtitle</a:t>
            </a:r>
          </a:p>
        </p:txBody>
      </p:sp>
      <p:sp>
        <p:nvSpPr>
          <p:cNvPr id="3" name="Text Placeholder 2">
            <a:extLst>
              <a:ext uri="{FF2B5EF4-FFF2-40B4-BE49-F238E27FC236}">
                <a16:creationId xmlns:a16="http://schemas.microsoft.com/office/drawing/2014/main" id="{46F0B825-8BD8-9BCA-1F7E-D6CAA8633B95}"/>
              </a:ext>
            </a:extLst>
          </p:cNvPr>
          <p:cNvSpPr>
            <a:spLocks noGrp="1"/>
          </p:cNvSpPr>
          <p:nvPr>
            <p:ph type="body" sz="quarter" idx="20"/>
          </p:nvPr>
        </p:nvSpPr>
        <p:spPr>
          <a:xfrm>
            <a:off x="680597" y="4321387"/>
            <a:ext cx="5146343" cy="1575876"/>
          </a:xfrm>
          <a:prstGeom prst="rect">
            <a:avLst/>
          </a:prstGeom>
        </p:spPr>
        <p:txBody>
          <a:bodyPr/>
          <a:lstStyle>
            <a:lvl1pPr>
              <a:defRPr sz="1092">
                <a:solidFill>
                  <a:srgbClr val="575756"/>
                </a:solidFill>
              </a:defRPr>
            </a:lvl1pPr>
            <a:lvl2pPr>
              <a:defRPr sz="970">
                <a:solidFill>
                  <a:srgbClr val="575756"/>
                </a:solidFill>
              </a:defRPr>
            </a:lvl2pPr>
            <a:lvl3pPr>
              <a:defRPr sz="849">
                <a:solidFill>
                  <a:srgbClr val="575756"/>
                </a:solidFill>
              </a:defRPr>
            </a:lvl3pPr>
            <a:lvl4pPr>
              <a:defRPr sz="728">
                <a:solidFill>
                  <a:srgbClr val="575756"/>
                </a:solidFill>
              </a:defRPr>
            </a:lvl4pPr>
            <a:lvl5pPr>
              <a:defRPr sz="667">
                <a:solidFill>
                  <a:srgbClr val="575756"/>
                </a:solidFill>
              </a:defRPr>
            </a:lvl5pPr>
            <a:lvl6pPr>
              <a:defRPr sz="637">
                <a:solidFill>
                  <a:srgbClr val="575756"/>
                </a:solidFill>
              </a:defRPr>
            </a:lvl6pPr>
            <a:lvl7pPr>
              <a:defRPr sz="606">
                <a:solidFill>
                  <a:srgbClr val="575756"/>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72732184"/>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572">
          <p15:clr>
            <a:srgbClr val="FBAE40"/>
          </p15:clr>
        </p15:guide>
        <p15:guide id="4" orient="horz" pos="1226">
          <p15:clr>
            <a:srgbClr val="FBAE40"/>
          </p15:clr>
        </p15:guide>
        <p15:guide id="6" orient="horz" pos="6261">
          <p15:clr>
            <a:srgbClr val="FBAE40"/>
          </p15:clr>
        </p15:guide>
        <p15:guide id="7" pos="1177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lide with Text, Picture &amp; Rectangle">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D6CB3405-129A-4007-AE86-D8D9B94A037C}"/>
              </a:ext>
            </a:extLst>
          </p:cNvPr>
          <p:cNvSpPr>
            <a:spLocks noGrp="1"/>
          </p:cNvSpPr>
          <p:nvPr>
            <p:ph type="body" sz="quarter" idx="10" hasCustomPrompt="1"/>
          </p:nvPr>
        </p:nvSpPr>
        <p:spPr>
          <a:xfrm>
            <a:off x="680650" y="546793"/>
            <a:ext cx="10502490" cy="339664"/>
          </a:xfrm>
          <a:prstGeom prst="rect">
            <a:avLst/>
          </a:prstGeom>
        </p:spPr>
        <p:txBody>
          <a:bodyPr anchor="ctr"/>
          <a:lstStyle>
            <a:lvl1pPr marL="0" inden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50" indent="0">
              <a:buNone/>
              <a:defRPr/>
            </a:lvl2pPr>
          </a:lstStyle>
          <a:p>
            <a:pPr lvl="0"/>
            <a:r>
              <a:rPr lang="en-US" dirty="0"/>
              <a:t>Presentation Slide Title</a:t>
            </a:r>
          </a:p>
        </p:txBody>
      </p:sp>
      <p:sp>
        <p:nvSpPr>
          <p:cNvPr id="2" name="Прямоугольник с одним скругленным углом 1123">
            <a:extLst>
              <a:ext uri="{FF2B5EF4-FFF2-40B4-BE49-F238E27FC236}">
                <a16:creationId xmlns:a16="http://schemas.microsoft.com/office/drawing/2014/main" id="{09706A04-2AAB-14D2-9DDA-9F06949055D5}"/>
              </a:ext>
            </a:extLst>
          </p:cNvPr>
          <p:cNvSpPr/>
          <p:nvPr userDrawn="1"/>
        </p:nvSpPr>
        <p:spPr>
          <a:xfrm flipH="1">
            <a:off x="6183044" y="4734519"/>
            <a:ext cx="5153089" cy="2123752"/>
          </a:xfrm>
          <a:prstGeom prst="round1Rect">
            <a:avLst>
              <a:gd name="adj" fmla="val 10912"/>
            </a:avLst>
          </a:prstGeom>
          <a:solidFill>
            <a:srgbClr val="81D8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092" dirty="0"/>
          </a:p>
        </p:txBody>
      </p:sp>
      <p:sp>
        <p:nvSpPr>
          <p:cNvPr id="42" name="Text Placeholder 9">
            <a:extLst>
              <a:ext uri="{FF2B5EF4-FFF2-40B4-BE49-F238E27FC236}">
                <a16:creationId xmlns:a16="http://schemas.microsoft.com/office/drawing/2014/main" id="{8C2D7325-F196-0CC3-545A-5A02A4786280}"/>
              </a:ext>
            </a:extLst>
          </p:cNvPr>
          <p:cNvSpPr>
            <a:spLocks noGrp="1"/>
          </p:cNvSpPr>
          <p:nvPr>
            <p:ph type="body" sz="quarter" idx="15" hasCustomPrompt="1"/>
          </p:nvPr>
        </p:nvSpPr>
        <p:spPr>
          <a:xfrm>
            <a:off x="680650" y="1129822"/>
            <a:ext cx="10459170" cy="339664"/>
          </a:xfrm>
          <a:prstGeom prst="rect">
            <a:avLst/>
          </a:prstGeom>
        </p:spPr>
        <p:txBody>
          <a:bodyPr anchor="ctr"/>
          <a:lstStyle>
            <a:lvl1pPr marL="0" indent="0">
              <a:buNone/>
              <a:defRPr kumimoji="0" lang="en-US" sz="1455" b="1" i="0" u="none" strike="noStrike" kern="1200" cap="none" spc="0" normalizeH="0" baseline="0" dirty="0">
                <a:ln>
                  <a:noFill/>
                </a:ln>
                <a:solidFill>
                  <a:srgbClr val="4D4D4D"/>
                </a:solidFill>
                <a:effectLst/>
                <a:uLnTx/>
                <a:uFillTx/>
                <a:latin typeface="Segoe UI"/>
                <a:ea typeface="+mn-ea"/>
                <a:cs typeface="+mn-cs"/>
              </a:defRPr>
            </a:lvl1pPr>
          </a:lstStyle>
          <a:p>
            <a:pPr lvl="0"/>
            <a:r>
              <a:rPr lang="en-US" dirty="0"/>
              <a:t>Presentation Slide Subtitle</a:t>
            </a:r>
          </a:p>
        </p:txBody>
      </p:sp>
      <p:sp>
        <p:nvSpPr>
          <p:cNvPr id="3" name="Text Placeholder 2">
            <a:extLst>
              <a:ext uri="{FF2B5EF4-FFF2-40B4-BE49-F238E27FC236}">
                <a16:creationId xmlns:a16="http://schemas.microsoft.com/office/drawing/2014/main" id="{DEE79857-5671-6404-2E42-84CC2D0B0D12}"/>
              </a:ext>
            </a:extLst>
          </p:cNvPr>
          <p:cNvSpPr>
            <a:spLocks noGrp="1"/>
          </p:cNvSpPr>
          <p:nvPr>
            <p:ph type="body" sz="quarter" idx="14"/>
          </p:nvPr>
        </p:nvSpPr>
        <p:spPr>
          <a:xfrm>
            <a:off x="680597" y="1712850"/>
            <a:ext cx="5174261" cy="4824858"/>
          </a:xfrm>
          <a:prstGeom prst="rect">
            <a:avLst/>
          </a:prstGeom>
        </p:spPr>
        <p:txBody>
          <a:bodyPr/>
          <a:lstStyle>
            <a:lvl1pPr>
              <a:defRPr sz="1092">
                <a:solidFill>
                  <a:srgbClr val="575756"/>
                </a:solidFill>
              </a:defRPr>
            </a:lvl1pPr>
            <a:lvl2pPr>
              <a:defRPr sz="970">
                <a:solidFill>
                  <a:srgbClr val="575756"/>
                </a:solidFill>
              </a:defRPr>
            </a:lvl2pPr>
            <a:lvl3pPr>
              <a:defRPr sz="849">
                <a:solidFill>
                  <a:srgbClr val="575756"/>
                </a:solidFill>
              </a:defRPr>
            </a:lvl3pPr>
            <a:lvl4pPr>
              <a:defRPr sz="728">
                <a:solidFill>
                  <a:srgbClr val="575756"/>
                </a:solidFill>
              </a:defRPr>
            </a:lvl4pPr>
            <a:lvl5pPr>
              <a:defRPr sz="667">
                <a:solidFill>
                  <a:srgbClr val="575756"/>
                </a:solidFill>
              </a:defRPr>
            </a:lvl5pPr>
            <a:lvl6pPr>
              <a:defRPr sz="637">
                <a:solidFill>
                  <a:srgbClr val="575756"/>
                </a:solidFill>
              </a:defRPr>
            </a:lvl6pPr>
            <a:lvl7pPr>
              <a:defRPr sz="606">
                <a:solidFill>
                  <a:srgbClr val="575756"/>
                </a:solidFill>
              </a:defRPr>
            </a:lvl7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78190724"/>
      </p:ext>
    </p:extLst>
  </p:cSld>
  <p:clrMapOvr>
    <a:masterClrMapping/>
  </p:clrMapOvr>
  <p:extLst>
    <p:ext uri="{DCECCB84-F9BA-43D5-87BE-67443E8EF086}">
      <p15:sldGuideLst xmlns:p15="http://schemas.microsoft.com/office/powerpoint/2012/main">
        <p15:guide id="1" orient="horz" pos="568">
          <p15:clr>
            <a:srgbClr val="FBAE40"/>
          </p15:clr>
        </p15:guide>
        <p15:guide id="2" pos="685">
          <p15:clr>
            <a:srgbClr val="FBAE40"/>
          </p15:clr>
        </p15:guide>
        <p15:guide id="3" pos="11617">
          <p15:clr>
            <a:srgbClr val="FBAE40"/>
          </p15:clr>
        </p15:guide>
        <p15:guide id="4" orient="horz" pos="1249">
          <p15:clr>
            <a:srgbClr val="FBAE40"/>
          </p15:clr>
        </p15:guide>
        <p15:guide id="6" orient="horz" pos="6261">
          <p15:clr>
            <a:srgbClr val="FBAE40"/>
          </p15:clr>
        </p15:guide>
        <p15:guide id="8" pos="6083">
          <p15:clr>
            <a:srgbClr val="FBAE40"/>
          </p15:clr>
        </p15:guide>
        <p15:guide id="9" pos="6673">
          <p15:clr>
            <a:srgbClr val="FBAE40"/>
          </p15:clr>
        </p15:guide>
        <p15:guide id="10" orient="horz" pos="1407">
          <p15:clr>
            <a:srgbClr val="FBAE40"/>
          </p15:clr>
        </p15:guide>
        <p15:guide id="11" orient="horz" pos="610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sp>
        <p:nvSpPr>
          <p:cNvPr id="16" name="bg object 16"/>
          <p:cNvSpPr/>
          <p:nvPr/>
        </p:nvSpPr>
        <p:spPr>
          <a:xfrm>
            <a:off x="0" y="6032076"/>
            <a:ext cx="12192000" cy="825578"/>
          </a:xfrm>
          <a:custGeom>
            <a:avLst/>
            <a:gdLst/>
            <a:ahLst/>
            <a:cxnLst/>
            <a:rect l="l" t="t" r="r" b="b"/>
            <a:pathLst>
              <a:path w="20104100" h="1361440">
                <a:moveTo>
                  <a:pt x="20104099" y="0"/>
                </a:moveTo>
                <a:lnTo>
                  <a:pt x="0" y="0"/>
                </a:lnTo>
                <a:lnTo>
                  <a:pt x="0" y="1361215"/>
                </a:lnTo>
                <a:lnTo>
                  <a:pt x="20104099" y="1361215"/>
                </a:lnTo>
                <a:lnTo>
                  <a:pt x="20104099" y="0"/>
                </a:lnTo>
                <a:close/>
              </a:path>
            </a:pathLst>
          </a:custGeom>
          <a:solidFill>
            <a:srgbClr val="008AC9"/>
          </a:solidFill>
        </p:spPr>
        <p:txBody>
          <a:bodyPr wrap="square" lIns="0" tIns="0" rIns="0" bIns="0" rtlCol="0"/>
          <a:lstStyle/>
          <a:p>
            <a:pPr marL="0" marR="0" lvl="0" indent="0" defTabSz="55450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endParaRPr>
          </a:p>
        </p:txBody>
      </p:sp>
      <p:sp>
        <p:nvSpPr>
          <p:cNvPr id="17" name="bg object 17"/>
          <p:cNvSpPr/>
          <p:nvPr/>
        </p:nvSpPr>
        <p:spPr>
          <a:xfrm>
            <a:off x="4479301" y="6032079"/>
            <a:ext cx="7713000" cy="825578"/>
          </a:xfrm>
          <a:custGeom>
            <a:avLst/>
            <a:gdLst/>
            <a:ahLst/>
            <a:cxnLst/>
            <a:rect l="l" t="t" r="r" b="b"/>
            <a:pathLst>
              <a:path w="12718415" h="1361440">
                <a:moveTo>
                  <a:pt x="5881319" y="215277"/>
                </a:moveTo>
                <a:lnTo>
                  <a:pt x="5827776" y="236626"/>
                </a:lnTo>
                <a:lnTo>
                  <a:pt x="5775388" y="256806"/>
                </a:lnTo>
                <a:lnTo>
                  <a:pt x="5724080" y="275805"/>
                </a:lnTo>
                <a:lnTo>
                  <a:pt x="5673826" y="293636"/>
                </a:lnTo>
                <a:lnTo>
                  <a:pt x="5624576" y="310299"/>
                </a:lnTo>
                <a:lnTo>
                  <a:pt x="5576290" y="325780"/>
                </a:lnTo>
                <a:lnTo>
                  <a:pt x="5528907" y="340093"/>
                </a:lnTo>
                <a:lnTo>
                  <a:pt x="5482374" y="353237"/>
                </a:lnTo>
                <a:lnTo>
                  <a:pt x="5436679" y="365201"/>
                </a:lnTo>
                <a:lnTo>
                  <a:pt x="5391747" y="376008"/>
                </a:lnTo>
                <a:lnTo>
                  <a:pt x="5347538" y="385635"/>
                </a:lnTo>
                <a:lnTo>
                  <a:pt x="5304002" y="394093"/>
                </a:lnTo>
                <a:lnTo>
                  <a:pt x="5261102" y="401383"/>
                </a:lnTo>
                <a:lnTo>
                  <a:pt x="5218785" y="407492"/>
                </a:lnTo>
                <a:lnTo>
                  <a:pt x="5177015" y="412445"/>
                </a:lnTo>
                <a:lnTo>
                  <a:pt x="5135740" y="416217"/>
                </a:lnTo>
                <a:lnTo>
                  <a:pt x="5094910" y="418833"/>
                </a:lnTo>
                <a:lnTo>
                  <a:pt x="5054473" y="420281"/>
                </a:lnTo>
                <a:lnTo>
                  <a:pt x="5014392" y="420547"/>
                </a:lnTo>
                <a:lnTo>
                  <a:pt x="4974628" y="419658"/>
                </a:lnTo>
                <a:lnTo>
                  <a:pt x="4935118" y="417588"/>
                </a:lnTo>
                <a:lnTo>
                  <a:pt x="4895824" y="414362"/>
                </a:lnTo>
                <a:lnTo>
                  <a:pt x="4856696" y="409968"/>
                </a:lnTo>
                <a:lnTo>
                  <a:pt x="4817694" y="404406"/>
                </a:lnTo>
                <a:lnTo>
                  <a:pt x="4778768" y="397675"/>
                </a:lnTo>
                <a:lnTo>
                  <a:pt x="4739881" y="389788"/>
                </a:lnTo>
                <a:lnTo>
                  <a:pt x="4700968" y="380720"/>
                </a:lnTo>
                <a:lnTo>
                  <a:pt x="4661992" y="370497"/>
                </a:lnTo>
                <a:lnTo>
                  <a:pt x="4622914" y="359105"/>
                </a:lnTo>
                <a:lnTo>
                  <a:pt x="4583671" y="346557"/>
                </a:lnTo>
                <a:lnTo>
                  <a:pt x="4544238" y="332841"/>
                </a:lnTo>
                <a:lnTo>
                  <a:pt x="4504550" y="317957"/>
                </a:lnTo>
                <a:lnTo>
                  <a:pt x="4464570" y="301904"/>
                </a:lnTo>
                <a:lnTo>
                  <a:pt x="4424261" y="284695"/>
                </a:lnTo>
                <a:lnTo>
                  <a:pt x="4383557" y="266331"/>
                </a:lnTo>
                <a:lnTo>
                  <a:pt x="4342422" y="246799"/>
                </a:lnTo>
                <a:lnTo>
                  <a:pt x="4300804" y="226098"/>
                </a:lnTo>
                <a:lnTo>
                  <a:pt x="4258665" y="204241"/>
                </a:lnTo>
                <a:lnTo>
                  <a:pt x="4215943" y="181229"/>
                </a:lnTo>
                <a:lnTo>
                  <a:pt x="4172610" y="157048"/>
                </a:lnTo>
                <a:lnTo>
                  <a:pt x="4128617" y="131699"/>
                </a:lnTo>
                <a:lnTo>
                  <a:pt x="4083913" y="105206"/>
                </a:lnTo>
                <a:lnTo>
                  <a:pt x="4038460" y="77546"/>
                </a:lnTo>
                <a:lnTo>
                  <a:pt x="3992194" y="48717"/>
                </a:lnTo>
                <a:lnTo>
                  <a:pt x="3945077" y="18732"/>
                </a:lnTo>
                <a:lnTo>
                  <a:pt x="3916197" y="0"/>
                </a:lnTo>
                <a:lnTo>
                  <a:pt x="1316761" y="0"/>
                </a:lnTo>
                <a:lnTo>
                  <a:pt x="951255" y="100152"/>
                </a:lnTo>
                <a:lnTo>
                  <a:pt x="895946" y="113245"/>
                </a:lnTo>
                <a:lnTo>
                  <a:pt x="838987" y="123761"/>
                </a:lnTo>
                <a:lnTo>
                  <a:pt x="780796" y="131978"/>
                </a:lnTo>
                <a:lnTo>
                  <a:pt x="721804" y="138163"/>
                </a:lnTo>
                <a:lnTo>
                  <a:pt x="662432" y="142570"/>
                </a:lnTo>
                <a:lnTo>
                  <a:pt x="603084" y="145465"/>
                </a:lnTo>
                <a:lnTo>
                  <a:pt x="544195" y="147129"/>
                </a:lnTo>
                <a:lnTo>
                  <a:pt x="486168" y="147815"/>
                </a:lnTo>
                <a:lnTo>
                  <a:pt x="223774" y="145834"/>
                </a:lnTo>
                <a:lnTo>
                  <a:pt x="179768" y="146227"/>
                </a:lnTo>
                <a:lnTo>
                  <a:pt x="139573" y="147485"/>
                </a:lnTo>
                <a:lnTo>
                  <a:pt x="72288" y="153720"/>
                </a:lnTo>
                <a:lnTo>
                  <a:pt x="25247" y="166649"/>
                </a:lnTo>
                <a:lnTo>
                  <a:pt x="0" y="203238"/>
                </a:lnTo>
                <a:lnTo>
                  <a:pt x="3962" y="222046"/>
                </a:lnTo>
                <a:lnTo>
                  <a:pt x="23253" y="259626"/>
                </a:lnTo>
                <a:lnTo>
                  <a:pt x="56769" y="297091"/>
                </a:lnTo>
                <a:lnTo>
                  <a:pt x="103441" y="334429"/>
                </a:lnTo>
                <a:lnTo>
                  <a:pt x="162179" y="371576"/>
                </a:lnTo>
                <a:lnTo>
                  <a:pt x="195732" y="390080"/>
                </a:lnTo>
                <a:lnTo>
                  <a:pt x="231889" y="408533"/>
                </a:lnTo>
                <a:lnTo>
                  <a:pt x="270535" y="426910"/>
                </a:lnTo>
                <a:lnTo>
                  <a:pt x="311505" y="445223"/>
                </a:lnTo>
                <a:lnTo>
                  <a:pt x="354685" y="463473"/>
                </a:lnTo>
                <a:lnTo>
                  <a:pt x="399935" y="481647"/>
                </a:lnTo>
                <a:lnTo>
                  <a:pt x="447128" y="499745"/>
                </a:lnTo>
                <a:lnTo>
                  <a:pt x="496100" y="517753"/>
                </a:lnTo>
                <a:lnTo>
                  <a:pt x="546747" y="535686"/>
                </a:lnTo>
                <a:lnTo>
                  <a:pt x="598919" y="553516"/>
                </a:lnTo>
                <a:lnTo>
                  <a:pt x="652487" y="571246"/>
                </a:lnTo>
                <a:lnTo>
                  <a:pt x="763244" y="606412"/>
                </a:lnTo>
                <a:lnTo>
                  <a:pt x="877951" y="641146"/>
                </a:lnTo>
                <a:lnTo>
                  <a:pt x="1055027" y="692340"/>
                </a:lnTo>
                <a:lnTo>
                  <a:pt x="1754543" y="884097"/>
                </a:lnTo>
                <a:lnTo>
                  <a:pt x="1957158" y="942505"/>
                </a:lnTo>
                <a:lnTo>
                  <a:pt x="2047849" y="970521"/>
                </a:lnTo>
                <a:lnTo>
                  <a:pt x="2090077" y="984211"/>
                </a:lnTo>
                <a:lnTo>
                  <a:pt x="2130044" y="997699"/>
                </a:lnTo>
                <a:lnTo>
                  <a:pt x="2167610" y="1010958"/>
                </a:lnTo>
                <a:lnTo>
                  <a:pt x="2234996" y="1036802"/>
                </a:lnTo>
                <a:lnTo>
                  <a:pt x="2291156" y="1061720"/>
                </a:lnTo>
                <a:lnTo>
                  <a:pt x="2314689" y="1073810"/>
                </a:lnTo>
                <a:lnTo>
                  <a:pt x="1535595" y="1157185"/>
                </a:lnTo>
                <a:lnTo>
                  <a:pt x="1186065" y="1227467"/>
                </a:lnTo>
                <a:lnTo>
                  <a:pt x="1185240" y="1322946"/>
                </a:lnTo>
                <a:lnTo>
                  <a:pt x="1249565" y="1361211"/>
                </a:lnTo>
                <a:lnTo>
                  <a:pt x="5521299" y="1361211"/>
                </a:lnTo>
                <a:lnTo>
                  <a:pt x="5514581" y="1335468"/>
                </a:lnTo>
                <a:lnTo>
                  <a:pt x="5506110" y="1296123"/>
                </a:lnTo>
                <a:lnTo>
                  <a:pt x="5499265" y="1255864"/>
                </a:lnTo>
                <a:lnTo>
                  <a:pt x="5494083" y="1214729"/>
                </a:lnTo>
                <a:lnTo>
                  <a:pt x="5490654" y="1172743"/>
                </a:lnTo>
                <a:lnTo>
                  <a:pt x="5489016" y="1129957"/>
                </a:lnTo>
                <a:lnTo>
                  <a:pt x="5489232" y="1086408"/>
                </a:lnTo>
                <a:lnTo>
                  <a:pt x="5491378" y="1042123"/>
                </a:lnTo>
                <a:lnTo>
                  <a:pt x="5495506" y="997153"/>
                </a:lnTo>
                <a:lnTo>
                  <a:pt x="5501678" y="951534"/>
                </a:lnTo>
                <a:lnTo>
                  <a:pt x="5509958" y="905306"/>
                </a:lnTo>
                <a:lnTo>
                  <a:pt x="5520398" y="858494"/>
                </a:lnTo>
                <a:lnTo>
                  <a:pt x="5533072" y="811161"/>
                </a:lnTo>
                <a:lnTo>
                  <a:pt x="5548046" y="763320"/>
                </a:lnTo>
                <a:lnTo>
                  <a:pt x="5565356" y="715022"/>
                </a:lnTo>
                <a:lnTo>
                  <a:pt x="5585079" y="666305"/>
                </a:lnTo>
                <a:lnTo>
                  <a:pt x="5607278" y="617207"/>
                </a:lnTo>
                <a:lnTo>
                  <a:pt x="5632018" y="567766"/>
                </a:lnTo>
                <a:lnTo>
                  <a:pt x="5659348" y="518020"/>
                </a:lnTo>
                <a:lnTo>
                  <a:pt x="5689346" y="468007"/>
                </a:lnTo>
                <a:lnTo>
                  <a:pt x="5720245" y="420547"/>
                </a:lnTo>
                <a:lnTo>
                  <a:pt x="5757545" y="367322"/>
                </a:lnTo>
                <a:lnTo>
                  <a:pt x="5795873" y="316738"/>
                </a:lnTo>
                <a:lnTo>
                  <a:pt x="5837110" y="266039"/>
                </a:lnTo>
                <a:lnTo>
                  <a:pt x="5881319" y="215277"/>
                </a:lnTo>
                <a:close/>
              </a:path>
              <a:path w="12718415" h="1361440">
                <a:moveTo>
                  <a:pt x="7770177" y="1301369"/>
                </a:moveTo>
                <a:lnTo>
                  <a:pt x="7768628" y="1260436"/>
                </a:lnTo>
                <a:lnTo>
                  <a:pt x="7765567" y="1220266"/>
                </a:lnTo>
                <a:lnTo>
                  <a:pt x="7758646" y="1166279"/>
                </a:lnTo>
                <a:lnTo>
                  <a:pt x="7748473" y="1113942"/>
                </a:lnTo>
                <a:lnTo>
                  <a:pt x="7735202" y="1063294"/>
                </a:lnTo>
                <a:lnTo>
                  <a:pt x="7719009" y="1014323"/>
                </a:lnTo>
                <a:lnTo>
                  <a:pt x="7700023" y="967079"/>
                </a:lnTo>
                <a:lnTo>
                  <a:pt x="7678420" y="921550"/>
                </a:lnTo>
                <a:lnTo>
                  <a:pt x="7654366" y="877760"/>
                </a:lnTo>
                <a:lnTo>
                  <a:pt x="7627988" y="835736"/>
                </a:lnTo>
                <a:lnTo>
                  <a:pt x="7599477" y="795489"/>
                </a:lnTo>
                <a:lnTo>
                  <a:pt x="7575321" y="765035"/>
                </a:lnTo>
                <a:lnTo>
                  <a:pt x="7536612" y="720369"/>
                </a:lnTo>
                <a:lnTo>
                  <a:pt x="7502601" y="685533"/>
                </a:lnTo>
                <a:lnTo>
                  <a:pt x="7467054" y="652538"/>
                </a:lnTo>
                <a:lnTo>
                  <a:pt x="7430148" y="621398"/>
                </a:lnTo>
                <a:lnTo>
                  <a:pt x="7392048" y="592124"/>
                </a:lnTo>
                <a:lnTo>
                  <a:pt x="7352881" y="564743"/>
                </a:lnTo>
                <a:lnTo>
                  <a:pt x="7312838" y="539267"/>
                </a:lnTo>
                <a:lnTo>
                  <a:pt x="7272058" y="515708"/>
                </a:lnTo>
                <a:lnTo>
                  <a:pt x="7230110" y="493839"/>
                </a:lnTo>
                <a:lnTo>
                  <a:pt x="7186879" y="473735"/>
                </a:lnTo>
                <a:lnTo>
                  <a:pt x="7142531" y="455460"/>
                </a:lnTo>
                <a:lnTo>
                  <a:pt x="7097179" y="439077"/>
                </a:lnTo>
                <a:lnTo>
                  <a:pt x="7051002" y="424649"/>
                </a:lnTo>
                <a:lnTo>
                  <a:pt x="7004126" y="412267"/>
                </a:lnTo>
                <a:lnTo>
                  <a:pt x="6956704" y="401980"/>
                </a:lnTo>
                <a:lnTo>
                  <a:pt x="6908889" y="393852"/>
                </a:lnTo>
                <a:lnTo>
                  <a:pt x="6860819" y="387972"/>
                </a:lnTo>
                <a:lnTo>
                  <a:pt x="6812635" y="384403"/>
                </a:lnTo>
                <a:lnTo>
                  <a:pt x="6764490" y="383197"/>
                </a:lnTo>
                <a:lnTo>
                  <a:pt x="6716535" y="384441"/>
                </a:lnTo>
                <a:lnTo>
                  <a:pt x="6668910" y="388188"/>
                </a:lnTo>
                <a:lnTo>
                  <a:pt x="6621754" y="394525"/>
                </a:lnTo>
                <a:lnTo>
                  <a:pt x="6575234" y="403504"/>
                </a:lnTo>
                <a:lnTo>
                  <a:pt x="6529476" y="415201"/>
                </a:lnTo>
                <a:lnTo>
                  <a:pt x="6484633" y="429679"/>
                </a:lnTo>
                <a:lnTo>
                  <a:pt x="6440843" y="447014"/>
                </a:lnTo>
                <a:lnTo>
                  <a:pt x="6398273" y="467271"/>
                </a:lnTo>
                <a:lnTo>
                  <a:pt x="6357048" y="490524"/>
                </a:lnTo>
                <a:lnTo>
                  <a:pt x="6317335" y="516826"/>
                </a:lnTo>
                <a:lnTo>
                  <a:pt x="6279261" y="546265"/>
                </a:lnTo>
                <a:lnTo>
                  <a:pt x="6242977" y="578891"/>
                </a:lnTo>
                <a:lnTo>
                  <a:pt x="6213043" y="608393"/>
                </a:lnTo>
                <a:lnTo>
                  <a:pt x="6185001" y="640118"/>
                </a:lnTo>
                <a:lnTo>
                  <a:pt x="6158954" y="673849"/>
                </a:lnTo>
                <a:lnTo>
                  <a:pt x="6135014" y="709345"/>
                </a:lnTo>
                <a:lnTo>
                  <a:pt x="6113246" y="746404"/>
                </a:lnTo>
                <a:lnTo>
                  <a:pt x="6093777" y="784783"/>
                </a:lnTo>
                <a:lnTo>
                  <a:pt x="6076683" y="824280"/>
                </a:lnTo>
                <a:lnTo>
                  <a:pt x="6062078" y="864641"/>
                </a:lnTo>
                <a:lnTo>
                  <a:pt x="6050038" y="905662"/>
                </a:lnTo>
                <a:lnTo>
                  <a:pt x="6040666" y="947102"/>
                </a:lnTo>
                <a:lnTo>
                  <a:pt x="6034075" y="988758"/>
                </a:lnTo>
                <a:lnTo>
                  <a:pt x="6030328" y="1030401"/>
                </a:lnTo>
                <a:lnTo>
                  <a:pt x="6029553" y="1071791"/>
                </a:lnTo>
                <a:lnTo>
                  <a:pt x="6031839" y="1112710"/>
                </a:lnTo>
                <a:lnTo>
                  <a:pt x="6037262" y="1152944"/>
                </a:lnTo>
                <a:lnTo>
                  <a:pt x="6045949" y="1192250"/>
                </a:lnTo>
                <a:lnTo>
                  <a:pt x="6057976" y="1230414"/>
                </a:lnTo>
                <a:lnTo>
                  <a:pt x="6073432" y="1267218"/>
                </a:lnTo>
                <a:lnTo>
                  <a:pt x="6092431" y="1302435"/>
                </a:lnTo>
                <a:lnTo>
                  <a:pt x="6115075" y="1335836"/>
                </a:lnTo>
                <a:lnTo>
                  <a:pt x="6136411" y="1361211"/>
                </a:lnTo>
                <a:lnTo>
                  <a:pt x="6760946" y="1361211"/>
                </a:lnTo>
                <a:lnTo>
                  <a:pt x="6791655" y="1317358"/>
                </a:lnTo>
                <a:lnTo>
                  <a:pt x="6820789" y="1256398"/>
                </a:lnTo>
                <a:lnTo>
                  <a:pt x="6831279" y="1210830"/>
                </a:lnTo>
                <a:lnTo>
                  <a:pt x="6834797" y="1165669"/>
                </a:lnTo>
                <a:lnTo>
                  <a:pt x="6831622" y="1121410"/>
                </a:lnTo>
                <a:lnTo>
                  <a:pt x="6822046" y="1078547"/>
                </a:lnTo>
                <a:lnTo>
                  <a:pt x="6806362" y="1037590"/>
                </a:lnTo>
                <a:lnTo>
                  <a:pt x="6784886" y="999020"/>
                </a:lnTo>
                <a:lnTo>
                  <a:pt x="6757873" y="963333"/>
                </a:lnTo>
                <a:lnTo>
                  <a:pt x="6725640" y="931049"/>
                </a:lnTo>
                <a:lnTo>
                  <a:pt x="6688468" y="902639"/>
                </a:lnTo>
                <a:lnTo>
                  <a:pt x="6646659" y="878598"/>
                </a:lnTo>
                <a:lnTo>
                  <a:pt x="6600495" y="859447"/>
                </a:lnTo>
                <a:lnTo>
                  <a:pt x="6550266" y="845654"/>
                </a:lnTo>
                <a:lnTo>
                  <a:pt x="6590538" y="820305"/>
                </a:lnTo>
                <a:lnTo>
                  <a:pt x="6632689" y="799693"/>
                </a:lnTo>
                <a:lnTo>
                  <a:pt x="6676352" y="783831"/>
                </a:lnTo>
                <a:lnTo>
                  <a:pt x="6721157" y="772744"/>
                </a:lnTo>
                <a:lnTo>
                  <a:pt x="6766763" y="766470"/>
                </a:lnTo>
                <a:lnTo>
                  <a:pt x="6812775" y="765035"/>
                </a:lnTo>
                <a:lnTo>
                  <a:pt x="6858863" y="768464"/>
                </a:lnTo>
                <a:lnTo>
                  <a:pt x="6904634" y="776770"/>
                </a:lnTo>
                <a:lnTo>
                  <a:pt x="6949732" y="789990"/>
                </a:lnTo>
                <a:lnTo>
                  <a:pt x="6993801" y="808151"/>
                </a:lnTo>
                <a:lnTo>
                  <a:pt x="7036473" y="831278"/>
                </a:lnTo>
                <a:lnTo>
                  <a:pt x="7077430" y="859447"/>
                </a:lnTo>
                <a:lnTo>
                  <a:pt x="7116165" y="892530"/>
                </a:lnTo>
                <a:lnTo>
                  <a:pt x="7146557" y="924928"/>
                </a:lnTo>
                <a:lnTo>
                  <a:pt x="7173849" y="958697"/>
                </a:lnTo>
                <a:lnTo>
                  <a:pt x="7198042" y="993724"/>
                </a:lnTo>
                <a:lnTo>
                  <a:pt x="7219188" y="1029893"/>
                </a:lnTo>
                <a:lnTo>
                  <a:pt x="7237311" y="1067079"/>
                </a:lnTo>
                <a:lnTo>
                  <a:pt x="7252436" y="1105166"/>
                </a:lnTo>
                <a:lnTo>
                  <a:pt x="7264603" y="1144003"/>
                </a:lnTo>
                <a:lnTo>
                  <a:pt x="7273823" y="1183513"/>
                </a:lnTo>
                <a:lnTo>
                  <a:pt x="7280148" y="1223530"/>
                </a:lnTo>
                <a:lnTo>
                  <a:pt x="7283590" y="1263954"/>
                </a:lnTo>
                <a:lnTo>
                  <a:pt x="7284186" y="1304671"/>
                </a:lnTo>
                <a:lnTo>
                  <a:pt x="7281964" y="1345539"/>
                </a:lnTo>
                <a:lnTo>
                  <a:pt x="7280046" y="1361211"/>
                </a:lnTo>
                <a:lnTo>
                  <a:pt x="7769580" y="1361211"/>
                </a:lnTo>
                <a:lnTo>
                  <a:pt x="7770127" y="1345539"/>
                </a:lnTo>
                <a:lnTo>
                  <a:pt x="7770177" y="1301369"/>
                </a:lnTo>
                <a:close/>
              </a:path>
              <a:path w="12718415" h="1361440">
                <a:moveTo>
                  <a:pt x="8062366" y="353961"/>
                </a:moveTo>
                <a:lnTo>
                  <a:pt x="8033525" y="305041"/>
                </a:lnTo>
                <a:lnTo>
                  <a:pt x="8003934" y="257987"/>
                </a:lnTo>
                <a:lnTo>
                  <a:pt x="7973555" y="212750"/>
                </a:lnTo>
                <a:lnTo>
                  <a:pt x="7942389" y="169278"/>
                </a:lnTo>
                <a:lnTo>
                  <a:pt x="7910411" y="127495"/>
                </a:lnTo>
                <a:lnTo>
                  <a:pt x="7877619" y="87376"/>
                </a:lnTo>
                <a:lnTo>
                  <a:pt x="7843977" y="48856"/>
                </a:lnTo>
                <a:lnTo>
                  <a:pt x="7809497" y="11874"/>
                </a:lnTo>
                <a:lnTo>
                  <a:pt x="7797673" y="0"/>
                </a:lnTo>
                <a:lnTo>
                  <a:pt x="7611046" y="0"/>
                </a:lnTo>
                <a:lnTo>
                  <a:pt x="7642974" y="14795"/>
                </a:lnTo>
                <a:lnTo>
                  <a:pt x="7691628" y="40030"/>
                </a:lnTo>
                <a:lnTo>
                  <a:pt x="7737970" y="66763"/>
                </a:lnTo>
                <a:lnTo>
                  <a:pt x="7782065" y="94843"/>
                </a:lnTo>
                <a:lnTo>
                  <a:pt x="7823987" y="124180"/>
                </a:lnTo>
                <a:lnTo>
                  <a:pt x="7863802" y="154622"/>
                </a:lnTo>
                <a:lnTo>
                  <a:pt x="7901572" y="186067"/>
                </a:lnTo>
                <a:lnTo>
                  <a:pt x="7937386" y="218376"/>
                </a:lnTo>
                <a:lnTo>
                  <a:pt x="7971307" y="251447"/>
                </a:lnTo>
                <a:lnTo>
                  <a:pt x="8003387" y="285153"/>
                </a:lnTo>
                <a:lnTo>
                  <a:pt x="8033715" y="319366"/>
                </a:lnTo>
                <a:lnTo>
                  <a:pt x="8062366" y="353961"/>
                </a:lnTo>
                <a:close/>
              </a:path>
              <a:path w="12718415" h="1361440">
                <a:moveTo>
                  <a:pt x="11211052" y="1361211"/>
                </a:moveTo>
                <a:lnTo>
                  <a:pt x="11196015" y="1316977"/>
                </a:lnTo>
                <a:lnTo>
                  <a:pt x="11174247" y="1266405"/>
                </a:lnTo>
                <a:lnTo>
                  <a:pt x="11149241" y="1220228"/>
                </a:lnTo>
                <a:lnTo>
                  <a:pt x="11121123" y="1178394"/>
                </a:lnTo>
                <a:lnTo>
                  <a:pt x="11090034" y="1140866"/>
                </a:lnTo>
                <a:lnTo>
                  <a:pt x="11056099" y="1107592"/>
                </a:lnTo>
                <a:lnTo>
                  <a:pt x="11019434" y="1078496"/>
                </a:lnTo>
                <a:lnTo>
                  <a:pt x="10980179" y="1053553"/>
                </a:lnTo>
                <a:lnTo>
                  <a:pt x="10938459" y="1032713"/>
                </a:lnTo>
                <a:lnTo>
                  <a:pt x="10894390" y="1015898"/>
                </a:lnTo>
                <a:lnTo>
                  <a:pt x="10848111" y="1003084"/>
                </a:lnTo>
                <a:lnTo>
                  <a:pt x="10799750" y="994194"/>
                </a:lnTo>
                <a:lnTo>
                  <a:pt x="10749420" y="989203"/>
                </a:lnTo>
                <a:lnTo>
                  <a:pt x="10697274" y="988034"/>
                </a:lnTo>
                <a:lnTo>
                  <a:pt x="10670553" y="988885"/>
                </a:lnTo>
                <a:lnTo>
                  <a:pt x="10615892" y="993368"/>
                </a:lnTo>
                <a:lnTo>
                  <a:pt x="10559733" y="1001572"/>
                </a:lnTo>
                <a:lnTo>
                  <a:pt x="10502176" y="1013421"/>
                </a:lnTo>
                <a:lnTo>
                  <a:pt x="10443362" y="1028877"/>
                </a:lnTo>
                <a:lnTo>
                  <a:pt x="10383431" y="1047889"/>
                </a:lnTo>
                <a:lnTo>
                  <a:pt x="10322496" y="1070394"/>
                </a:lnTo>
                <a:lnTo>
                  <a:pt x="10260686" y="1096352"/>
                </a:lnTo>
                <a:lnTo>
                  <a:pt x="10198125" y="1125702"/>
                </a:lnTo>
                <a:lnTo>
                  <a:pt x="10134943" y="1158392"/>
                </a:lnTo>
                <a:lnTo>
                  <a:pt x="10071278" y="1194384"/>
                </a:lnTo>
                <a:lnTo>
                  <a:pt x="10007244" y="1233614"/>
                </a:lnTo>
                <a:lnTo>
                  <a:pt x="9975139" y="1254429"/>
                </a:lnTo>
                <a:lnTo>
                  <a:pt x="9942982" y="1276032"/>
                </a:lnTo>
                <a:lnTo>
                  <a:pt x="9910801" y="1298422"/>
                </a:lnTo>
                <a:lnTo>
                  <a:pt x="9878606" y="1321587"/>
                </a:lnTo>
                <a:lnTo>
                  <a:pt x="9846412" y="1345526"/>
                </a:lnTo>
                <a:lnTo>
                  <a:pt x="9825990" y="1361211"/>
                </a:lnTo>
                <a:lnTo>
                  <a:pt x="11211052" y="1361211"/>
                </a:lnTo>
                <a:close/>
              </a:path>
              <a:path w="12718415" h="1361440">
                <a:moveTo>
                  <a:pt x="12717920" y="0"/>
                </a:moveTo>
                <a:lnTo>
                  <a:pt x="8755888" y="0"/>
                </a:lnTo>
                <a:lnTo>
                  <a:pt x="8758555" y="6197"/>
                </a:lnTo>
                <a:lnTo>
                  <a:pt x="8788298" y="43078"/>
                </a:lnTo>
                <a:lnTo>
                  <a:pt x="8832825" y="69342"/>
                </a:lnTo>
                <a:lnTo>
                  <a:pt x="8870048" y="81648"/>
                </a:lnTo>
                <a:lnTo>
                  <a:pt x="8912822" y="90271"/>
                </a:lnTo>
                <a:lnTo>
                  <a:pt x="8960752" y="95631"/>
                </a:lnTo>
                <a:lnTo>
                  <a:pt x="9013419" y="98145"/>
                </a:lnTo>
                <a:lnTo>
                  <a:pt x="9041409" y="98463"/>
                </a:lnTo>
                <a:lnTo>
                  <a:pt x="9070442" y="98221"/>
                </a:lnTo>
                <a:lnTo>
                  <a:pt x="9100452" y="97485"/>
                </a:lnTo>
                <a:lnTo>
                  <a:pt x="9131389" y="96278"/>
                </a:lnTo>
                <a:lnTo>
                  <a:pt x="9195892" y="92748"/>
                </a:lnTo>
                <a:lnTo>
                  <a:pt x="9557233" y="65544"/>
                </a:lnTo>
                <a:lnTo>
                  <a:pt x="9634461" y="61112"/>
                </a:lnTo>
                <a:lnTo>
                  <a:pt x="9712388" y="57988"/>
                </a:lnTo>
                <a:lnTo>
                  <a:pt x="9751492" y="57048"/>
                </a:lnTo>
                <a:lnTo>
                  <a:pt x="9790620" y="56578"/>
                </a:lnTo>
                <a:lnTo>
                  <a:pt x="9829724" y="56654"/>
                </a:lnTo>
                <a:lnTo>
                  <a:pt x="9868751" y="57315"/>
                </a:lnTo>
                <a:lnTo>
                  <a:pt x="9907651" y="58610"/>
                </a:lnTo>
                <a:lnTo>
                  <a:pt x="9946373" y="60604"/>
                </a:lnTo>
                <a:lnTo>
                  <a:pt x="9984867" y="63334"/>
                </a:lnTo>
                <a:lnTo>
                  <a:pt x="10023094" y="66852"/>
                </a:lnTo>
                <a:lnTo>
                  <a:pt x="10060978" y="71221"/>
                </a:lnTo>
                <a:lnTo>
                  <a:pt x="10135578" y="82702"/>
                </a:lnTo>
                <a:lnTo>
                  <a:pt x="10208247" y="98183"/>
                </a:lnTo>
                <a:lnTo>
                  <a:pt x="10278605" y="118097"/>
                </a:lnTo>
                <a:lnTo>
                  <a:pt x="10346233" y="142836"/>
                </a:lnTo>
                <a:lnTo>
                  <a:pt x="10410723" y="172834"/>
                </a:lnTo>
                <a:lnTo>
                  <a:pt x="10471683" y="208508"/>
                </a:lnTo>
                <a:lnTo>
                  <a:pt x="10528694" y="250253"/>
                </a:lnTo>
                <a:lnTo>
                  <a:pt x="10581373" y="298500"/>
                </a:lnTo>
                <a:lnTo>
                  <a:pt x="10605961" y="325183"/>
                </a:lnTo>
                <a:lnTo>
                  <a:pt x="10678668" y="339102"/>
                </a:lnTo>
                <a:lnTo>
                  <a:pt x="10747070" y="354571"/>
                </a:lnTo>
                <a:lnTo>
                  <a:pt x="10811269" y="371538"/>
                </a:lnTo>
                <a:lnTo>
                  <a:pt x="10871365" y="389915"/>
                </a:lnTo>
                <a:lnTo>
                  <a:pt x="10927474" y="409638"/>
                </a:lnTo>
                <a:lnTo>
                  <a:pt x="10979683" y="430644"/>
                </a:lnTo>
                <a:lnTo>
                  <a:pt x="11028109" y="452856"/>
                </a:lnTo>
                <a:lnTo>
                  <a:pt x="11072863" y="476186"/>
                </a:lnTo>
                <a:lnTo>
                  <a:pt x="11114049" y="500595"/>
                </a:lnTo>
                <a:lnTo>
                  <a:pt x="11151768" y="525983"/>
                </a:lnTo>
                <a:lnTo>
                  <a:pt x="11186135" y="552284"/>
                </a:lnTo>
                <a:lnTo>
                  <a:pt x="11217237" y="579450"/>
                </a:lnTo>
                <a:lnTo>
                  <a:pt x="11245190" y="607377"/>
                </a:lnTo>
                <a:lnTo>
                  <a:pt x="11292091" y="665276"/>
                </a:lnTo>
                <a:lnTo>
                  <a:pt x="11327676" y="725424"/>
                </a:lnTo>
                <a:lnTo>
                  <a:pt x="11352784" y="787260"/>
                </a:lnTo>
                <a:lnTo>
                  <a:pt x="11368278" y="850188"/>
                </a:lnTo>
                <a:lnTo>
                  <a:pt x="11374996" y="913650"/>
                </a:lnTo>
                <a:lnTo>
                  <a:pt x="11375327" y="945400"/>
                </a:lnTo>
                <a:lnTo>
                  <a:pt x="11373777" y="977074"/>
                </a:lnTo>
                <a:lnTo>
                  <a:pt x="11365484" y="1039888"/>
                </a:lnTo>
                <a:lnTo>
                  <a:pt x="11350943" y="1101521"/>
                </a:lnTo>
                <a:lnTo>
                  <a:pt x="11331029" y="1161402"/>
                </a:lnTo>
                <a:lnTo>
                  <a:pt x="11306569" y="1218971"/>
                </a:lnTo>
                <a:lnTo>
                  <a:pt x="11278426" y="1273632"/>
                </a:lnTo>
                <a:lnTo>
                  <a:pt x="11247425" y="1324838"/>
                </a:lnTo>
                <a:lnTo>
                  <a:pt x="11222253" y="1361211"/>
                </a:lnTo>
                <a:lnTo>
                  <a:pt x="12717920" y="1361211"/>
                </a:lnTo>
                <a:lnTo>
                  <a:pt x="12717920" y="56578"/>
                </a:lnTo>
                <a:lnTo>
                  <a:pt x="12717920" y="0"/>
                </a:lnTo>
                <a:close/>
              </a:path>
            </a:pathLst>
          </a:custGeom>
          <a:solidFill>
            <a:srgbClr val="007FBA"/>
          </a:solidFill>
        </p:spPr>
        <p:txBody>
          <a:bodyPr wrap="square" lIns="0" tIns="0" rIns="0" bIns="0" rtlCol="0"/>
          <a:lstStyle/>
          <a:p>
            <a:pPr marL="0" marR="0" lvl="0" indent="0" defTabSz="55450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endParaRPr>
          </a:p>
        </p:txBody>
      </p:sp>
      <p:grpSp>
        <p:nvGrpSpPr>
          <p:cNvPr id="5" name="Группа 4"/>
          <p:cNvGrpSpPr/>
          <p:nvPr userDrawn="1"/>
        </p:nvGrpSpPr>
        <p:grpSpPr>
          <a:xfrm>
            <a:off x="9047813" y="-1125"/>
            <a:ext cx="2288323" cy="2276767"/>
            <a:chOff x="14970032" y="10843"/>
            <a:chExt cx="3773349" cy="3754558"/>
          </a:xfrm>
        </p:grpSpPr>
        <p:sp>
          <p:nvSpPr>
            <p:cNvPr id="6" name="Прямоугольник с двумя скругленными соседними углами 14"/>
            <p:cNvSpPr/>
            <p:nvPr userDrawn="1"/>
          </p:nvSpPr>
          <p:spPr>
            <a:xfrm flipV="1">
              <a:off x="14970032" y="10843"/>
              <a:ext cx="3773349" cy="3754558"/>
            </a:xfrm>
            <a:custGeom>
              <a:avLst/>
              <a:gdLst>
                <a:gd name="connsiteX0" fmla="*/ 299689 w 3773349"/>
                <a:gd name="connsiteY0" fmla="*/ 0 h 3754558"/>
                <a:gd name="connsiteX1" fmla="*/ 3473660 w 3773349"/>
                <a:gd name="connsiteY1" fmla="*/ 0 h 3754558"/>
                <a:gd name="connsiteX2" fmla="*/ 3773349 w 3773349"/>
                <a:gd name="connsiteY2" fmla="*/ 299689 h 3754558"/>
                <a:gd name="connsiteX3" fmla="*/ 3773349 w 3773349"/>
                <a:gd name="connsiteY3" fmla="*/ 3754558 h 3754558"/>
                <a:gd name="connsiteX4" fmla="*/ 3773349 w 3773349"/>
                <a:gd name="connsiteY4" fmla="*/ 3754558 h 3754558"/>
                <a:gd name="connsiteX5" fmla="*/ 0 w 3773349"/>
                <a:gd name="connsiteY5" fmla="*/ 3754558 h 3754558"/>
                <a:gd name="connsiteX6" fmla="*/ 0 w 3773349"/>
                <a:gd name="connsiteY6" fmla="*/ 3754558 h 3754558"/>
                <a:gd name="connsiteX7" fmla="*/ 0 w 3773349"/>
                <a:gd name="connsiteY7" fmla="*/ 299689 h 3754558"/>
                <a:gd name="connsiteX8" fmla="*/ 299689 w 3773349"/>
                <a:gd name="connsiteY8" fmla="*/ 0 h 3754558"/>
                <a:gd name="connsiteX0" fmla="*/ 299689 w 3773349"/>
                <a:gd name="connsiteY0" fmla="*/ 0 h 3758775"/>
                <a:gd name="connsiteX1" fmla="*/ 3473660 w 3773349"/>
                <a:gd name="connsiteY1" fmla="*/ 0 h 3758775"/>
                <a:gd name="connsiteX2" fmla="*/ 3773349 w 3773349"/>
                <a:gd name="connsiteY2" fmla="*/ 299689 h 3758775"/>
                <a:gd name="connsiteX3" fmla="*/ 3773349 w 3773349"/>
                <a:gd name="connsiteY3" fmla="*/ 3754558 h 3758775"/>
                <a:gd name="connsiteX4" fmla="*/ 3773349 w 3773349"/>
                <a:gd name="connsiteY4" fmla="*/ 3754558 h 3758775"/>
                <a:gd name="connsiteX5" fmla="*/ 839811 w 3773349"/>
                <a:gd name="connsiteY5" fmla="*/ 3758775 h 3758775"/>
                <a:gd name="connsiteX6" fmla="*/ 0 w 3773349"/>
                <a:gd name="connsiteY6" fmla="*/ 3754558 h 3758775"/>
                <a:gd name="connsiteX7" fmla="*/ 0 w 3773349"/>
                <a:gd name="connsiteY7" fmla="*/ 3754558 h 3758775"/>
                <a:gd name="connsiteX8" fmla="*/ 0 w 3773349"/>
                <a:gd name="connsiteY8" fmla="*/ 299689 h 3758775"/>
                <a:gd name="connsiteX9" fmla="*/ 299689 w 3773349"/>
                <a:gd name="connsiteY9" fmla="*/ 0 h 3758775"/>
                <a:gd name="connsiteX0" fmla="*/ 839811 w 3773349"/>
                <a:gd name="connsiteY0" fmla="*/ 3758775 h 3850215"/>
                <a:gd name="connsiteX1" fmla="*/ 0 w 3773349"/>
                <a:gd name="connsiteY1" fmla="*/ 3754558 h 3850215"/>
                <a:gd name="connsiteX2" fmla="*/ 0 w 3773349"/>
                <a:gd name="connsiteY2" fmla="*/ 3754558 h 3850215"/>
                <a:gd name="connsiteX3" fmla="*/ 0 w 3773349"/>
                <a:gd name="connsiteY3" fmla="*/ 299689 h 3850215"/>
                <a:gd name="connsiteX4" fmla="*/ 299689 w 3773349"/>
                <a:gd name="connsiteY4" fmla="*/ 0 h 3850215"/>
                <a:gd name="connsiteX5" fmla="*/ 3473660 w 3773349"/>
                <a:gd name="connsiteY5" fmla="*/ 0 h 3850215"/>
                <a:gd name="connsiteX6" fmla="*/ 3773349 w 3773349"/>
                <a:gd name="connsiteY6" fmla="*/ 299689 h 3850215"/>
                <a:gd name="connsiteX7" fmla="*/ 3773349 w 3773349"/>
                <a:gd name="connsiteY7" fmla="*/ 3754558 h 3850215"/>
                <a:gd name="connsiteX8" fmla="*/ 3773349 w 3773349"/>
                <a:gd name="connsiteY8" fmla="*/ 3754558 h 3850215"/>
                <a:gd name="connsiteX9" fmla="*/ 931251 w 3773349"/>
                <a:gd name="connsiteY9" fmla="*/ 3850215 h 3850215"/>
                <a:gd name="connsiteX0" fmla="*/ 839811 w 3773349"/>
                <a:gd name="connsiteY0" fmla="*/ 3758775 h 3850215"/>
                <a:gd name="connsiteX1" fmla="*/ 0 w 3773349"/>
                <a:gd name="connsiteY1" fmla="*/ 3754558 h 3850215"/>
                <a:gd name="connsiteX2" fmla="*/ 0 w 3773349"/>
                <a:gd name="connsiteY2" fmla="*/ 3754558 h 3850215"/>
                <a:gd name="connsiteX3" fmla="*/ 0 w 3773349"/>
                <a:gd name="connsiteY3" fmla="*/ 299689 h 3850215"/>
                <a:gd name="connsiteX4" fmla="*/ 299689 w 3773349"/>
                <a:gd name="connsiteY4" fmla="*/ 0 h 3850215"/>
                <a:gd name="connsiteX5" fmla="*/ 3473660 w 3773349"/>
                <a:gd name="connsiteY5" fmla="*/ 0 h 3850215"/>
                <a:gd name="connsiteX6" fmla="*/ 3773349 w 3773349"/>
                <a:gd name="connsiteY6" fmla="*/ 299689 h 3850215"/>
                <a:gd name="connsiteX7" fmla="*/ 3773349 w 3773349"/>
                <a:gd name="connsiteY7" fmla="*/ 3754558 h 3850215"/>
                <a:gd name="connsiteX8" fmla="*/ 3773349 w 3773349"/>
                <a:gd name="connsiteY8" fmla="*/ 3754558 h 3850215"/>
                <a:gd name="connsiteX9" fmla="*/ 904747 w 3773349"/>
                <a:gd name="connsiteY9" fmla="*/ 3850215 h 3850215"/>
                <a:gd name="connsiteX0" fmla="*/ 839811 w 3773349"/>
                <a:gd name="connsiteY0" fmla="*/ 3758775 h 3758775"/>
                <a:gd name="connsiteX1" fmla="*/ 0 w 3773349"/>
                <a:gd name="connsiteY1" fmla="*/ 3754558 h 3758775"/>
                <a:gd name="connsiteX2" fmla="*/ 0 w 3773349"/>
                <a:gd name="connsiteY2" fmla="*/ 3754558 h 3758775"/>
                <a:gd name="connsiteX3" fmla="*/ 0 w 3773349"/>
                <a:gd name="connsiteY3" fmla="*/ 299689 h 3758775"/>
                <a:gd name="connsiteX4" fmla="*/ 299689 w 3773349"/>
                <a:gd name="connsiteY4" fmla="*/ 0 h 3758775"/>
                <a:gd name="connsiteX5" fmla="*/ 3473660 w 3773349"/>
                <a:gd name="connsiteY5" fmla="*/ 0 h 3758775"/>
                <a:gd name="connsiteX6" fmla="*/ 3773349 w 3773349"/>
                <a:gd name="connsiteY6" fmla="*/ 299689 h 3758775"/>
                <a:gd name="connsiteX7" fmla="*/ 3773349 w 3773349"/>
                <a:gd name="connsiteY7" fmla="*/ 3754558 h 3758775"/>
                <a:gd name="connsiteX8" fmla="*/ 3773349 w 3773349"/>
                <a:gd name="connsiteY8" fmla="*/ 3754558 h 3758775"/>
                <a:gd name="connsiteX0" fmla="*/ 0 w 3773349"/>
                <a:gd name="connsiteY0" fmla="*/ 3754558 h 3754558"/>
                <a:gd name="connsiteX1" fmla="*/ 0 w 3773349"/>
                <a:gd name="connsiteY1" fmla="*/ 3754558 h 3754558"/>
                <a:gd name="connsiteX2" fmla="*/ 0 w 3773349"/>
                <a:gd name="connsiteY2" fmla="*/ 299689 h 3754558"/>
                <a:gd name="connsiteX3" fmla="*/ 299689 w 3773349"/>
                <a:gd name="connsiteY3" fmla="*/ 0 h 3754558"/>
                <a:gd name="connsiteX4" fmla="*/ 3473660 w 3773349"/>
                <a:gd name="connsiteY4" fmla="*/ 0 h 3754558"/>
                <a:gd name="connsiteX5" fmla="*/ 3773349 w 3773349"/>
                <a:gd name="connsiteY5" fmla="*/ 299689 h 3754558"/>
                <a:gd name="connsiteX6" fmla="*/ 3773349 w 3773349"/>
                <a:gd name="connsiteY6" fmla="*/ 3754558 h 3754558"/>
                <a:gd name="connsiteX7" fmla="*/ 3773349 w 3773349"/>
                <a:gd name="connsiteY7" fmla="*/ 3754558 h 375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73349" h="3754558">
                  <a:moveTo>
                    <a:pt x="0" y="3754558"/>
                  </a:moveTo>
                  <a:lnTo>
                    <a:pt x="0" y="3754558"/>
                  </a:lnTo>
                  <a:lnTo>
                    <a:pt x="0" y="299689"/>
                  </a:lnTo>
                  <a:cubicBezTo>
                    <a:pt x="0" y="134175"/>
                    <a:pt x="134175" y="0"/>
                    <a:pt x="299689" y="0"/>
                  </a:cubicBezTo>
                  <a:lnTo>
                    <a:pt x="3473660" y="0"/>
                  </a:lnTo>
                  <a:cubicBezTo>
                    <a:pt x="3639174" y="0"/>
                    <a:pt x="3773349" y="134175"/>
                    <a:pt x="3773349" y="299689"/>
                  </a:cubicBezTo>
                  <a:lnTo>
                    <a:pt x="3773349" y="3754558"/>
                  </a:lnTo>
                  <a:lnTo>
                    <a:pt x="3773349" y="3754558"/>
                  </a:lnTo>
                </a:path>
              </a:pathLst>
            </a:custGeom>
            <a:solidFill>
              <a:schemeClr val="bg1"/>
            </a:solidFill>
            <a:ln>
              <a:solidFill>
                <a:srgbClr val="008FD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pic>
          <p:nvPicPr>
            <p:cNvPr id="7" name="Рисунок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268700" y="320675"/>
              <a:ext cx="3176011" cy="2971800"/>
            </a:xfrm>
            <a:prstGeom prst="rect">
              <a:avLst/>
            </a:prstGeom>
          </p:spPr>
        </p:pic>
      </p:grpSp>
      <p:grpSp>
        <p:nvGrpSpPr>
          <p:cNvPr id="43" name="Группа 27">
            <a:extLst>
              <a:ext uri="{FF2B5EF4-FFF2-40B4-BE49-F238E27FC236}">
                <a16:creationId xmlns:a16="http://schemas.microsoft.com/office/drawing/2014/main" id="{C00D69EB-68C6-4B9C-A7D8-B0E4D669D25A}"/>
              </a:ext>
            </a:extLst>
          </p:cNvPr>
          <p:cNvGrpSpPr/>
          <p:nvPr userDrawn="1"/>
        </p:nvGrpSpPr>
        <p:grpSpPr>
          <a:xfrm>
            <a:off x="1174338" y="5195304"/>
            <a:ext cx="5859169" cy="1513781"/>
            <a:chOff x="1348517" y="8855075"/>
            <a:chExt cx="9661525" cy="2496140"/>
          </a:xfrm>
        </p:grpSpPr>
        <p:sp>
          <p:nvSpPr>
            <p:cNvPr id="44" name="object 2">
              <a:extLst>
                <a:ext uri="{FF2B5EF4-FFF2-40B4-BE49-F238E27FC236}">
                  <a16:creationId xmlns:a16="http://schemas.microsoft.com/office/drawing/2014/main" id="{072A0D51-06B7-4E59-9D49-D2F92299439B}"/>
                </a:ext>
              </a:extLst>
            </p:cNvPr>
            <p:cNvSpPr txBox="1"/>
            <p:nvPr/>
          </p:nvSpPr>
          <p:spPr>
            <a:xfrm>
              <a:off x="1348517" y="10426388"/>
              <a:ext cx="9661525" cy="924827"/>
            </a:xfrm>
            <a:prstGeom prst="rect">
              <a:avLst/>
            </a:prstGeom>
          </p:spPr>
          <p:txBody>
            <a:bodyPr vert="horz" wrap="square" lIns="0" tIns="11431" rIns="0" bIns="0" rtlCol="0">
              <a:spAutoFit/>
            </a:bodyPr>
            <a:lstStyle/>
            <a:p>
              <a:pPr marL="7702" marR="3081" lvl="0" indent="0" defTabSz="554500" eaLnBrk="1" fontAlgn="auto" latinLnBrk="0" hangingPunct="1">
                <a:lnSpc>
                  <a:spcPct val="101499"/>
                </a:lnSpc>
                <a:spcBef>
                  <a:spcPts val="55"/>
                </a:spcBef>
                <a:spcAft>
                  <a:spcPts val="0"/>
                </a:spcAft>
                <a:buClrTx/>
                <a:buSzTx/>
                <a:buFontTx/>
                <a:buNone/>
                <a:tabLst/>
                <a:defRPr/>
              </a:pPr>
              <a:r>
                <a:rPr kumimoji="0" sz="1182" b="0" i="0" u="none" strike="noStrike" kern="0" cap="none" spc="0" normalizeH="0" baseline="0" noProof="0" dirty="0">
                  <a:ln>
                    <a:noFill/>
                  </a:ln>
                  <a:solidFill>
                    <a:prstClr val="white"/>
                  </a:solidFill>
                  <a:effectLst/>
                  <a:uLnTx/>
                  <a:uFillTx/>
                  <a:latin typeface="Segoe UI"/>
                  <a:cs typeface="Segoe UI"/>
                </a:rPr>
                <a:t>Қазақстан</a:t>
              </a:r>
              <a:r>
                <a:rPr kumimoji="0" sz="1182" b="0" i="0" u="none" strike="noStrike" kern="0" cap="none" spc="27"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Республикасы,</a:t>
              </a:r>
              <a:r>
                <a:rPr kumimoji="0" sz="1182" b="0" i="0" u="none" strike="noStrike" kern="0" cap="none" spc="27"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060002,</a:t>
              </a:r>
              <a:r>
                <a:rPr kumimoji="0" sz="1182" b="0" i="0" u="none" strike="noStrike" kern="0" cap="none" spc="30"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Атырау</a:t>
              </a:r>
              <a:r>
                <a:rPr kumimoji="0" sz="1182" b="0" i="0" u="none" strike="noStrike" kern="0" cap="none" spc="27"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қаласы,</a:t>
              </a:r>
              <a:r>
                <a:rPr kumimoji="0" sz="1182" b="0" i="0" u="none" strike="noStrike" kern="0" cap="none" spc="30"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Смағұлов</a:t>
              </a:r>
              <a:r>
                <a:rPr kumimoji="0" sz="1182" b="0" i="0" u="none" strike="noStrike" kern="0" cap="none" spc="27"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көшесі,</a:t>
              </a:r>
              <a:r>
                <a:rPr kumimoji="0" sz="1182" b="0" i="0" u="none" strike="noStrike" kern="0" cap="none" spc="30"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1,</a:t>
              </a:r>
              <a:r>
                <a:rPr kumimoji="0" sz="1182" b="0" i="0" u="none" strike="noStrike" kern="0" cap="none" spc="27"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НКОК</a:t>
              </a:r>
              <a:r>
                <a:rPr kumimoji="0" sz="1182" b="0" i="0" u="none" strike="noStrike" kern="0" cap="none" spc="30" normalizeH="0" baseline="0" noProof="0" dirty="0">
                  <a:ln>
                    <a:noFill/>
                  </a:ln>
                  <a:solidFill>
                    <a:prstClr val="white"/>
                  </a:solidFill>
                  <a:effectLst/>
                  <a:uLnTx/>
                  <a:uFillTx/>
                  <a:latin typeface="Segoe UI"/>
                  <a:cs typeface="Segoe UI"/>
                </a:rPr>
                <a:t> </a:t>
              </a:r>
              <a:r>
                <a:rPr kumimoji="0" sz="1182" b="0" i="0" u="none" strike="noStrike" kern="0" cap="none" spc="-6" normalizeH="0" baseline="0" noProof="0" dirty="0">
                  <a:ln>
                    <a:noFill/>
                  </a:ln>
                  <a:solidFill>
                    <a:prstClr val="white"/>
                  </a:solidFill>
                  <a:effectLst/>
                  <a:uLnTx/>
                  <a:uFillTx/>
                  <a:latin typeface="Segoe UI"/>
                  <a:cs typeface="Segoe UI"/>
                </a:rPr>
                <a:t>кеңсесі </a:t>
              </a:r>
              <a:r>
                <a:rPr kumimoji="0" sz="1182" b="0" i="0" u="none" strike="noStrike" kern="0" cap="none" spc="0" normalizeH="0" baseline="0" noProof="0" dirty="0">
                  <a:ln>
                    <a:noFill/>
                  </a:ln>
                  <a:solidFill>
                    <a:prstClr val="white"/>
                  </a:solidFill>
                  <a:effectLst/>
                  <a:uLnTx/>
                  <a:uFillTx/>
                  <a:latin typeface="Segoe UI"/>
                  <a:cs typeface="Segoe UI"/>
                </a:rPr>
                <a:t>Республика</a:t>
              </a:r>
              <a:r>
                <a:rPr kumimoji="0" sz="1182" b="0" i="0" u="none" strike="noStrike" kern="0" cap="none" spc="24"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Казахстан,</a:t>
              </a:r>
              <a:r>
                <a:rPr kumimoji="0" sz="1182" b="0" i="0" u="none" strike="noStrike" kern="0" cap="none" spc="24"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060002,</a:t>
              </a:r>
              <a:r>
                <a:rPr kumimoji="0" sz="1182" b="0" i="0" u="none" strike="noStrike" kern="0" cap="none" spc="24"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г.</a:t>
              </a:r>
              <a:r>
                <a:rPr kumimoji="0" sz="1182" b="0" i="0" u="none" strike="noStrike" kern="0" cap="none" spc="24"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Атырау,</a:t>
              </a:r>
              <a:r>
                <a:rPr kumimoji="0" sz="1182" b="0" i="0" u="none" strike="noStrike" kern="0" cap="none" spc="27"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ул.</a:t>
              </a:r>
              <a:r>
                <a:rPr kumimoji="0" sz="1182" b="0" i="0" u="none" strike="noStrike" kern="0" cap="none" spc="24"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Смагулова,</a:t>
              </a:r>
              <a:r>
                <a:rPr kumimoji="0" sz="1182" b="0" i="0" u="none" strike="noStrike" kern="0" cap="none" spc="24"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1,</a:t>
              </a:r>
              <a:r>
                <a:rPr kumimoji="0" sz="1182" b="0" i="0" u="none" strike="noStrike" kern="0" cap="none" spc="24"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офис</a:t>
              </a:r>
              <a:r>
                <a:rPr kumimoji="0" sz="1182" b="0" i="0" u="none" strike="noStrike" kern="0" cap="none" spc="27" normalizeH="0" baseline="0" noProof="0" dirty="0">
                  <a:ln>
                    <a:noFill/>
                  </a:ln>
                  <a:solidFill>
                    <a:prstClr val="white"/>
                  </a:solidFill>
                  <a:effectLst/>
                  <a:uLnTx/>
                  <a:uFillTx/>
                  <a:latin typeface="Segoe UI"/>
                  <a:cs typeface="Segoe UI"/>
                </a:rPr>
                <a:t> </a:t>
              </a:r>
              <a:r>
                <a:rPr kumimoji="0" sz="1182" b="0" i="0" u="none" strike="noStrike" kern="0" cap="none" spc="-12" normalizeH="0" baseline="0" noProof="0" dirty="0">
                  <a:ln>
                    <a:noFill/>
                  </a:ln>
                  <a:solidFill>
                    <a:prstClr val="white"/>
                  </a:solidFill>
                  <a:effectLst/>
                  <a:uLnTx/>
                  <a:uFillTx/>
                  <a:latin typeface="Segoe UI"/>
                  <a:cs typeface="Segoe UI"/>
                </a:rPr>
                <a:t>НКОК</a:t>
              </a:r>
              <a:endParaRPr kumimoji="0" sz="1182" b="0" i="0" u="none" strike="noStrike" kern="0" cap="none" spc="0" normalizeH="0" baseline="0" noProof="0" dirty="0">
                <a:ln>
                  <a:noFill/>
                </a:ln>
                <a:solidFill>
                  <a:prstClr val="white"/>
                </a:solidFill>
                <a:effectLst/>
                <a:uLnTx/>
                <a:uFillTx/>
                <a:latin typeface="Segoe UI"/>
                <a:cs typeface="Segoe UI"/>
              </a:endParaRPr>
            </a:p>
            <a:p>
              <a:pPr marL="7702" marR="0" lvl="0" indent="0" defTabSz="554500" eaLnBrk="1" fontAlgn="auto" latinLnBrk="0" hangingPunct="1">
                <a:lnSpc>
                  <a:spcPct val="100000"/>
                </a:lnSpc>
                <a:spcBef>
                  <a:spcPts val="21"/>
                </a:spcBef>
                <a:spcAft>
                  <a:spcPts val="0"/>
                </a:spcAft>
                <a:buClrTx/>
                <a:buSzTx/>
                <a:buFontTx/>
                <a:buNone/>
                <a:tabLst/>
                <a:defRPr/>
              </a:pPr>
              <a:r>
                <a:rPr kumimoji="0" sz="1182" b="0" i="0" u="none" strike="noStrike" kern="0" cap="none" spc="0" normalizeH="0" baseline="0" noProof="0" dirty="0">
                  <a:ln>
                    <a:noFill/>
                  </a:ln>
                  <a:solidFill>
                    <a:prstClr val="white"/>
                  </a:solidFill>
                  <a:effectLst/>
                  <a:uLnTx/>
                  <a:uFillTx/>
                  <a:latin typeface="Segoe UI"/>
                  <a:cs typeface="Segoe UI"/>
                </a:rPr>
                <a:t>1,</a:t>
              </a:r>
              <a:r>
                <a:rPr kumimoji="0" sz="1182" b="0" i="0" u="none" strike="noStrike" kern="0" cap="none" spc="18"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Smagulov</a:t>
              </a:r>
              <a:r>
                <a:rPr kumimoji="0" sz="1182" b="0" i="0" u="none" strike="noStrike" kern="0" cap="none" spc="18"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Street,</a:t>
              </a:r>
              <a:r>
                <a:rPr kumimoji="0" sz="1182" b="0" i="0" u="none" strike="noStrike" kern="0" cap="none" spc="21"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NCOC</a:t>
              </a:r>
              <a:r>
                <a:rPr kumimoji="0" sz="1182" b="0" i="0" u="none" strike="noStrike" kern="0" cap="none" spc="18"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office,</a:t>
              </a:r>
              <a:r>
                <a:rPr kumimoji="0" sz="1182" b="0" i="0" u="none" strike="noStrike" kern="0" cap="none" spc="18"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060002,</a:t>
              </a:r>
              <a:r>
                <a:rPr kumimoji="0" sz="1182" b="0" i="0" u="none" strike="noStrike" kern="0" cap="none" spc="21"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Atyrau,</a:t>
              </a:r>
              <a:r>
                <a:rPr kumimoji="0" sz="1182" b="0" i="0" u="none" strike="noStrike" kern="0" cap="none" spc="18"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Republic</a:t>
              </a:r>
              <a:r>
                <a:rPr kumimoji="0" sz="1182" b="0" i="0" u="none" strike="noStrike" kern="0" cap="none" spc="18" normalizeH="0" baseline="0" noProof="0" dirty="0">
                  <a:ln>
                    <a:noFill/>
                  </a:ln>
                  <a:solidFill>
                    <a:prstClr val="white"/>
                  </a:solidFill>
                  <a:effectLst/>
                  <a:uLnTx/>
                  <a:uFillTx/>
                  <a:latin typeface="Segoe UI"/>
                  <a:cs typeface="Segoe UI"/>
                </a:rPr>
                <a:t> </a:t>
              </a:r>
              <a:r>
                <a:rPr kumimoji="0" sz="1182" b="0" i="0" u="none" strike="noStrike" kern="0" cap="none" spc="0" normalizeH="0" baseline="0" noProof="0" dirty="0">
                  <a:ln>
                    <a:noFill/>
                  </a:ln>
                  <a:solidFill>
                    <a:prstClr val="white"/>
                  </a:solidFill>
                  <a:effectLst/>
                  <a:uLnTx/>
                  <a:uFillTx/>
                  <a:latin typeface="Segoe UI"/>
                  <a:cs typeface="Segoe UI"/>
                </a:rPr>
                <a:t>of</a:t>
              </a:r>
              <a:r>
                <a:rPr kumimoji="0" sz="1182" b="0" i="0" u="none" strike="noStrike" kern="0" cap="none" spc="21" normalizeH="0" baseline="0" noProof="0" dirty="0">
                  <a:ln>
                    <a:noFill/>
                  </a:ln>
                  <a:solidFill>
                    <a:prstClr val="white"/>
                  </a:solidFill>
                  <a:effectLst/>
                  <a:uLnTx/>
                  <a:uFillTx/>
                  <a:latin typeface="Segoe UI"/>
                  <a:cs typeface="Segoe UI"/>
                </a:rPr>
                <a:t> </a:t>
              </a:r>
              <a:r>
                <a:rPr kumimoji="0" sz="1182" b="0" i="0" u="none" strike="noStrike" kern="0" cap="none" spc="-6" normalizeH="0" baseline="0" noProof="0" dirty="0">
                  <a:ln>
                    <a:noFill/>
                  </a:ln>
                  <a:solidFill>
                    <a:prstClr val="white"/>
                  </a:solidFill>
                  <a:effectLst/>
                  <a:uLnTx/>
                  <a:uFillTx/>
                  <a:latin typeface="Segoe UI"/>
                  <a:cs typeface="Segoe UI"/>
                </a:rPr>
                <a:t>Kazakhstan</a:t>
              </a:r>
              <a:endParaRPr kumimoji="0" sz="1182" b="0" i="0" u="none" strike="noStrike" kern="0" cap="none" spc="0" normalizeH="0" baseline="0" noProof="0" dirty="0">
                <a:ln>
                  <a:noFill/>
                </a:ln>
                <a:solidFill>
                  <a:prstClr val="white"/>
                </a:solidFill>
                <a:effectLst/>
                <a:uLnTx/>
                <a:uFillTx/>
                <a:latin typeface="Segoe UI"/>
                <a:cs typeface="Segoe UI"/>
              </a:endParaRPr>
            </a:p>
          </p:txBody>
        </p:sp>
        <p:sp>
          <p:nvSpPr>
            <p:cNvPr id="45" name="Овал 29">
              <a:hlinkClick r:id="rId3"/>
              <a:extLst>
                <a:ext uri="{FF2B5EF4-FFF2-40B4-BE49-F238E27FC236}">
                  <a16:creationId xmlns:a16="http://schemas.microsoft.com/office/drawing/2014/main" id="{32C7E36F-CBBA-4F47-8EF3-44E660622C7C}"/>
                </a:ext>
              </a:extLst>
            </p:cNvPr>
            <p:cNvSpPr/>
            <p:nvPr/>
          </p:nvSpPr>
          <p:spPr>
            <a:xfrm>
              <a:off x="2051050" y="8855075"/>
              <a:ext cx="550133" cy="550133"/>
            </a:xfrm>
            <a:prstGeom prst="ellipse">
              <a:avLst/>
            </a:prstGeom>
            <a:no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46" name="object 2">
              <a:extLst>
                <a:ext uri="{FF2B5EF4-FFF2-40B4-BE49-F238E27FC236}">
                  <a16:creationId xmlns:a16="http://schemas.microsoft.com/office/drawing/2014/main" id="{726E5E97-2C6E-4575-85DB-C70CA1EBBDE4}"/>
                </a:ext>
              </a:extLst>
            </p:cNvPr>
            <p:cNvSpPr txBox="1"/>
            <p:nvPr/>
          </p:nvSpPr>
          <p:spPr>
            <a:xfrm>
              <a:off x="1348517" y="9333440"/>
              <a:ext cx="1540734" cy="302814"/>
            </a:xfrm>
            <a:prstGeom prst="rect">
              <a:avLst/>
            </a:prstGeom>
          </p:spPr>
          <p:txBody>
            <a:bodyPr vert="horz" wrap="square" lIns="0" tIns="11431" rIns="0" bIns="0" rtlCol="0">
              <a:spAutoFit/>
            </a:bodyPr>
            <a:lstStyle/>
            <a:p>
              <a:pPr marL="7702" marR="3081" lvl="0" indent="0" defTabSz="554500" eaLnBrk="1" fontAlgn="auto" latinLnBrk="0" hangingPunct="1">
                <a:lnSpc>
                  <a:spcPct val="101499"/>
                </a:lnSpc>
                <a:spcBef>
                  <a:spcPts val="55"/>
                </a:spcBef>
                <a:spcAft>
                  <a:spcPts val="0"/>
                </a:spcAft>
                <a:buClrTx/>
                <a:buSzTx/>
                <a:buFontTx/>
                <a:buNone/>
                <a:tabLst/>
                <a:defRPr/>
              </a:pPr>
              <a:r>
                <a:rPr kumimoji="0" lang="en-US" sz="1182" b="0" i="0" u="none" strike="noStrike" kern="0" cap="none" spc="-6" normalizeH="0" baseline="0" noProof="0" dirty="0">
                  <a:ln>
                    <a:noFill/>
                  </a:ln>
                  <a:solidFill>
                    <a:srgbClr val="008FD1"/>
                  </a:solidFill>
                  <a:effectLst/>
                  <a:uLnTx/>
                  <a:uFillTx/>
                  <a:latin typeface="Segoe UI"/>
                  <a:cs typeface="Segoe UI"/>
                  <a:hlinkClick r:id="rId4"/>
                </a:rPr>
                <a:t>www.ncoc.kz</a:t>
              </a:r>
              <a:endParaRPr kumimoji="0" sz="1182" b="0" i="0" u="none" strike="noStrike" kern="0" cap="none" spc="0" normalizeH="0" baseline="0" noProof="0" dirty="0">
                <a:ln>
                  <a:noFill/>
                </a:ln>
                <a:solidFill>
                  <a:sysClr val="windowText" lastClr="000000"/>
                </a:solidFill>
                <a:effectLst/>
                <a:uLnTx/>
                <a:uFillTx/>
                <a:latin typeface="Segoe UI"/>
                <a:cs typeface="Segoe UI"/>
              </a:endParaRPr>
            </a:p>
          </p:txBody>
        </p:sp>
      </p:grpSp>
      <p:sp>
        <p:nvSpPr>
          <p:cNvPr id="47" name="object 13">
            <a:extLst>
              <a:ext uri="{FF2B5EF4-FFF2-40B4-BE49-F238E27FC236}">
                <a16:creationId xmlns:a16="http://schemas.microsoft.com/office/drawing/2014/main" id="{5C353F93-3EF3-445C-BA1C-18F3565FBED7}"/>
              </a:ext>
            </a:extLst>
          </p:cNvPr>
          <p:cNvSpPr/>
          <p:nvPr userDrawn="1"/>
        </p:nvSpPr>
        <p:spPr>
          <a:xfrm>
            <a:off x="855867" y="4879652"/>
            <a:ext cx="4151983" cy="1152689"/>
          </a:xfrm>
          <a:custGeom>
            <a:avLst/>
            <a:gdLst/>
            <a:ahLst/>
            <a:cxnLst/>
            <a:rect l="l" t="t" r="r" b="b"/>
            <a:pathLst>
              <a:path w="10711815" h="3675379">
                <a:moveTo>
                  <a:pt x="10711715" y="3675280"/>
                </a:moveTo>
                <a:lnTo>
                  <a:pt x="10711715" y="213700"/>
                </a:lnTo>
                <a:lnTo>
                  <a:pt x="10706692" y="170630"/>
                </a:lnTo>
                <a:lnTo>
                  <a:pt x="10692283" y="130516"/>
                </a:lnTo>
                <a:lnTo>
                  <a:pt x="10669485" y="94216"/>
                </a:lnTo>
                <a:lnTo>
                  <a:pt x="10639292" y="62589"/>
                </a:lnTo>
                <a:lnTo>
                  <a:pt x="10602698" y="36495"/>
                </a:lnTo>
                <a:lnTo>
                  <a:pt x="10560697" y="16793"/>
                </a:lnTo>
                <a:lnTo>
                  <a:pt x="10514285" y="4341"/>
                </a:lnTo>
                <a:lnTo>
                  <a:pt x="10464456" y="0"/>
                </a:lnTo>
                <a:lnTo>
                  <a:pt x="247259" y="0"/>
                </a:lnTo>
                <a:lnTo>
                  <a:pt x="197430" y="4341"/>
                </a:lnTo>
                <a:lnTo>
                  <a:pt x="151017" y="16793"/>
                </a:lnTo>
                <a:lnTo>
                  <a:pt x="109017" y="36495"/>
                </a:lnTo>
                <a:lnTo>
                  <a:pt x="72423" y="62589"/>
                </a:lnTo>
                <a:lnTo>
                  <a:pt x="42229" y="94216"/>
                </a:lnTo>
                <a:lnTo>
                  <a:pt x="19431" y="130516"/>
                </a:lnTo>
                <a:lnTo>
                  <a:pt x="5023" y="170630"/>
                </a:lnTo>
                <a:lnTo>
                  <a:pt x="0" y="213700"/>
                </a:lnTo>
                <a:lnTo>
                  <a:pt x="0" y="3675280"/>
                </a:lnTo>
              </a:path>
            </a:pathLst>
          </a:custGeom>
          <a:ln w="19050">
            <a:solidFill>
              <a:srgbClr val="038CCA"/>
            </a:solidFill>
          </a:ln>
        </p:spPr>
        <p:txBody>
          <a:bodyPr wrap="square" lIns="0" tIns="0" rIns="0" bIns="0" rtlCol="0"/>
          <a:lstStyle/>
          <a:p>
            <a:pPr marL="0" marR="0" lvl="0" indent="0" defTabSz="55450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endParaRPr>
          </a:p>
        </p:txBody>
      </p:sp>
      <p:grpSp>
        <p:nvGrpSpPr>
          <p:cNvPr id="48" name="Группа 33">
            <a:extLst>
              <a:ext uri="{FF2B5EF4-FFF2-40B4-BE49-F238E27FC236}">
                <a16:creationId xmlns:a16="http://schemas.microsoft.com/office/drawing/2014/main" id="{175C7180-FB14-4DA2-81A1-D514F498F803}"/>
              </a:ext>
            </a:extLst>
          </p:cNvPr>
          <p:cNvGrpSpPr/>
          <p:nvPr userDrawn="1"/>
        </p:nvGrpSpPr>
        <p:grpSpPr>
          <a:xfrm>
            <a:off x="1105214" y="5077421"/>
            <a:ext cx="1628874" cy="335972"/>
            <a:chOff x="1822450" y="8855075"/>
            <a:chExt cx="2685945" cy="553999"/>
          </a:xfrm>
        </p:grpSpPr>
        <p:grpSp>
          <p:nvGrpSpPr>
            <p:cNvPr id="49" name="Группа 35">
              <a:extLst>
                <a:ext uri="{FF2B5EF4-FFF2-40B4-BE49-F238E27FC236}">
                  <a16:creationId xmlns:a16="http://schemas.microsoft.com/office/drawing/2014/main" id="{CAFE4B8C-3986-45F0-8375-88053BAE3814}"/>
                </a:ext>
              </a:extLst>
            </p:cNvPr>
            <p:cNvGrpSpPr/>
            <p:nvPr/>
          </p:nvGrpSpPr>
          <p:grpSpPr>
            <a:xfrm>
              <a:off x="2524983" y="8855075"/>
              <a:ext cx="550133" cy="550133"/>
              <a:chOff x="2524983" y="8855075"/>
              <a:chExt cx="550133" cy="550133"/>
            </a:xfrm>
          </p:grpSpPr>
          <p:grpSp>
            <p:nvGrpSpPr>
              <p:cNvPr id="64" name="object 6">
                <a:extLst>
                  <a:ext uri="{FF2B5EF4-FFF2-40B4-BE49-F238E27FC236}">
                    <a16:creationId xmlns:a16="http://schemas.microsoft.com/office/drawing/2014/main" id="{6605ACAD-9A03-447D-8F7D-9B63A0BE7A33}"/>
                  </a:ext>
                </a:extLst>
              </p:cNvPr>
              <p:cNvGrpSpPr/>
              <p:nvPr/>
            </p:nvGrpSpPr>
            <p:grpSpPr>
              <a:xfrm>
                <a:off x="2524983" y="8858372"/>
                <a:ext cx="546100" cy="546100"/>
                <a:chOff x="2562092" y="8858372"/>
                <a:chExt cx="546100" cy="546100"/>
              </a:xfrm>
            </p:grpSpPr>
            <p:sp>
              <p:nvSpPr>
                <p:cNvPr id="66" name="object 7">
                  <a:extLst>
                    <a:ext uri="{FF2B5EF4-FFF2-40B4-BE49-F238E27FC236}">
                      <a16:creationId xmlns:a16="http://schemas.microsoft.com/office/drawing/2014/main" id="{2338F550-B482-4987-8F1D-255E0E693D73}"/>
                    </a:ext>
                  </a:extLst>
                </p:cNvPr>
                <p:cNvSpPr/>
                <p:nvPr/>
              </p:nvSpPr>
              <p:spPr>
                <a:xfrm>
                  <a:off x="2562092" y="8858372"/>
                  <a:ext cx="546100" cy="546100"/>
                </a:xfrm>
                <a:custGeom>
                  <a:avLst/>
                  <a:gdLst/>
                  <a:ahLst/>
                  <a:cxnLst/>
                  <a:rect l="l" t="t" r="r" b="b"/>
                  <a:pathLst>
                    <a:path w="546100" h="546100">
                      <a:moveTo>
                        <a:pt x="272777" y="0"/>
                      </a:moveTo>
                      <a:lnTo>
                        <a:pt x="223746" y="4394"/>
                      </a:lnTo>
                      <a:lnTo>
                        <a:pt x="177598" y="17065"/>
                      </a:lnTo>
                      <a:lnTo>
                        <a:pt x="135103" y="37241"/>
                      </a:lnTo>
                      <a:lnTo>
                        <a:pt x="97032" y="64152"/>
                      </a:lnTo>
                      <a:lnTo>
                        <a:pt x="64155" y="97028"/>
                      </a:lnTo>
                      <a:lnTo>
                        <a:pt x="37243" y="135099"/>
                      </a:lnTo>
                      <a:lnTo>
                        <a:pt x="17066" y="177594"/>
                      </a:lnTo>
                      <a:lnTo>
                        <a:pt x="4394" y="223743"/>
                      </a:lnTo>
                      <a:lnTo>
                        <a:pt x="0" y="272777"/>
                      </a:lnTo>
                      <a:lnTo>
                        <a:pt x="4394" y="321810"/>
                      </a:lnTo>
                      <a:lnTo>
                        <a:pt x="17066" y="367959"/>
                      </a:lnTo>
                      <a:lnTo>
                        <a:pt x="37243" y="410454"/>
                      </a:lnTo>
                      <a:lnTo>
                        <a:pt x="64155" y="448525"/>
                      </a:lnTo>
                      <a:lnTo>
                        <a:pt x="97032" y="481401"/>
                      </a:lnTo>
                      <a:lnTo>
                        <a:pt x="135103" y="508313"/>
                      </a:lnTo>
                      <a:lnTo>
                        <a:pt x="177598" y="528488"/>
                      </a:lnTo>
                      <a:lnTo>
                        <a:pt x="223746" y="541159"/>
                      </a:lnTo>
                      <a:lnTo>
                        <a:pt x="272777" y="545554"/>
                      </a:lnTo>
                      <a:lnTo>
                        <a:pt x="321810" y="541159"/>
                      </a:lnTo>
                      <a:lnTo>
                        <a:pt x="367960" y="528488"/>
                      </a:lnTo>
                      <a:lnTo>
                        <a:pt x="410457" y="508313"/>
                      </a:lnTo>
                      <a:lnTo>
                        <a:pt x="448530" y="481401"/>
                      </a:lnTo>
                      <a:lnTo>
                        <a:pt x="481407" y="448525"/>
                      </a:lnTo>
                      <a:lnTo>
                        <a:pt x="508320" y="410454"/>
                      </a:lnTo>
                      <a:lnTo>
                        <a:pt x="528498" y="367959"/>
                      </a:lnTo>
                      <a:lnTo>
                        <a:pt x="541169" y="321810"/>
                      </a:lnTo>
                      <a:lnTo>
                        <a:pt x="545564" y="272777"/>
                      </a:lnTo>
                      <a:lnTo>
                        <a:pt x="541169" y="223743"/>
                      </a:lnTo>
                      <a:lnTo>
                        <a:pt x="528498" y="177594"/>
                      </a:lnTo>
                      <a:lnTo>
                        <a:pt x="508320" y="135099"/>
                      </a:lnTo>
                      <a:lnTo>
                        <a:pt x="481407" y="97028"/>
                      </a:lnTo>
                      <a:lnTo>
                        <a:pt x="448530" y="64152"/>
                      </a:lnTo>
                      <a:lnTo>
                        <a:pt x="410457" y="37241"/>
                      </a:lnTo>
                      <a:lnTo>
                        <a:pt x="367960" y="17065"/>
                      </a:lnTo>
                      <a:lnTo>
                        <a:pt x="321810" y="4394"/>
                      </a:lnTo>
                      <a:lnTo>
                        <a:pt x="272777" y="0"/>
                      </a:lnTo>
                      <a:close/>
                    </a:path>
                  </a:pathLst>
                </a:custGeom>
                <a:solidFill>
                  <a:srgbClr val="008FD1"/>
                </a:solidFill>
              </p:spPr>
              <p:txBody>
                <a:bodyPr wrap="square" lIns="0" tIns="0" rIns="0" bIns="0" rtlCol="0"/>
                <a:lstStyle/>
                <a:p>
                  <a:pPr marL="0" marR="0" lvl="0" indent="0" defTabSz="55450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endParaRPr>
                </a:p>
              </p:txBody>
            </p:sp>
            <p:pic>
              <p:nvPicPr>
                <p:cNvPr id="67" name="object 8">
                  <a:extLst>
                    <a:ext uri="{FF2B5EF4-FFF2-40B4-BE49-F238E27FC236}">
                      <a16:creationId xmlns:a16="http://schemas.microsoft.com/office/drawing/2014/main" id="{39BF07AE-FE69-44FA-9F05-9A0A8A8B3F21}"/>
                    </a:ext>
                  </a:extLst>
                </p:cNvPr>
                <p:cNvPicPr/>
                <p:nvPr/>
              </p:nvPicPr>
              <p:blipFill>
                <a:blip r:embed="rId5" cstate="email">
                  <a:extLst>
                    <a:ext uri="{28A0092B-C50C-407E-A947-70E740481C1C}">
                      <a14:useLocalDpi xmlns:a14="http://schemas.microsoft.com/office/drawing/2010/main"/>
                    </a:ext>
                  </a:extLst>
                </a:blip>
                <a:stretch>
                  <a:fillRect/>
                </a:stretch>
              </p:blipFill>
              <p:spPr>
                <a:xfrm>
                  <a:off x="2726731" y="9013320"/>
                  <a:ext cx="238882" cy="232432"/>
                </a:xfrm>
                <a:prstGeom prst="rect">
                  <a:avLst/>
                </a:prstGeom>
              </p:spPr>
            </p:pic>
          </p:grpSp>
          <p:sp>
            <p:nvSpPr>
              <p:cNvPr id="65" name="Овал 51">
                <a:hlinkClick r:id="rId3"/>
                <a:extLst>
                  <a:ext uri="{FF2B5EF4-FFF2-40B4-BE49-F238E27FC236}">
                    <a16:creationId xmlns:a16="http://schemas.microsoft.com/office/drawing/2014/main" id="{69C4FEF8-5D39-4885-BC9F-629FB8ECB4AA}"/>
                  </a:ext>
                </a:extLst>
              </p:cNvPr>
              <p:cNvSpPr/>
              <p:nvPr/>
            </p:nvSpPr>
            <p:spPr>
              <a:xfrm>
                <a:off x="2524983" y="8855075"/>
                <a:ext cx="550133" cy="550133"/>
              </a:xfrm>
              <a:prstGeom prst="ellipse">
                <a:avLst/>
              </a:prstGeom>
              <a:no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grpSp>
        <p:grpSp>
          <p:nvGrpSpPr>
            <p:cNvPr id="50" name="Группа 36">
              <a:extLst>
                <a:ext uri="{FF2B5EF4-FFF2-40B4-BE49-F238E27FC236}">
                  <a16:creationId xmlns:a16="http://schemas.microsoft.com/office/drawing/2014/main" id="{8686C5C0-0716-430A-BEFF-BBFE5D94BE2F}"/>
                </a:ext>
              </a:extLst>
            </p:cNvPr>
            <p:cNvGrpSpPr/>
            <p:nvPr/>
          </p:nvGrpSpPr>
          <p:grpSpPr>
            <a:xfrm>
              <a:off x="1822450" y="8855075"/>
              <a:ext cx="559954" cy="550133"/>
              <a:chOff x="1822450" y="8855075"/>
              <a:chExt cx="559954" cy="550133"/>
            </a:xfrm>
          </p:grpSpPr>
          <p:grpSp>
            <p:nvGrpSpPr>
              <p:cNvPr id="58" name="Группа 44">
                <a:extLst>
                  <a:ext uri="{FF2B5EF4-FFF2-40B4-BE49-F238E27FC236}">
                    <a16:creationId xmlns:a16="http://schemas.microsoft.com/office/drawing/2014/main" id="{20F50B40-4AA6-4265-BD3A-A61A1D1B0FC2}"/>
                  </a:ext>
                </a:extLst>
              </p:cNvPr>
              <p:cNvGrpSpPr/>
              <p:nvPr/>
            </p:nvGrpSpPr>
            <p:grpSpPr>
              <a:xfrm>
                <a:off x="1822450" y="8855075"/>
                <a:ext cx="555625" cy="550133"/>
                <a:chOff x="1348517" y="8855075"/>
                <a:chExt cx="555625" cy="550133"/>
              </a:xfrm>
            </p:grpSpPr>
            <p:grpSp>
              <p:nvGrpSpPr>
                <p:cNvPr id="60" name="object 3">
                  <a:extLst>
                    <a:ext uri="{FF2B5EF4-FFF2-40B4-BE49-F238E27FC236}">
                      <a16:creationId xmlns:a16="http://schemas.microsoft.com/office/drawing/2014/main" id="{E4EDBD10-A7DB-49DB-AE80-A8BEB4B09D23}"/>
                    </a:ext>
                  </a:extLst>
                </p:cNvPr>
                <p:cNvGrpSpPr/>
                <p:nvPr/>
              </p:nvGrpSpPr>
              <p:grpSpPr>
                <a:xfrm>
                  <a:off x="1361217" y="8858372"/>
                  <a:ext cx="542925" cy="546100"/>
                  <a:chOff x="1361215" y="8858372"/>
                  <a:chExt cx="542925" cy="546100"/>
                </a:xfrm>
              </p:grpSpPr>
              <p:sp>
                <p:nvSpPr>
                  <p:cNvPr id="62" name="object 4">
                    <a:extLst>
                      <a:ext uri="{FF2B5EF4-FFF2-40B4-BE49-F238E27FC236}">
                        <a16:creationId xmlns:a16="http://schemas.microsoft.com/office/drawing/2014/main" id="{354C1C08-03B6-40D8-8A7B-A76AF56401F7}"/>
                      </a:ext>
                    </a:extLst>
                  </p:cNvPr>
                  <p:cNvSpPr/>
                  <p:nvPr/>
                </p:nvSpPr>
                <p:spPr>
                  <a:xfrm>
                    <a:off x="1361215" y="8858372"/>
                    <a:ext cx="542925" cy="546100"/>
                  </a:xfrm>
                  <a:custGeom>
                    <a:avLst/>
                    <a:gdLst/>
                    <a:ahLst/>
                    <a:cxnLst/>
                    <a:rect l="l" t="t" r="r" b="b"/>
                    <a:pathLst>
                      <a:path w="542925" h="546100">
                        <a:moveTo>
                          <a:pt x="271164" y="0"/>
                        </a:moveTo>
                        <a:lnTo>
                          <a:pt x="222421" y="4394"/>
                        </a:lnTo>
                        <a:lnTo>
                          <a:pt x="176544" y="17065"/>
                        </a:lnTo>
                        <a:lnTo>
                          <a:pt x="134300" y="37241"/>
                        </a:lnTo>
                        <a:lnTo>
                          <a:pt x="96454" y="64152"/>
                        </a:lnTo>
                        <a:lnTo>
                          <a:pt x="63772" y="97028"/>
                        </a:lnTo>
                        <a:lnTo>
                          <a:pt x="37020" y="135099"/>
                        </a:lnTo>
                        <a:lnTo>
                          <a:pt x="16964" y="177594"/>
                        </a:lnTo>
                        <a:lnTo>
                          <a:pt x="4368" y="223743"/>
                        </a:lnTo>
                        <a:lnTo>
                          <a:pt x="0" y="272777"/>
                        </a:lnTo>
                        <a:lnTo>
                          <a:pt x="4368" y="321810"/>
                        </a:lnTo>
                        <a:lnTo>
                          <a:pt x="16964" y="367959"/>
                        </a:lnTo>
                        <a:lnTo>
                          <a:pt x="37020" y="410454"/>
                        </a:lnTo>
                        <a:lnTo>
                          <a:pt x="63772" y="448525"/>
                        </a:lnTo>
                        <a:lnTo>
                          <a:pt x="96454" y="481401"/>
                        </a:lnTo>
                        <a:lnTo>
                          <a:pt x="134300" y="508313"/>
                        </a:lnTo>
                        <a:lnTo>
                          <a:pt x="176544" y="528488"/>
                        </a:lnTo>
                        <a:lnTo>
                          <a:pt x="222421" y="541159"/>
                        </a:lnTo>
                        <a:lnTo>
                          <a:pt x="271164" y="545554"/>
                        </a:lnTo>
                        <a:lnTo>
                          <a:pt x="319908" y="541159"/>
                        </a:lnTo>
                        <a:lnTo>
                          <a:pt x="365784" y="528488"/>
                        </a:lnTo>
                        <a:lnTo>
                          <a:pt x="408028" y="508313"/>
                        </a:lnTo>
                        <a:lnTo>
                          <a:pt x="445874" y="481401"/>
                        </a:lnTo>
                        <a:lnTo>
                          <a:pt x="478556" y="448525"/>
                        </a:lnTo>
                        <a:lnTo>
                          <a:pt x="505308" y="410454"/>
                        </a:lnTo>
                        <a:lnTo>
                          <a:pt x="525364" y="367959"/>
                        </a:lnTo>
                        <a:lnTo>
                          <a:pt x="537960" y="321810"/>
                        </a:lnTo>
                        <a:lnTo>
                          <a:pt x="542329" y="272777"/>
                        </a:lnTo>
                        <a:lnTo>
                          <a:pt x="537960" y="223743"/>
                        </a:lnTo>
                        <a:lnTo>
                          <a:pt x="525364" y="177594"/>
                        </a:lnTo>
                        <a:lnTo>
                          <a:pt x="505308" y="135099"/>
                        </a:lnTo>
                        <a:lnTo>
                          <a:pt x="478556" y="97028"/>
                        </a:lnTo>
                        <a:lnTo>
                          <a:pt x="445874" y="64152"/>
                        </a:lnTo>
                        <a:lnTo>
                          <a:pt x="408028" y="37241"/>
                        </a:lnTo>
                        <a:lnTo>
                          <a:pt x="365784" y="17065"/>
                        </a:lnTo>
                        <a:lnTo>
                          <a:pt x="319908" y="4394"/>
                        </a:lnTo>
                        <a:lnTo>
                          <a:pt x="271164" y="0"/>
                        </a:lnTo>
                        <a:close/>
                      </a:path>
                    </a:pathLst>
                  </a:custGeom>
                  <a:solidFill>
                    <a:srgbClr val="008FD1"/>
                  </a:solidFill>
                </p:spPr>
                <p:txBody>
                  <a:bodyPr wrap="square" lIns="0" tIns="0" rIns="0" bIns="0" rtlCol="0"/>
                  <a:lstStyle/>
                  <a:p>
                    <a:pPr marL="0" marR="0" lvl="0" indent="0" defTabSz="554500" eaLnBrk="1" fontAlgn="auto" latinLnBrk="0" hangingPunct="1">
                      <a:lnSpc>
                        <a:spcPct val="100000"/>
                      </a:lnSpc>
                      <a:spcBef>
                        <a:spcPts val="0"/>
                      </a:spcBef>
                      <a:spcAft>
                        <a:spcPts val="0"/>
                      </a:spcAft>
                      <a:buClrTx/>
                      <a:buSzTx/>
                      <a:buFontTx/>
                      <a:buNone/>
                      <a:tabLst/>
                      <a:defRPr/>
                    </a:pPr>
                    <a:endParaRPr kumimoji="0" sz="1092" b="0" i="0" u="none" strike="noStrike" kern="0" cap="none" spc="0" normalizeH="0" baseline="0" noProof="0">
                      <a:ln>
                        <a:noFill/>
                      </a:ln>
                      <a:solidFill>
                        <a:sysClr val="windowText" lastClr="000000"/>
                      </a:solidFill>
                      <a:effectLst/>
                      <a:uLnTx/>
                      <a:uFillTx/>
                    </a:endParaRPr>
                  </a:p>
                </p:txBody>
              </p:sp>
              <p:pic>
                <p:nvPicPr>
                  <p:cNvPr id="63" name="object 5">
                    <a:extLst>
                      <a:ext uri="{FF2B5EF4-FFF2-40B4-BE49-F238E27FC236}">
                        <a16:creationId xmlns:a16="http://schemas.microsoft.com/office/drawing/2014/main" id="{46E38F83-0CB3-4478-A159-AAFD32FC9E01}"/>
                      </a:ext>
                    </a:extLst>
                  </p:cNvPr>
                  <p:cNvPicPr/>
                  <p:nvPr/>
                </p:nvPicPr>
                <p:blipFill>
                  <a:blip r:embed="rId6" cstate="email">
                    <a:extLst>
                      <a:ext uri="{28A0092B-C50C-407E-A947-70E740481C1C}">
                        <a14:useLocalDpi xmlns:a14="http://schemas.microsoft.com/office/drawing/2010/main"/>
                      </a:ext>
                    </a:extLst>
                  </a:blip>
                  <a:stretch>
                    <a:fillRect/>
                  </a:stretch>
                </p:blipFill>
                <p:spPr>
                  <a:xfrm>
                    <a:off x="1558134" y="9010091"/>
                    <a:ext cx="122666" cy="242118"/>
                  </a:xfrm>
                  <a:prstGeom prst="rect">
                    <a:avLst/>
                  </a:prstGeom>
                </p:spPr>
              </p:pic>
            </p:grpSp>
            <p:sp>
              <p:nvSpPr>
                <p:cNvPr id="61" name="Овал 47">
                  <a:hlinkClick r:id="rId7"/>
                  <a:extLst>
                    <a:ext uri="{FF2B5EF4-FFF2-40B4-BE49-F238E27FC236}">
                      <a16:creationId xmlns:a16="http://schemas.microsoft.com/office/drawing/2014/main" id="{018D941D-76C4-4FB9-B23F-88891A01A6D4}"/>
                    </a:ext>
                  </a:extLst>
                </p:cNvPr>
                <p:cNvSpPr/>
                <p:nvPr/>
              </p:nvSpPr>
              <p:spPr>
                <a:xfrm>
                  <a:off x="1348517" y="8855075"/>
                  <a:ext cx="550133" cy="550133"/>
                </a:xfrm>
                <a:prstGeom prst="ellipse">
                  <a:avLst/>
                </a:prstGeom>
                <a:no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grpSp>
          <p:sp>
            <p:nvSpPr>
              <p:cNvPr id="59" name="Овал 45">
                <a:hlinkClick r:id="rId7"/>
                <a:extLst>
                  <a:ext uri="{FF2B5EF4-FFF2-40B4-BE49-F238E27FC236}">
                    <a16:creationId xmlns:a16="http://schemas.microsoft.com/office/drawing/2014/main" id="{7EAFDC44-D53A-4571-B26E-3D7929EBEF55}"/>
                  </a:ext>
                </a:extLst>
              </p:cNvPr>
              <p:cNvSpPr/>
              <p:nvPr/>
            </p:nvSpPr>
            <p:spPr>
              <a:xfrm>
                <a:off x="1832271" y="8855075"/>
                <a:ext cx="550133" cy="550133"/>
              </a:xfrm>
              <a:prstGeom prst="ellipse">
                <a:avLst/>
              </a:prstGeom>
              <a:no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grpSp>
        <p:grpSp>
          <p:nvGrpSpPr>
            <p:cNvPr id="51" name="Группа 37">
              <a:extLst>
                <a:ext uri="{FF2B5EF4-FFF2-40B4-BE49-F238E27FC236}">
                  <a16:creationId xmlns:a16="http://schemas.microsoft.com/office/drawing/2014/main" id="{539C5D37-CB7A-4D46-8A67-D8AD957EFD71}"/>
                </a:ext>
              </a:extLst>
            </p:cNvPr>
            <p:cNvGrpSpPr/>
            <p:nvPr/>
          </p:nvGrpSpPr>
          <p:grpSpPr>
            <a:xfrm>
              <a:off x="3213662" y="8867207"/>
              <a:ext cx="541867" cy="541867"/>
              <a:chOff x="3798698" y="8867207"/>
              <a:chExt cx="541867" cy="541867"/>
            </a:xfrm>
          </p:grpSpPr>
          <p:sp>
            <p:nvSpPr>
              <p:cNvPr id="56" name="Овал 42">
                <a:extLst>
                  <a:ext uri="{FF2B5EF4-FFF2-40B4-BE49-F238E27FC236}">
                    <a16:creationId xmlns:a16="http://schemas.microsoft.com/office/drawing/2014/main" id="{94D4079F-D777-431D-B5D5-639C1B35EE28}"/>
                  </a:ext>
                </a:extLst>
              </p:cNvPr>
              <p:cNvSpPr/>
              <p:nvPr/>
            </p:nvSpPr>
            <p:spPr>
              <a:xfrm>
                <a:off x="3798698" y="8867207"/>
                <a:ext cx="541867" cy="541867"/>
              </a:xfrm>
              <a:prstGeom prst="ellipse">
                <a:avLst/>
              </a:prstGeom>
              <a:solidFill>
                <a:srgbClr val="008BCB"/>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57" name="Равнобедренный треугольник 43">
                <a:extLst>
                  <a:ext uri="{FF2B5EF4-FFF2-40B4-BE49-F238E27FC236}">
                    <a16:creationId xmlns:a16="http://schemas.microsoft.com/office/drawing/2014/main" id="{3EFCFEAF-2012-408B-BD79-39B2070B25F2}"/>
                  </a:ext>
                </a:extLst>
              </p:cNvPr>
              <p:cNvSpPr/>
              <p:nvPr/>
            </p:nvSpPr>
            <p:spPr>
              <a:xfrm rot="5400000">
                <a:off x="3996267" y="9045599"/>
                <a:ext cx="194733" cy="167873"/>
              </a:xfrm>
              <a:prstGeom prst="triangle">
                <a:avLst/>
              </a:prstGeom>
              <a:solidFill>
                <a:sysClr val="window" lastClr="FFFFFF"/>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grpSp>
        <p:grpSp>
          <p:nvGrpSpPr>
            <p:cNvPr id="52" name="Группа 38">
              <a:extLst>
                <a:ext uri="{FF2B5EF4-FFF2-40B4-BE49-F238E27FC236}">
                  <a16:creationId xmlns:a16="http://schemas.microsoft.com/office/drawing/2014/main" id="{A39E5235-909E-4255-B227-5926654CE297}"/>
                </a:ext>
              </a:extLst>
            </p:cNvPr>
            <p:cNvGrpSpPr/>
            <p:nvPr/>
          </p:nvGrpSpPr>
          <p:grpSpPr>
            <a:xfrm>
              <a:off x="3966528" y="8867207"/>
              <a:ext cx="541867" cy="541867"/>
              <a:chOff x="3957109" y="8867207"/>
              <a:chExt cx="541867" cy="541867"/>
            </a:xfrm>
          </p:grpSpPr>
          <p:sp>
            <p:nvSpPr>
              <p:cNvPr id="53" name="Овал 39">
                <a:extLst>
                  <a:ext uri="{FF2B5EF4-FFF2-40B4-BE49-F238E27FC236}">
                    <a16:creationId xmlns:a16="http://schemas.microsoft.com/office/drawing/2014/main" id="{1279928F-DFFB-441B-A024-D68B63B2DD26}"/>
                  </a:ext>
                </a:extLst>
              </p:cNvPr>
              <p:cNvSpPr/>
              <p:nvPr/>
            </p:nvSpPr>
            <p:spPr>
              <a:xfrm>
                <a:off x="3957109" y="8867207"/>
                <a:ext cx="541867" cy="541867"/>
              </a:xfrm>
              <a:prstGeom prst="ellipse">
                <a:avLst/>
              </a:prstGeom>
              <a:solidFill>
                <a:srgbClr val="008BCB"/>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54" name="Скругленный прямоугольник 40">
                <a:extLst>
                  <a:ext uri="{FF2B5EF4-FFF2-40B4-BE49-F238E27FC236}">
                    <a16:creationId xmlns:a16="http://schemas.microsoft.com/office/drawing/2014/main" id="{F1AD6C2F-765B-47D9-8E6E-9EAC631BADA7}"/>
                  </a:ext>
                </a:extLst>
              </p:cNvPr>
              <p:cNvSpPr/>
              <p:nvPr/>
            </p:nvSpPr>
            <p:spPr>
              <a:xfrm>
                <a:off x="4079875" y="8989973"/>
                <a:ext cx="296333" cy="296333"/>
              </a:xfrm>
              <a:prstGeom prst="roundRect">
                <a:avLst/>
              </a:prstGeom>
              <a:solidFill>
                <a:srgbClr val="008BCB"/>
              </a:solidFill>
              <a:ln w="12700" cap="flat" cmpd="sng" algn="ctr">
                <a:solidFill>
                  <a:sysClr val="window" lastClr="FFFFFF"/>
                </a:solid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55" name="Овал 41">
                <a:extLst>
                  <a:ext uri="{FF2B5EF4-FFF2-40B4-BE49-F238E27FC236}">
                    <a16:creationId xmlns:a16="http://schemas.microsoft.com/office/drawing/2014/main" id="{4916BE03-DB7A-4666-8508-FBC9BD6525CC}"/>
                  </a:ext>
                </a:extLst>
              </p:cNvPr>
              <p:cNvSpPr/>
              <p:nvPr/>
            </p:nvSpPr>
            <p:spPr>
              <a:xfrm>
                <a:off x="4165432" y="9081093"/>
                <a:ext cx="119306" cy="119306"/>
              </a:xfrm>
              <a:prstGeom prst="ellipse">
                <a:avLst/>
              </a:prstGeom>
              <a:solidFill>
                <a:sysClr val="window" lastClr="FFFFFF"/>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grpSp>
      </p:grpSp>
      <p:sp>
        <p:nvSpPr>
          <p:cNvPr id="68" name="Holder 2">
            <a:extLst>
              <a:ext uri="{FF2B5EF4-FFF2-40B4-BE49-F238E27FC236}">
                <a16:creationId xmlns:a16="http://schemas.microsoft.com/office/drawing/2014/main" id="{5635D61B-550B-44A5-9990-5E072D56C75D}"/>
              </a:ext>
            </a:extLst>
          </p:cNvPr>
          <p:cNvSpPr txBox="1">
            <a:spLocks/>
          </p:cNvSpPr>
          <p:nvPr userDrawn="1"/>
        </p:nvSpPr>
        <p:spPr>
          <a:xfrm>
            <a:off x="4574052" y="2821320"/>
            <a:ext cx="3043898" cy="616002"/>
          </a:xfrm>
          <a:prstGeom prst="rect">
            <a:avLst/>
          </a:prstGeom>
        </p:spPr>
        <p:txBody>
          <a:bodyPr wrap="square" lIns="0" tIns="0" rIns="0" bIns="0" anchor="b" anchorCtr="0">
            <a:spAutoFit/>
          </a:bodyPr>
          <a:lstStyle>
            <a:lvl1pPr>
              <a:defRPr sz="3200" b="1" i="0" baseline="0">
                <a:solidFill>
                  <a:srgbClr val="008FD1"/>
                </a:solidFill>
                <a:latin typeface="Segoe UI Black" panose="020B0A02040204020203" pitchFamily="34" charset="0"/>
                <a:ea typeface="+mj-ea"/>
                <a:cs typeface="Segoe UI"/>
              </a:defRPr>
            </a:lvl1pPr>
          </a:lstStyle>
          <a:p>
            <a:pPr marL="0" marR="0" lvl="0" indent="0" defTabSz="554500" eaLnBrk="1" fontAlgn="auto" latinLnBrk="0" hangingPunct="1">
              <a:lnSpc>
                <a:spcPct val="100000"/>
              </a:lnSpc>
              <a:spcBef>
                <a:spcPts val="0"/>
              </a:spcBef>
              <a:spcAft>
                <a:spcPts val="0"/>
              </a:spcAft>
              <a:buClrTx/>
              <a:buSzTx/>
              <a:buFontTx/>
              <a:buNone/>
              <a:tabLst/>
              <a:defRPr/>
            </a:pPr>
            <a:r>
              <a:rPr kumimoji="0" lang="en-US" sz="4003" b="0" i="0" u="none" strike="noStrike" kern="0" cap="none" spc="0" normalizeH="0" baseline="0" noProof="0" dirty="0">
                <a:ln>
                  <a:noFill/>
                </a:ln>
                <a:solidFill>
                  <a:srgbClr val="008FD1"/>
                </a:solidFill>
                <a:effectLst/>
                <a:uLnTx/>
                <a:uFillTx/>
                <a:latin typeface="Segoe UI Black" panose="020B0A02040204020203" pitchFamily="34" charset="0"/>
                <a:ea typeface="+mj-ea"/>
                <a:cs typeface="Segoe UI"/>
              </a:rPr>
              <a:t>Thank you!</a:t>
            </a:r>
            <a:endParaRPr kumimoji="0" lang="ru-RU" sz="4003" b="1" i="0" u="none" strike="noStrike" kern="0" cap="none" spc="0" normalizeH="0" baseline="0" noProof="0" dirty="0">
              <a:ln>
                <a:noFill/>
              </a:ln>
              <a:solidFill>
                <a:srgbClr val="008FD1"/>
              </a:solidFill>
              <a:effectLst/>
              <a:uLnTx/>
              <a:uFillTx/>
              <a:latin typeface="Segoe UI Black" panose="020B0A02040204020203" pitchFamily="34" charset="0"/>
              <a:ea typeface="+mj-ea"/>
              <a:cs typeface="Segoe UI"/>
            </a:endParaRPr>
          </a:p>
        </p:txBody>
      </p:sp>
      <p:sp>
        <p:nvSpPr>
          <p:cNvPr id="2" name="object 8">
            <a:extLst>
              <a:ext uri="{FF2B5EF4-FFF2-40B4-BE49-F238E27FC236}">
                <a16:creationId xmlns:a16="http://schemas.microsoft.com/office/drawing/2014/main" id="{6A10EDC1-C141-DB1D-B1E3-0F3D719FB2A6}"/>
              </a:ext>
            </a:extLst>
          </p:cNvPr>
          <p:cNvSpPr txBox="1"/>
          <p:nvPr userDrawn="1"/>
        </p:nvSpPr>
        <p:spPr>
          <a:xfrm>
            <a:off x="9387861" y="6325875"/>
            <a:ext cx="950609" cy="237985"/>
          </a:xfrm>
          <a:prstGeom prst="rect">
            <a:avLst/>
          </a:prstGeom>
        </p:spPr>
        <p:txBody>
          <a:bodyPr vert="horz" wrap="square" lIns="0" tIns="9242" rIns="0" bIns="0" rtlCol="0">
            <a:spAutoFit/>
          </a:bodyPr>
          <a:lstStyle/>
          <a:p>
            <a:pPr marL="7702">
              <a:spcBef>
                <a:spcPts val="73"/>
              </a:spcBef>
              <a:tabLst>
                <a:tab pos="1085896" algn="l"/>
              </a:tabLst>
            </a:pPr>
            <a:r>
              <a:rPr lang="en-US" sz="1486" dirty="0">
                <a:solidFill>
                  <a:srgbClr val="FFFFFF"/>
                </a:solidFill>
                <a:latin typeface="Segoe UI"/>
                <a:cs typeface="Segoe UI"/>
              </a:rPr>
              <a:t>INTERNAL</a:t>
            </a:r>
          </a:p>
        </p:txBody>
      </p:sp>
      <p:sp>
        <p:nvSpPr>
          <p:cNvPr id="3" name="object 8">
            <a:extLst>
              <a:ext uri="{FF2B5EF4-FFF2-40B4-BE49-F238E27FC236}">
                <a16:creationId xmlns:a16="http://schemas.microsoft.com/office/drawing/2014/main" id="{8CD7CD07-E5A1-7492-7D6A-292E2567044F}"/>
              </a:ext>
            </a:extLst>
          </p:cNvPr>
          <p:cNvSpPr txBox="1"/>
          <p:nvPr userDrawn="1"/>
        </p:nvSpPr>
        <p:spPr>
          <a:xfrm>
            <a:off x="10692561" y="6325875"/>
            <a:ext cx="1041123" cy="237985"/>
          </a:xfrm>
          <a:prstGeom prst="rect">
            <a:avLst/>
          </a:prstGeom>
        </p:spPr>
        <p:txBody>
          <a:bodyPr vert="horz" wrap="square" lIns="0" tIns="9242" rIns="0" bIns="0" rtlCol="0">
            <a:spAutoFit/>
          </a:bodyPr>
          <a:lstStyle/>
          <a:p>
            <a:pPr marL="7702">
              <a:spcBef>
                <a:spcPts val="73"/>
              </a:spcBef>
              <a:tabLst>
                <a:tab pos="1085896" algn="l"/>
              </a:tabLst>
            </a:pPr>
            <a:fld id="{44695926-E7DC-45A8-B974-A534BAC47907}" type="datetime1">
              <a:rPr lang="en-US" sz="1486" smtClean="0">
                <a:solidFill>
                  <a:srgbClr val="FFFFFF"/>
                </a:solidFill>
                <a:latin typeface="Segoe UI"/>
                <a:cs typeface="Segoe UI"/>
              </a:rPr>
              <a:pPr marL="7702">
                <a:spcBef>
                  <a:spcPts val="73"/>
                </a:spcBef>
                <a:tabLst>
                  <a:tab pos="1085896" algn="l"/>
                </a:tabLst>
              </a:pPr>
              <a:t>17/03/26</a:t>
            </a:fld>
            <a:endParaRPr lang="en-US" sz="1486" dirty="0">
              <a:solidFill>
                <a:srgbClr val="FFFFFF"/>
              </a:solidFill>
              <a:latin typeface="Segoe UI"/>
              <a:cs typeface="Segoe UI"/>
            </a:endParaRPr>
          </a:p>
        </p:txBody>
      </p:sp>
    </p:spTree>
    <p:extLst>
      <p:ext uri="{BB962C8B-B14F-4D97-AF65-F5344CB8AC3E}">
        <p14:creationId xmlns:p14="http://schemas.microsoft.com/office/powerpoint/2010/main" val="1196712319"/>
      </p:ext>
    </p:extLst>
  </p:cSld>
  <p:clrMapOvr>
    <a:masterClrMapping/>
  </p:clrMapOvr>
  <p:extLst>
    <p:ext uri="{DCECCB84-F9BA-43D5-87BE-67443E8EF086}">
      <p15:sldGuideLst xmlns:p15="http://schemas.microsoft.com/office/powerpoint/2012/main">
        <p15:guide id="1" orient="horz" pos="2927">
          <p15:clr>
            <a:srgbClr val="FBAE40"/>
          </p15:clr>
        </p15:guide>
        <p15:guide id="2" pos="663">
          <p15:clr>
            <a:srgbClr val="FBAE40"/>
          </p15:clr>
        </p15:guide>
        <p15:guide id="3" pos="8941">
          <p15:clr>
            <a:srgbClr val="FBAE40"/>
          </p15:clr>
        </p15:guide>
        <p15:guide id="4" pos="792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chnical: Colors &amp; Logos">
    <p:spTree>
      <p:nvGrpSpPr>
        <p:cNvPr id="1" name=""/>
        <p:cNvGrpSpPr/>
        <p:nvPr/>
      </p:nvGrpSpPr>
      <p:grpSpPr>
        <a:xfrm>
          <a:off x="0" y="0"/>
          <a:ext cx="0" cy="0"/>
          <a:chOff x="0" y="0"/>
          <a:chExt cx="0" cy="0"/>
        </a:xfrm>
      </p:grpSpPr>
      <p:sp>
        <p:nvSpPr>
          <p:cNvPr id="7" name="Текст 7"/>
          <p:cNvSpPr>
            <a:spLocks noGrp="1"/>
          </p:cNvSpPr>
          <p:nvPr>
            <p:ph type="body" idx="1"/>
          </p:nvPr>
        </p:nvSpPr>
        <p:spPr>
          <a:xfrm>
            <a:off x="671770" y="1210066"/>
            <a:ext cx="1993351" cy="239885"/>
          </a:xfrm>
          <a:prstGeom prst="rect">
            <a:avLst/>
          </a:prstGeom>
        </p:spPr>
        <p:txBody>
          <a:bodyPr/>
          <a:lstStyle/>
          <a:p>
            <a:pPr lvl="0"/>
            <a:r>
              <a:rPr lang="en-US" sz="1698" b="1">
                <a:solidFill>
                  <a:srgbClr val="008BCB"/>
                </a:solidFill>
              </a:rPr>
              <a:t>Click to edit Master text styles</a:t>
            </a:r>
          </a:p>
        </p:txBody>
      </p:sp>
      <p:sp>
        <p:nvSpPr>
          <p:cNvPr id="8" name="Прямоугольник 7"/>
          <p:cNvSpPr/>
          <p:nvPr userDrawn="1"/>
        </p:nvSpPr>
        <p:spPr>
          <a:xfrm>
            <a:off x="671769" y="1610150"/>
            <a:ext cx="1046596" cy="104652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9" name="Прямоугольник 8"/>
          <p:cNvSpPr/>
          <p:nvPr userDrawn="1"/>
        </p:nvSpPr>
        <p:spPr>
          <a:xfrm>
            <a:off x="1856999" y="1610150"/>
            <a:ext cx="1046596" cy="1046522"/>
          </a:xfrm>
          <a:prstGeom prst="rect">
            <a:avLst/>
          </a:prstGeom>
          <a:solidFill>
            <a:srgbClr val="FDC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10" name="Прямоугольник 9"/>
          <p:cNvSpPr/>
          <p:nvPr userDrawn="1"/>
        </p:nvSpPr>
        <p:spPr>
          <a:xfrm>
            <a:off x="3042227" y="1610150"/>
            <a:ext cx="1046596" cy="1046522"/>
          </a:xfrm>
          <a:prstGeom prst="rect">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11" name="Текст 7"/>
          <p:cNvSpPr txBox="1">
            <a:spLocks/>
          </p:cNvSpPr>
          <p:nvPr userDrawn="1"/>
        </p:nvSpPr>
        <p:spPr>
          <a:xfrm>
            <a:off x="671770" y="3650926"/>
            <a:ext cx="2617255" cy="239885"/>
          </a:xfrm>
          <a:prstGeom prst="rect">
            <a:avLst/>
          </a:prstGeom>
        </p:spPr>
        <p:txBody>
          <a:bodyPr lIns="0" tIns="0" rIns="0" bIns="0"/>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0" marR="0" lvl="0" indent="0" defTabSz="554500" eaLnBrk="1" fontAlgn="auto" latinLnBrk="0" hangingPunct="1">
              <a:lnSpc>
                <a:spcPct val="100000"/>
              </a:lnSpc>
              <a:spcBef>
                <a:spcPts val="0"/>
              </a:spcBef>
              <a:spcAft>
                <a:spcPts val="0"/>
              </a:spcAft>
              <a:buClrTx/>
              <a:buSzTx/>
              <a:buFontTx/>
              <a:buNone/>
              <a:tabLst/>
              <a:defRPr/>
            </a:pPr>
            <a:r>
              <a:rPr kumimoji="0" lang="en-US" sz="1698" b="1" i="0" u="none" strike="noStrike" kern="0" cap="none" spc="0" normalizeH="0" baseline="0" noProof="0" dirty="0">
                <a:ln>
                  <a:noFill/>
                </a:ln>
                <a:solidFill>
                  <a:srgbClr val="008BCB"/>
                </a:solidFill>
                <a:effectLst/>
                <a:uLnTx/>
                <a:uFillTx/>
                <a:latin typeface="Segoe UI"/>
                <a:ea typeface="+mn-ea"/>
                <a:cs typeface="+mn-cs"/>
              </a:rPr>
              <a:t>ADDITIONAL PALETTE</a:t>
            </a:r>
            <a:endParaRPr kumimoji="0" lang="ru-RU" sz="1698" b="1" i="0" u="none" strike="noStrike" kern="0" cap="none" spc="0" normalizeH="0" baseline="0" noProof="0" dirty="0">
              <a:ln>
                <a:noFill/>
              </a:ln>
              <a:solidFill>
                <a:srgbClr val="008BCB"/>
              </a:solidFill>
              <a:effectLst/>
              <a:uLnTx/>
              <a:uFillTx/>
              <a:latin typeface="Segoe UI"/>
              <a:ea typeface="+mn-ea"/>
              <a:cs typeface="+mn-cs"/>
            </a:endParaRPr>
          </a:p>
        </p:txBody>
      </p:sp>
      <p:sp>
        <p:nvSpPr>
          <p:cNvPr id="12" name="Прямоугольник 11"/>
          <p:cNvSpPr/>
          <p:nvPr userDrawn="1"/>
        </p:nvSpPr>
        <p:spPr>
          <a:xfrm>
            <a:off x="671769" y="4051009"/>
            <a:ext cx="1046596" cy="1046522"/>
          </a:xfrm>
          <a:prstGeom prst="rect">
            <a:avLst/>
          </a:prstGeom>
          <a:solidFill>
            <a:srgbClr val="8064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13" name="Прямоугольник 12"/>
          <p:cNvSpPr/>
          <p:nvPr userDrawn="1"/>
        </p:nvSpPr>
        <p:spPr>
          <a:xfrm>
            <a:off x="3042227" y="4051009"/>
            <a:ext cx="1046596" cy="1046522"/>
          </a:xfrm>
          <a:prstGeom prst="rect">
            <a:avLst/>
          </a:prstGeom>
          <a:solidFill>
            <a:srgbClr val="59B0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14" name="Прямоугольник 13"/>
          <p:cNvSpPr/>
          <p:nvPr userDrawn="1"/>
        </p:nvSpPr>
        <p:spPr>
          <a:xfrm>
            <a:off x="4227456" y="4051009"/>
            <a:ext cx="1046596" cy="104652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15" name="Прямоугольник 14"/>
          <p:cNvSpPr/>
          <p:nvPr userDrawn="1"/>
        </p:nvSpPr>
        <p:spPr>
          <a:xfrm>
            <a:off x="671769" y="2704076"/>
            <a:ext cx="309583" cy="309562"/>
          </a:xfrm>
          <a:prstGeom prst="rect">
            <a:avLst/>
          </a:prstGeom>
          <a:solidFill>
            <a:srgbClr val="B3E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16" name="Прямоугольник 15"/>
          <p:cNvSpPr/>
          <p:nvPr userDrawn="1"/>
        </p:nvSpPr>
        <p:spPr>
          <a:xfrm>
            <a:off x="1040275" y="2704076"/>
            <a:ext cx="309583" cy="309562"/>
          </a:xfrm>
          <a:prstGeom prst="rect">
            <a:avLst/>
          </a:prstGeom>
          <a:solidFill>
            <a:srgbClr val="6DD2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17" name="Прямоугольник 16"/>
          <p:cNvSpPr/>
          <p:nvPr userDrawn="1"/>
        </p:nvSpPr>
        <p:spPr>
          <a:xfrm>
            <a:off x="1408782" y="2704076"/>
            <a:ext cx="309583" cy="309562"/>
          </a:xfrm>
          <a:prstGeom prst="rect">
            <a:avLst/>
          </a:prstGeom>
          <a:solidFill>
            <a:srgbClr val="11B5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18" name="Прямоугольник 17"/>
          <p:cNvSpPr/>
          <p:nvPr userDrawn="1"/>
        </p:nvSpPr>
        <p:spPr>
          <a:xfrm>
            <a:off x="1856999" y="2704076"/>
            <a:ext cx="309583" cy="309562"/>
          </a:xfrm>
          <a:prstGeom prst="rect">
            <a:avLst/>
          </a:prstGeom>
          <a:solidFill>
            <a:srgbClr val="FFF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19" name="Прямоугольник 18"/>
          <p:cNvSpPr/>
          <p:nvPr userDrawn="1"/>
        </p:nvSpPr>
        <p:spPr>
          <a:xfrm>
            <a:off x="2225505" y="2704076"/>
            <a:ext cx="309583" cy="309562"/>
          </a:xfrm>
          <a:prstGeom prst="rect">
            <a:avLst/>
          </a:prstGeom>
          <a:solidFill>
            <a:srgbClr val="FFEA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0" name="Прямоугольник 19"/>
          <p:cNvSpPr/>
          <p:nvPr userDrawn="1"/>
        </p:nvSpPr>
        <p:spPr>
          <a:xfrm>
            <a:off x="2594012" y="2704076"/>
            <a:ext cx="309583" cy="309562"/>
          </a:xfrm>
          <a:prstGeom prst="rect">
            <a:avLst/>
          </a:prstGeom>
          <a:solidFill>
            <a:srgbClr val="FFDC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1" name="Прямоугольник 20"/>
          <p:cNvSpPr/>
          <p:nvPr userDrawn="1"/>
        </p:nvSpPr>
        <p:spPr>
          <a:xfrm>
            <a:off x="3042228" y="2704076"/>
            <a:ext cx="309583" cy="309562"/>
          </a:xfrm>
          <a:prstGeom prst="rect">
            <a:avLst/>
          </a:prstGeom>
          <a:solidFill>
            <a:srgbClr val="AEAE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2" name="Прямоугольник 21"/>
          <p:cNvSpPr/>
          <p:nvPr userDrawn="1"/>
        </p:nvSpPr>
        <p:spPr>
          <a:xfrm>
            <a:off x="3410734" y="2704076"/>
            <a:ext cx="309583" cy="309562"/>
          </a:xfrm>
          <a:prstGeom prst="rect">
            <a:avLst/>
          </a:prstGeom>
          <a:solidFill>
            <a:srgbClr val="82828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3" name="Прямоугольник 22"/>
          <p:cNvSpPr/>
          <p:nvPr userDrawn="1"/>
        </p:nvSpPr>
        <p:spPr>
          <a:xfrm>
            <a:off x="3779240" y="2704076"/>
            <a:ext cx="309583" cy="309562"/>
          </a:xfrm>
          <a:prstGeom prst="rect">
            <a:avLst/>
          </a:prstGeom>
          <a:solidFill>
            <a:srgbClr val="6666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4" name="Прямоугольник 23"/>
          <p:cNvSpPr/>
          <p:nvPr userDrawn="1"/>
        </p:nvSpPr>
        <p:spPr>
          <a:xfrm>
            <a:off x="671769" y="5144935"/>
            <a:ext cx="309583" cy="309562"/>
          </a:xfrm>
          <a:prstGeom prst="rect">
            <a:avLst/>
          </a:prstGeom>
          <a:solidFill>
            <a:srgbClr val="D4CA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5" name="Прямоугольник 24"/>
          <p:cNvSpPr/>
          <p:nvPr userDrawn="1"/>
        </p:nvSpPr>
        <p:spPr>
          <a:xfrm>
            <a:off x="1040275" y="5144935"/>
            <a:ext cx="309583" cy="309562"/>
          </a:xfrm>
          <a:prstGeom prst="rect">
            <a:avLst/>
          </a:prstGeom>
          <a:solidFill>
            <a:srgbClr val="B2A1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6" name="Прямоугольник 25"/>
          <p:cNvSpPr/>
          <p:nvPr userDrawn="1"/>
        </p:nvSpPr>
        <p:spPr>
          <a:xfrm>
            <a:off x="1408782" y="5144935"/>
            <a:ext cx="309583" cy="309562"/>
          </a:xfrm>
          <a:prstGeom prst="rect">
            <a:avLst/>
          </a:prstGeom>
          <a:solidFill>
            <a:srgbClr val="8F77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7" name="Прямоугольник 26"/>
          <p:cNvSpPr/>
          <p:nvPr userDrawn="1"/>
        </p:nvSpPr>
        <p:spPr>
          <a:xfrm>
            <a:off x="1856999" y="5144935"/>
            <a:ext cx="309583" cy="309562"/>
          </a:xfrm>
          <a:prstGeom prst="rect">
            <a:avLst/>
          </a:prstGeom>
          <a:solidFill>
            <a:srgbClr val="9BFF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8" name="Прямоугольник 27"/>
          <p:cNvSpPr/>
          <p:nvPr userDrawn="1"/>
        </p:nvSpPr>
        <p:spPr>
          <a:xfrm>
            <a:off x="2225505" y="5144935"/>
            <a:ext cx="309583" cy="309562"/>
          </a:xfrm>
          <a:prstGeom prst="rect">
            <a:avLst/>
          </a:prstGeom>
          <a:solidFill>
            <a:srgbClr val="2DFF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29" name="Прямоугольник 28"/>
          <p:cNvSpPr/>
          <p:nvPr userDrawn="1"/>
        </p:nvSpPr>
        <p:spPr>
          <a:xfrm>
            <a:off x="2594012" y="5144935"/>
            <a:ext cx="309583" cy="309562"/>
          </a:xfrm>
          <a:prstGeom prst="rect">
            <a:avLst/>
          </a:prstGeom>
          <a:solidFill>
            <a:srgbClr val="50D6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30" name="Прямоугольник 29"/>
          <p:cNvSpPr/>
          <p:nvPr userDrawn="1"/>
        </p:nvSpPr>
        <p:spPr>
          <a:xfrm>
            <a:off x="3042228" y="5144935"/>
            <a:ext cx="309583" cy="309562"/>
          </a:xfrm>
          <a:prstGeom prst="rect">
            <a:avLst/>
          </a:prstGeom>
          <a:solidFill>
            <a:srgbClr val="59B0AE">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31" name="Прямоугольник 30"/>
          <p:cNvSpPr/>
          <p:nvPr userDrawn="1"/>
        </p:nvSpPr>
        <p:spPr>
          <a:xfrm>
            <a:off x="3410734" y="5144935"/>
            <a:ext cx="309583" cy="309562"/>
          </a:xfrm>
          <a:prstGeom prst="rect">
            <a:avLst/>
          </a:prstGeom>
          <a:solidFill>
            <a:srgbClr val="59B0AE">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32" name="Прямоугольник 31"/>
          <p:cNvSpPr/>
          <p:nvPr userDrawn="1"/>
        </p:nvSpPr>
        <p:spPr>
          <a:xfrm>
            <a:off x="3779240" y="5144935"/>
            <a:ext cx="309583" cy="309562"/>
          </a:xfrm>
          <a:prstGeom prst="rect">
            <a:avLst/>
          </a:prstGeom>
          <a:solidFill>
            <a:srgbClr val="59B0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33" name="Прямоугольник 32"/>
          <p:cNvSpPr/>
          <p:nvPr userDrawn="1"/>
        </p:nvSpPr>
        <p:spPr>
          <a:xfrm>
            <a:off x="4227456" y="5144935"/>
            <a:ext cx="309583" cy="309562"/>
          </a:xfrm>
          <a:prstGeom prst="rect">
            <a:avLst/>
          </a:prstGeom>
          <a:solidFill>
            <a:srgbClr val="A3A3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34" name="Прямоугольник 33"/>
          <p:cNvSpPr/>
          <p:nvPr userDrawn="1"/>
        </p:nvSpPr>
        <p:spPr>
          <a:xfrm>
            <a:off x="4595962" y="5144935"/>
            <a:ext cx="309583" cy="309562"/>
          </a:xfrm>
          <a:prstGeom prst="rect">
            <a:avLst/>
          </a:prstGeom>
          <a:solidFill>
            <a:srgbClr val="68686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35" name="Прямоугольник 34"/>
          <p:cNvSpPr/>
          <p:nvPr userDrawn="1"/>
        </p:nvSpPr>
        <p:spPr>
          <a:xfrm>
            <a:off x="4964468" y="5144935"/>
            <a:ext cx="309583" cy="309562"/>
          </a:xfrm>
          <a:prstGeom prst="rect">
            <a:avLst/>
          </a:prstGeom>
          <a:solidFill>
            <a:srgbClr val="3A3A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pic>
        <p:nvPicPr>
          <p:cNvPr id="36" name="Рисунок 3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875070" y="2257058"/>
            <a:ext cx="2243170" cy="558096"/>
          </a:xfrm>
          <a:prstGeom prst="rect">
            <a:avLst/>
          </a:prstGeom>
        </p:spPr>
      </p:pic>
      <p:pic>
        <p:nvPicPr>
          <p:cNvPr id="37" name="Рисунок 36"/>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875072" y="3276831"/>
            <a:ext cx="579397" cy="706921"/>
          </a:xfrm>
          <a:prstGeom prst="rect">
            <a:avLst/>
          </a:prstGeom>
        </p:spPr>
      </p:pic>
      <p:pic>
        <p:nvPicPr>
          <p:cNvPr id="38" name="Рисунок 37"/>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904767" y="3325305"/>
            <a:ext cx="807966" cy="738812"/>
          </a:xfrm>
          <a:prstGeom prst="rect">
            <a:avLst/>
          </a:prstGeom>
        </p:spPr>
      </p:pic>
      <p:pic>
        <p:nvPicPr>
          <p:cNvPr id="39" name="Рисунок 38"/>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9091779" y="3630291"/>
            <a:ext cx="1552146" cy="297649"/>
          </a:xfrm>
          <a:prstGeom prst="rect">
            <a:avLst/>
          </a:prstGeom>
        </p:spPr>
      </p:pic>
      <p:pic>
        <p:nvPicPr>
          <p:cNvPr id="40" name="Рисунок 39"/>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6778740" y="4673722"/>
            <a:ext cx="868392" cy="634639"/>
          </a:xfrm>
          <a:prstGeom prst="rect">
            <a:avLst/>
          </a:prstGeom>
        </p:spPr>
      </p:pic>
      <p:pic>
        <p:nvPicPr>
          <p:cNvPr id="41" name="Рисунок 40"/>
          <p:cNvPicPr>
            <a:picLocks noChangeAspect="1"/>
          </p:cNvPicPr>
          <p:nvPr userDrawn="1"/>
        </p:nvPicPr>
        <p:blipFill>
          <a:blip r:embed="rId7" cstate="print">
            <a:extLst>
              <a:ext uri="{28A0092B-C50C-407E-A947-70E740481C1C}">
                <a14:useLocalDpi xmlns:a14="http://schemas.microsoft.com/office/drawing/2010/main"/>
              </a:ext>
            </a:extLst>
          </a:blip>
          <a:stretch>
            <a:fillRect/>
          </a:stretch>
        </p:blipFill>
        <p:spPr>
          <a:xfrm>
            <a:off x="7949949" y="4574269"/>
            <a:ext cx="717602" cy="770703"/>
          </a:xfrm>
          <a:prstGeom prst="rect">
            <a:avLst/>
          </a:prstGeom>
        </p:spPr>
      </p:pic>
      <p:pic>
        <p:nvPicPr>
          <p:cNvPr id="42" name="Рисунок 41"/>
          <p:cNvPicPr>
            <a:picLocks noChangeAspect="1"/>
          </p:cNvPicPr>
          <p:nvPr userDrawn="1"/>
        </p:nvPicPr>
        <p:blipFill>
          <a:blip r:embed="rId8" cstate="email">
            <a:extLst>
              <a:ext uri="{28A0092B-C50C-407E-A947-70E740481C1C}">
                <a14:useLocalDpi xmlns:a14="http://schemas.microsoft.com/office/drawing/2010/main"/>
              </a:ext>
            </a:extLst>
          </a:blip>
          <a:stretch>
            <a:fillRect/>
          </a:stretch>
        </p:blipFill>
        <p:spPr>
          <a:xfrm>
            <a:off x="9174171" y="4858633"/>
            <a:ext cx="1387364" cy="244498"/>
          </a:xfrm>
          <a:prstGeom prst="rect">
            <a:avLst/>
          </a:prstGeom>
        </p:spPr>
      </p:pic>
      <p:sp>
        <p:nvSpPr>
          <p:cNvPr id="43" name="Заголовок 2"/>
          <p:cNvSpPr>
            <a:spLocks noGrp="1"/>
          </p:cNvSpPr>
          <p:nvPr>
            <p:ph type="ctrTitle"/>
          </p:nvPr>
        </p:nvSpPr>
        <p:spPr>
          <a:xfrm>
            <a:off x="695964" y="553206"/>
            <a:ext cx="5065880" cy="298618"/>
          </a:xfrm>
        </p:spPr>
        <p:txBody>
          <a:bodyPr/>
          <a:lstStyle>
            <a:lvl1pPr>
              <a:defRPr kumimoji="0" lang="ru-RU" sz="1940" b="1" i="0" u="none" strike="noStrike" kern="0" cap="none" spc="0" normalizeH="0" baseline="0" dirty="0">
                <a:ln>
                  <a:noFill/>
                </a:ln>
                <a:solidFill>
                  <a:srgbClr val="008FD1"/>
                </a:solidFill>
                <a:effectLst/>
                <a:uLnTx/>
                <a:uFillTx/>
                <a:latin typeface="Segoe UI Black" panose="020B0A02040204020203" pitchFamily="34" charset="0"/>
                <a:ea typeface="+mj-ea"/>
                <a:cs typeface="Segoe UI"/>
              </a:defRPr>
            </a:lvl1pPr>
          </a:lstStyle>
          <a:p>
            <a:pPr marL="0" marR="0" lvl="0" indent="0" defTabSz="554500" eaLnBrk="1" fontAlgn="auto" latinLnBrk="0" hangingPunct="1">
              <a:lnSpc>
                <a:spcPct val="100000"/>
              </a:lnSpc>
              <a:spcBef>
                <a:spcPts val="0"/>
              </a:spcBef>
              <a:spcAft>
                <a:spcPts val="0"/>
              </a:spcAft>
              <a:buClrTx/>
              <a:buSzTx/>
              <a:buFontTx/>
              <a:buNone/>
              <a:tabLst/>
              <a:defRPr/>
            </a:pPr>
            <a:r>
              <a:rPr lang="en-US"/>
              <a:t>Click to edit Master title style</a:t>
            </a:r>
            <a:endParaRPr lang="ru-RU" dirty="0"/>
          </a:p>
        </p:txBody>
      </p:sp>
      <p:sp>
        <p:nvSpPr>
          <p:cNvPr id="44" name="object 3"/>
          <p:cNvSpPr txBox="1"/>
          <p:nvPr userDrawn="1"/>
        </p:nvSpPr>
        <p:spPr>
          <a:xfrm>
            <a:off x="671769" y="3131303"/>
            <a:ext cx="1046596" cy="305543"/>
          </a:xfrm>
          <a:prstGeom prst="rect">
            <a:avLst/>
          </a:prstGeom>
        </p:spPr>
        <p:txBody>
          <a:bodyPr vert="horz" wrap="square" lIns="0" tIns="6932" rIns="0" bIns="0" rtlCol="0">
            <a:spAutoFit/>
          </a:bodyPr>
          <a:lstStyle/>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Blue</a:t>
            </a:r>
          </a:p>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RGB – 0 139 203</a:t>
            </a:r>
            <a:endParaRPr kumimoji="0" sz="970" b="0" i="0" u="none" strike="noStrike" kern="0" cap="none" spc="0" normalizeH="0" baseline="0" noProof="0" dirty="0">
              <a:ln>
                <a:noFill/>
              </a:ln>
              <a:solidFill>
                <a:sysClr val="windowText" lastClr="000000"/>
              </a:solidFill>
              <a:effectLst/>
              <a:uLnTx/>
              <a:uFillTx/>
              <a:latin typeface="Segoe UI"/>
              <a:cs typeface="Segoe UI"/>
            </a:endParaRPr>
          </a:p>
        </p:txBody>
      </p:sp>
      <p:sp>
        <p:nvSpPr>
          <p:cNvPr id="45" name="object 3"/>
          <p:cNvSpPr txBox="1"/>
          <p:nvPr userDrawn="1"/>
        </p:nvSpPr>
        <p:spPr>
          <a:xfrm>
            <a:off x="1856998" y="3131303"/>
            <a:ext cx="1046596" cy="305543"/>
          </a:xfrm>
          <a:prstGeom prst="rect">
            <a:avLst/>
          </a:prstGeom>
        </p:spPr>
        <p:txBody>
          <a:bodyPr vert="horz" wrap="square" lIns="0" tIns="6932" rIns="0" bIns="0" rtlCol="0">
            <a:spAutoFit/>
          </a:bodyPr>
          <a:lstStyle/>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Yellow</a:t>
            </a:r>
          </a:p>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RGB – 253 198 0</a:t>
            </a:r>
            <a:endParaRPr kumimoji="0" sz="970" b="0" i="0" u="none" strike="noStrike" kern="0" cap="none" spc="0" normalizeH="0" baseline="0" noProof="0" dirty="0">
              <a:ln>
                <a:noFill/>
              </a:ln>
              <a:solidFill>
                <a:sysClr val="windowText" lastClr="000000"/>
              </a:solidFill>
              <a:effectLst/>
              <a:uLnTx/>
              <a:uFillTx/>
              <a:latin typeface="Segoe UI"/>
              <a:cs typeface="Segoe UI"/>
            </a:endParaRPr>
          </a:p>
        </p:txBody>
      </p:sp>
      <p:sp>
        <p:nvSpPr>
          <p:cNvPr id="46" name="object 3"/>
          <p:cNvSpPr txBox="1"/>
          <p:nvPr userDrawn="1"/>
        </p:nvSpPr>
        <p:spPr>
          <a:xfrm>
            <a:off x="3042226" y="3131303"/>
            <a:ext cx="1046596" cy="305543"/>
          </a:xfrm>
          <a:prstGeom prst="rect">
            <a:avLst/>
          </a:prstGeom>
        </p:spPr>
        <p:txBody>
          <a:bodyPr vert="horz" wrap="square" lIns="0" tIns="6932" rIns="0" bIns="0" rtlCol="0">
            <a:spAutoFit/>
          </a:bodyPr>
          <a:lstStyle/>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Gray</a:t>
            </a:r>
          </a:p>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RGB – 77 77 77</a:t>
            </a:r>
            <a:endParaRPr kumimoji="0" sz="970" b="0" i="0" u="none" strike="noStrike" kern="0" cap="none" spc="0" normalizeH="0" baseline="0" noProof="0" dirty="0">
              <a:ln>
                <a:noFill/>
              </a:ln>
              <a:solidFill>
                <a:sysClr val="windowText" lastClr="000000"/>
              </a:solidFill>
              <a:effectLst/>
              <a:uLnTx/>
              <a:uFillTx/>
              <a:latin typeface="Segoe UI"/>
              <a:cs typeface="Segoe UI"/>
            </a:endParaRPr>
          </a:p>
        </p:txBody>
      </p:sp>
      <p:sp>
        <p:nvSpPr>
          <p:cNvPr id="47" name="Прямоугольник 46"/>
          <p:cNvSpPr/>
          <p:nvPr userDrawn="1"/>
        </p:nvSpPr>
        <p:spPr>
          <a:xfrm>
            <a:off x="1856999" y="4051009"/>
            <a:ext cx="1046596" cy="1046522"/>
          </a:xfrm>
          <a:prstGeom prst="rect">
            <a:avLst/>
          </a:prstGeom>
          <a:solidFill>
            <a:srgbClr val="50D6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a:ln>
                <a:noFill/>
              </a:ln>
              <a:solidFill>
                <a:prstClr val="white"/>
              </a:solidFill>
              <a:effectLst/>
              <a:uLnTx/>
              <a:uFillTx/>
              <a:latin typeface="Segoe UI"/>
              <a:ea typeface="+mn-ea"/>
              <a:cs typeface="+mn-cs"/>
            </a:endParaRPr>
          </a:p>
        </p:txBody>
      </p:sp>
      <p:sp>
        <p:nvSpPr>
          <p:cNvPr id="48" name="object 3"/>
          <p:cNvSpPr txBox="1"/>
          <p:nvPr userDrawn="1"/>
        </p:nvSpPr>
        <p:spPr>
          <a:xfrm>
            <a:off x="1856998" y="5595717"/>
            <a:ext cx="1046596" cy="305543"/>
          </a:xfrm>
          <a:prstGeom prst="rect">
            <a:avLst/>
          </a:prstGeom>
        </p:spPr>
        <p:txBody>
          <a:bodyPr vert="horz" wrap="square" lIns="0" tIns="6932" rIns="0" bIns="0" rtlCol="0">
            <a:spAutoFit/>
          </a:bodyPr>
          <a:lstStyle/>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Green </a:t>
            </a:r>
          </a:p>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RGB – 080 204 145</a:t>
            </a:r>
            <a:endParaRPr kumimoji="0" sz="970" b="0" i="0" u="none" strike="noStrike" kern="0" cap="none" spc="0" normalizeH="0" baseline="0" noProof="0" dirty="0">
              <a:ln>
                <a:noFill/>
              </a:ln>
              <a:solidFill>
                <a:sysClr val="windowText" lastClr="000000"/>
              </a:solidFill>
              <a:effectLst/>
              <a:uLnTx/>
              <a:uFillTx/>
              <a:latin typeface="Segoe UI"/>
              <a:cs typeface="Segoe UI"/>
            </a:endParaRPr>
          </a:p>
        </p:txBody>
      </p:sp>
      <p:sp>
        <p:nvSpPr>
          <p:cNvPr id="49" name="object 3"/>
          <p:cNvSpPr txBox="1"/>
          <p:nvPr userDrawn="1"/>
        </p:nvSpPr>
        <p:spPr>
          <a:xfrm>
            <a:off x="671769" y="5595717"/>
            <a:ext cx="1046596" cy="305543"/>
          </a:xfrm>
          <a:prstGeom prst="rect">
            <a:avLst/>
          </a:prstGeom>
        </p:spPr>
        <p:txBody>
          <a:bodyPr vert="horz" wrap="square" lIns="0" tIns="6932" rIns="0" bIns="0" rtlCol="0">
            <a:spAutoFit/>
          </a:bodyPr>
          <a:lstStyle/>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Violet</a:t>
            </a:r>
          </a:p>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RGB – 091 087 162</a:t>
            </a:r>
            <a:endParaRPr kumimoji="0" sz="970" b="0" i="0" u="none" strike="noStrike" kern="0" cap="none" spc="0" normalizeH="0" baseline="0" noProof="0" dirty="0">
              <a:ln>
                <a:noFill/>
              </a:ln>
              <a:solidFill>
                <a:sysClr val="windowText" lastClr="000000"/>
              </a:solidFill>
              <a:effectLst/>
              <a:uLnTx/>
              <a:uFillTx/>
              <a:latin typeface="Segoe UI"/>
              <a:cs typeface="Segoe UI"/>
            </a:endParaRPr>
          </a:p>
        </p:txBody>
      </p:sp>
      <p:sp>
        <p:nvSpPr>
          <p:cNvPr id="50" name="object 3"/>
          <p:cNvSpPr txBox="1"/>
          <p:nvPr userDrawn="1"/>
        </p:nvSpPr>
        <p:spPr>
          <a:xfrm>
            <a:off x="3042226" y="5595717"/>
            <a:ext cx="1046596" cy="305543"/>
          </a:xfrm>
          <a:prstGeom prst="rect">
            <a:avLst/>
          </a:prstGeom>
        </p:spPr>
        <p:txBody>
          <a:bodyPr vert="horz" wrap="square" lIns="0" tIns="6932" rIns="0" bIns="0" rtlCol="0">
            <a:spAutoFit/>
          </a:bodyPr>
          <a:lstStyle/>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Turquoise</a:t>
            </a:r>
          </a:p>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RGB – </a:t>
            </a:r>
            <a:r>
              <a:rPr kumimoji="0" lang="ru-RU"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089 176</a:t>
            </a:r>
            <a:r>
              <a:rPr kumimoji="0" 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 </a:t>
            </a:r>
            <a:r>
              <a:rPr kumimoji="0" lang="ru-RU"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174</a:t>
            </a:r>
            <a:endParaRPr kumimoji="0" sz="970" b="0" i="0" u="none" strike="noStrike" kern="0" cap="none" spc="0" normalizeH="0" baseline="0" noProof="0" dirty="0">
              <a:ln>
                <a:noFill/>
              </a:ln>
              <a:solidFill>
                <a:sysClr val="windowText" lastClr="000000"/>
              </a:solidFill>
              <a:effectLst/>
              <a:uLnTx/>
              <a:uFillTx/>
              <a:latin typeface="Segoe UI"/>
              <a:cs typeface="Segoe UI"/>
            </a:endParaRPr>
          </a:p>
        </p:txBody>
      </p:sp>
      <p:sp>
        <p:nvSpPr>
          <p:cNvPr id="51" name="object 3"/>
          <p:cNvSpPr txBox="1"/>
          <p:nvPr userDrawn="1"/>
        </p:nvSpPr>
        <p:spPr>
          <a:xfrm>
            <a:off x="4227456" y="5595717"/>
            <a:ext cx="1046596" cy="305543"/>
          </a:xfrm>
          <a:prstGeom prst="rect">
            <a:avLst/>
          </a:prstGeom>
        </p:spPr>
        <p:txBody>
          <a:bodyPr vert="horz" wrap="square" lIns="0" tIns="6932" rIns="0" bIns="0" rtlCol="0">
            <a:spAutoFit/>
          </a:bodyPr>
          <a:lstStyle/>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Black</a:t>
            </a:r>
          </a:p>
          <a:p>
            <a:pPr marL="0" marR="0" lvl="0" indent="0" algn="l" defTabSz="55450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70" b="0" i="0" u="none" strike="noStrike" kern="0" cap="none" spc="0" normalizeH="0" baseline="0" noProof="0" dirty="0">
                <a:ln>
                  <a:noFill/>
                </a:ln>
                <a:solidFill>
                  <a:srgbClr val="474747"/>
                </a:solidFill>
                <a:effectLst/>
                <a:uLnTx/>
                <a:uFillTx/>
                <a:latin typeface="Segoe UI" panose="020B0502040204020203" pitchFamily="34" charset="0"/>
                <a:cs typeface="Segoe UI" panose="020B0502040204020203" pitchFamily="34" charset="0"/>
              </a:rPr>
              <a:t>RGB – 000 000 000</a:t>
            </a:r>
            <a:endParaRPr kumimoji="0" sz="970" b="0" i="0" u="none" strike="noStrike" kern="0" cap="none" spc="0" normalizeH="0" baseline="0" noProof="0" dirty="0">
              <a:ln>
                <a:noFill/>
              </a:ln>
              <a:solidFill>
                <a:sysClr val="windowText" lastClr="000000"/>
              </a:solidFill>
              <a:effectLst/>
              <a:uLnTx/>
              <a:uFillTx/>
              <a:latin typeface="Segoe UI"/>
              <a:cs typeface="Segoe UI"/>
            </a:endParaRPr>
          </a:p>
        </p:txBody>
      </p:sp>
      <p:sp>
        <p:nvSpPr>
          <p:cNvPr id="53" name="Holder 2"/>
          <p:cNvSpPr txBox="1">
            <a:spLocks/>
          </p:cNvSpPr>
          <p:nvPr userDrawn="1"/>
        </p:nvSpPr>
        <p:spPr>
          <a:xfrm>
            <a:off x="6407014" y="553282"/>
            <a:ext cx="4756680" cy="298543"/>
          </a:xfrm>
          <a:prstGeom prst="rect">
            <a:avLst/>
          </a:prstGeom>
        </p:spPr>
        <p:txBody>
          <a:bodyPr wrap="square" lIns="0" tIns="0" rIns="0" bIns="0" anchor="b" anchorCtr="0">
            <a:spAutoFit/>
          </a:bodyPr>
          <a:lstStyle>
            <a:lvl1pPr>
              <a:defRPr sz="3200" b="1" i="0" baseline="0">
                <a:solidFill>
                  <a:srgbClr val="008FD1"/>
                </a:solidFill>
                <a:latin typeface="Segoe UI Black" panose="020B0A02040204020203" pitchFamily="34" charset="0"/>
                <a:ea typeface="+mj-ea"/>
                <a:cs typeface="Segoe UI"/>
              </a:defRPr>
            </a:lvl1pPr>
          </a:lstStyle>
          <a:p>
            <a:pPr marL="0" marR="0" lvl="0" indent="0" defTabSz="554500" eaLnBrk="1" fontAlgn="auto" latinLnBrk="0" hangingPunct="1">
              <a:lnSpc>
                <a:spcPct val="100000"/>
              </a:lnSpc>
              <a:spcBef>
                <a:spcPts val="0"/>
              </a:spcBef>
              <a:spcAft>
                <a:spcPts val="0"/>
              </a:spcAft>
              <a:buClrTx/>
              <a:buSzTx/>
              <a:buFontTx/>
              <a:buNone/>
              <a:tabLst/>
              <a:defRPr/>
            </a:pPr>
            <a:r>
              <a:rPr kumimoji="0" lang="en-US" sz="1940" b="1" i="0" u="none" strike="noStrike" kern="0" cap="none" spc="0" normalizeH="0" baseline="0" noProof="0" dirty="0">
                <a:ln>
                  <a:noFill/>
                </a:ln>
                <a:solidFill>
                  <a:srgbClr val="008FD1"/>
                </a:solidFill>
                <a:effectLst/>
                <a:uLnTx/>
                <a:uFillTx/>
                <a:latin typeface="Segoe UI Black" panose="020B0A02040204020203" pitchFamily="34" charset="0"/>
                <a:ea typeface="+mj-ea"/>
                <a:cs typeface="Segoe UI"/>
              </a:rPr>
              <a:t>Shareholders </a:t>
            </a:r>
            <a:endParaRPr kumimoji="0" lang="ru-RU" sz="1940" b="1" i="0" u="none" strike="noStrike" kern="0" cap="none" spc="0" normalizeH="0" baseline="0" noProof="0" dirty="0">
              <a:ln>
                <a:noFill/>
              </a:ln>
              <a:solidFill>
                <a:srgbClr val="008FD1"/>
              </a:solidFill>
              <a:effectLst/>
              <a:uLnTx/>
              <a:uFillTx/>
              <a:latin typeface="Segoe UI Black" panose="020B0A02040204020203" pitchFamily="34" charset="0"/>
              <a:ea typeface="+mj-ea"/>
              <a:cs typeface="Segoe UI"/>
            </a:endParaRPr>
          </a:p>
        </p:txBody>
      </p:sp>
    </p:spTree>
    <p:extLst>
      <p:ext uri="{BB962C8B-B14F-4D97-AF65-F5344CB8AC3E}">
        <p14:creationId xmlns:p14="http://schemas.microsoft.com/office/powerpoint/2010/main" val="7607533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7BB7A-2AB6-24C8-A6E5-394C01953D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D2EA75-3E69-7259-6A98-19C4D7F54FD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F30582-D28F-1878-FC6D-457BC19C9279}"/>
              </a:ext>
            </a:extLst>
          </p:cNvPr>
          <p:cNvSpPr>
            <a:spLocks noGrp="1"/>
          </p:cNvSpPr>
          <p:nvPr>
            <p:ph type="dt" sz="half" idx="10"/>
          </p:nvPr>
        </p:nvSpPr>
        <p:spPr/>
        <p:txBody>
          <a:bodyPr/>
          <a:lstStyle/>
          <a:p>
            <a:fld id="{821D6314-44A0-46F7-A69F-681657FD45F7}" type="datetimeFigureOut">
              <a:rPr lang="en-US" smtClean="0"/>
              <a:t>17/03/26</a:t>
            </a:fld>
            <a:endParaRPr lang="en-US"/>
          </a:p>
        </p:txBody>
      </p:sp>
      <p:sp>
        <p:nvSpPr>
          <p:cNvPr id="5" name="Footer Placeholder 4">
            <a:extLst>
              <a:ext uri="{FF2B5EF4-FFF2-40B4-BE49-F238E27FC236}">
                <a16:creationId xmlns:a16="http://schemas.microsoft.com/office/drawing/2014/main" id="{1043737B-5EE0-390D-D75A-90C232F68F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6C9DA6-B98F-8743-BF25-D8A04700CE23}"/>
              </a:ext>
            </a:extLst>
          </p:cNvPr>
          <p:cNvSpPr>
            <a:spLocks noGrp="1"/>
          </p:cNvSpPr>
          <p:nvPr>
            <p:ph type="sldNum" sz="quarter" idx="12"/>
          </p:nvPr>
        </p:nvSpPr>
        <p:spPr/>
        <p:txBody>
          <a:bodyPr/>
          <a:lstStyle/>
          <a:p>
            <a:fld id="{23FA877E-5639-4809-849B-6692C8ECD70B}" type="slidenum">
              <a:rPr lang="en-US" smtClean="0"/>
              <a:t>‹#›</a:t>
            </a:fld>
            <a:endParaRPr lang="en-US"/>
          </a:p>
        </p:txBody>
      </p:sp>
    </p:spTree>
    <p:extLst>
      <p:ext uri="{BB962C8B-B14F-4D97-AF65-F5344CB8AC3E}">
        <p14:creationId xmlns:p14="http://schemas.microsoft.com/office/powerpoint/2010/main" val="3716108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2AEE3-84FA-55C7-6206-77D1EB3948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B452EFF-56CA-886E-71AE-C5F4BEE7E900}"/>
              </a:ext>
            </a:extLst>
          </p:cNvPr>
          <p:cNvSpPr>
            <a:spLocks noGrp="1"/>
          </p:cNvSpPr>
          <p:nvPr>
            <p:ph type="subTitle" idx="1"/>
          </p:nvPr>
        </p:nvSpPr>
        <p:spPr>
          <a:xfrm>
            <a:off x="1524000" y="3602038"/>
            <a:ext cx="9144000" cy="1655762"/>
          </a:xfrm>
        </p:spPr>
        <p:txBody>
          <a:bodyPr/>
          <a:lstStyle>
            <a:lvl1pPr marL="0" indent="0" algn="ctr">
              <a:buNone/>
              <a:defRPr sz="2400"/>
            </a:lvl1pPr>
            <a:lvl2pPr marL="457207" indent="0" algn="ctr">
              <a:buNone/>
              <a:defRPr sz="2000"/>
            </a:lvl2pPr>
            <a:lvl3pPr marL="914413" indent="0" algn="ctr">
              <a:buNone/>
              <a:defRPr sz="1800"/>
            </a:lvl3pPr>
            <a:lvl4pPr marL="1371620" indent="0" algn="ctr">
              <a:buNone/>
              <a:defRPr sz="1600"/>
            </a:lvl4pPr>
            <a:lvl5pPr marL="1828826" indent="0" algn="ctr">
              <a:buNone/>
              <a:defRPr sz="1600"/>
            </a:lvl5pPr>
            <a:lvl6pPr marL="2286033" indent="0" algn="ctr">
              <a:buNone/>
              <a:defRPr sz="1600"/>
            </a:lvl6pPr>
            <a:lvl7pPr marL="2743239" indent="0" algn="ctr">
              <a:buNone/>
              <a:defRPr sz="1600"/>
            </a:lvl7pPr>
            <a:lvl8pPr marL="3200446" indent="0" algn="ctr">
              <a:buNone/>
              <a:defRPr sz="1600"/>
            </a:lvl8pPr>
            <a:lvl9pPr marL="3657652"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968045-0DCF-3C5F-E717-45B860A25319}"/>
              </a:ext>
            </a:extLst>
          </p:cNvPr>
          <p:cNvSpPr>
            <a:spLocks noGrp="1"/>
          </p:cNvSpPr>
          <p:nvPr>
            <p:ph type="dt" sz="half" idx="10"/>
          </p:nvPr>
        </p:nvSpPr>
        <p:spPr/>
        <p:txBody>
          <a:bodyPr/>
          <a:lstStyle/>
          <a:p>
            <a:fld id="{821D6314-44A0-46F7-A69F-681657FD45F7}" type="datetimeFigureOut">
              <a:rPr lang="en-US" smtClean="0"/>
              <a:t>17/03/26</a:t>
            </a:fld>
            <a:endParaRPr lang="en-US"/>
          </a:p>
        </p:txBody>
      </p:sp>
      <p:sp>
        <p:nvSpPr>
          <p:cNvPr id="5" name="Footer Placeholder 4">
            <a:extLst>
              <a:ext uri="{FF2B5EF4-FFF2-40B4-BE49-F238E27FC236}">
                <a16:creationId xmlns:a16="http://schemas.microsoft.com/office/drawing/2014/main" id="{9F7A05D4-54E5-0F4E-47CB-4F667E1BDE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45223F-2F7C-1EBA-6223-795A24172E15}"/>
              </a:ext>
            </a:extLst>
          </p:cNvPr>
          <p:cNvSpPr>
            <a:spLocks noGrp="1"/>
          </p:cNvSpPr>
          <p:nvPr>
            <p:ph type="sldNum" sz="quarter" idx="12"/>
          </p:nvPr>
        </p:nvSpPr>
        <p:spPr/>
        <p:txBody>
          <a:bodyPr/>
          <a:lstStyle/>
          <a:p>
            <a:fld id="{23FA877E-5639-4809-849B-6692C8ECD70B}" type="slidenum">
              <a:rPr lang="en-US" smtClean="0"/>
              <a:t>‹#›</a:t>
            </a:fld>
            <a:endParaRPr lang="en-US"/>
          </a:p>
        </p:txBody>
      </p:sp>
    </p:spTree>
    <p:extLst>
      <p:ext uri="{BB962C8B-B14F-4D97-AF65-F5344CB8AC3E}">
        <p14:creationId xmlns:p14="http://schemas.microsoft.com/office/powerpoint/2010/main" val="1465686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Прямоугольник с двумя скругленными соседними углами 3">
            <a:extLst>
              <a:ext uri="{FF2B5EF4-FFF2-40B4-BE49-F238E27FC236}">
                <a16:creationId xmlns:a16="http://schemas.microsoft.com/office/drawing/2014/main" id="{86ECABF4-FCA2-4F5F-A8AF-4632AC050857}"/>
              </a:ext>
            </a:extLst>
          </p:cNvPr>
          <p:cNvSpPr/>
          <p:nvPr userDrawn="1"/>
        </p:nvSpPr>
        <p:spPr>
          <a:xfrm flipV="1">
            <a:off x="11336136" y="1"/>
            <a:ext cx="855865" cy="855805"/>
          </a:xfrm>
          <a:prstGeom prst="round2SameRect">
            <a:avLst>
              <a:gd name="adj1" fmla="val 10368"/>
              <a:gd name="adj2" fmla="val 0"/>
            </a:avLst>
          </a:prstGeom>
          <a:solidFill>
            <a:srgbClr val="81D8FF">
              <a:alpha val="50000"/>
            </a:srgbClr>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ru-RU" sz="1092" dirty="0"/>
          </a:p>
        </p:txBody>
      </p:sp>
      <p:pic>
        <p:nvPicPr>
          <p:cNvPr id="8" name="Рисунок 87">
            <a:extLst>
              <a:ext uri="{FF2B5EF4-FFF2-40B4-BE49-F238E27FC236}">
                <a16:creationId xmlns:a16="http://schemas.microsoft.com/office/drawing/2014/main" id="{67C34D01-AD72-4823-85AB-8A0C8FA66221}"/>
              </a:ext>
            </a:extLst>
          </p:cNvPr>
          <p:cNvPicPr>
            <a:picLocks noChangeAspect="1"/>
          </p:cNvPicPr>
          <p:nvPr userDrawn="1"/>
        </p:nvPicPr>
        <p:blipFill>
          <a:blip r:embed="rId23" cstate="email">
            <a:extLst>
              <a:ext uri="{28A0092B-C50C-407E-A947-70E740481C1C}">
                <a14:useLocalDpi xmlns:a14="http://schemas.microsoft.com/office/drawing/2010/main"/>
              </a:ext>
            </a:extLst>
          </a:blip>
          <a:stretch>
            <a:fillRect/>
          </a:stretch>
        </p:blipFill>
        <p:spPr>
          <a:xfrm>
            <a:off x="11410132" y="92706"/>
            <a:ext cx="716511" cy="670394"/>
          </a:xfrm>
          <a:prstGeom prst="rect">
            <a:avLst/>
          </a:prstGeom>
        </p:spPr>
      </p:pic>
      <p:sp>
        <p:nvSpPr>
          <p:cNvPr id="10" name="Прямоугольник с одним скругленным углом 10">
            <a:extLst>
              <a:ext uri="{FF2B5EF4-FFF2-40B4-BE49-F238E27FC236}">
                <a16:creationId xmlns:a16="http://schemas.microsoft.com/office/drawing/2014/main" id="{5CC9A1F0-FDDE-465F-A976-17113911F1F8}"/>
              </a:ext>
            </a:extLst>
          </p:cNvPr>
          <p:cNvSpPr/>
          <p:nvPr userDrawn="1"/>
        </p:nvSpPr>
        <p:spPr>
          <a:xfrm flipV="1">
            <a:off x="680650" y="1"/>
            <a:ext cx="178426" cy="221797"/>
          </a:xfrm>
          <a:prstGeom prst="round1Rect">
            <a:avLst/>
          </a:prstGeom>
          <a:solidFill>
            <a:srgbClr val="008BCB"/>
          </a:solidFill>
          <a:ln w="25400" cap="flat" cmpd="sng" algn="ctr">
            <a:noFill/>
            <a:prstDash val="solid"/>
          </a:ln>
          <a:effectLst/>
        </p:spPr>
        <p:txBody>
          <a:bodyPr rtlCol="0" anchor="ctr"/>
          <a:lstStyle/>
          <a:p>
            <a:pPr marL="0" marR="0" lvl="0" indent="0" algn="ctr" defTabSz="554500" eaLnBrk="1" fontAlgn="auto" latinLnBrk="0" hangingPunct="1">
              <a:lnSpc>
                <a:spcPct val="100000"/>
              </a:lnSpc>
              <a:spcBef>
                <a:spcPts val="0"/>
              </a:spcBef>
              <a:spcAft>
                <a:spcPts val="0"/>
              </a:spcAft>
              <a:buClrTx/>
              <a:buSzTx/>
              <a:buFontTx/>
              <a:buNone/>
              <a:tabLst/>
              <a:defRPr/>
            </a:pPr>
            <a:endParaRPr kumimoji="0" lang="ru-RU" sz="1092" b="0" i="0" u="none" strike="noStrike" kern="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29690503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Lst>
  <p:hf hdr="0" ftr="0" dt="0"/>
  <p:txStyles>
    <p:titleStyle>
      <a:lvl1pPr algn="l" defTabSz="554500" rtl="0" eaLnBrk="1" latinLnBrk="0" hangingPunct="1">
        <a:lnSpc>
          <a:spcPct val="90000"/>
        </a:lnSpc>
        <a:spcBef>
          <a:spcPct val="0"/>
        </a:spcBef>
        <a:buNone/>
        <a:defRPr sz="2668" kern="1200">
          <a:solidFill>
            <a:schemeClr val="tx1"/>
          </a:solidFill>
          <a:latin typeface="+mj-lt"/>
          <a:ea typeface="+mj-ea"/>
          <a:cs typeface="+mj-cs"/>
        </a:defRPr>
      </a:lvl1pPr>
    </p:titleStyle>
    <p:bodyStyle>
      <a:lvl1pPr marL="138625" indent="-138625" algn="l" defTabSz="554500" rtl="0" eaLnBrk="1" latinLnBrk="0" hangingPunct="1">
        <a:lnSpc>
          <a:spcPct val="90000"/>
        </a:lnSpc>
        <a:spcBef>
          <a:spcPts val="606"/>
        </a:spcBef>
        <a:buFont typeface="Arial" panose="020B0604020202020204" pitchFamily="34" charset="0"/>
        <a:buChar char="•"/>
        <a:defRPr sz="1698" kern="1200">
          <a:solidFill>
            <a:schemeClr val="tx1"/>
          </a:solidFill>
          <a:latin typeface="+mn-lt"/>
          <a:ea typeface="+mn-ea"/>
          <a:cs typeface="+mn-cs"/>
        </a:defRPr>
      </a:lvl1pPr>
      <a:lvl2pPr marL="415875" indent="-138625" algn="l" defTabSz="554500" rtl="0" eaLnBrk="1" latinLnBrk="0" hangingPunct="1">
        <a:lnSpc>
          <a:spcPct val="90000"/>
        </a:lnSpc>
        <a:spcBef>
          <a:spcPts val="303"/>
        </a:spcBef>
        <a:buFont typeface="Arial" panose="020B0604020202020204" pitchFamily="34" charset="0"/>
        <a:buChar char="•"/>
        <a:defRPr sz="1455" kern="1200">
          <a:solidFill>
            <a:schemeClr val="tx1"/>
          </a:solidFill>
          <a:latin typeface="+mn-lt"/>
          <a:ea typeface="+mn-ea"/>
          <a:cs typeface="+mn-cs"/>
        </a:defRPr>
      </a:lvl2pPr>
      <a:lvl3pPr marL="693125" indent="-138625" algn="l" defTabSz="554500" rtl="0" eaLnBrk="1" latinLnBrk="0" hangingPunct="1">
        <a:lnSpc>
          <a:spcPct val="90000"/>
        </a:lnSpc>
        <a:spcBef>
          <a:spcPts val="303"/>
        </a:spcBef>
        <a:buFont typeface="Arial" panose="020B0604020202020204" pitchFamily="34" charset="0"/>
        <a:buChar char="•"/>
        <a:defRPr sz="1213" kern="1200">
          <a:solidFill>
            <a:schemeClr val="tx1"/>
          </a:solidFill>
          <a:latin typeface="+mn-lt"/>
          <a:ea typeface="+mn-ea"/>
          <a:cs typeface="+mn-cs"/>
        </a:defRPr>
      </a:lvl3pPr>
      <a:lvl4pPr marL="970375" indent="-138625" algn="l" defTabSz="554500" rtl="0" eaLnBrk="1" latinLnBrk="0" hangingPunct="1">
        <a:lnSpc>
          <a:spcPct val="90000"/>
        </a:lnSpc>
        <a:spcBef>
          <a:spcPts val="303"/>
        </a:spcBef>
        <a:buFont typeface="Arial" panose="020B0604020202020204" pitchFamily="34" charset="0"/>
        <a:buChar char="•"/>
        <a:defRPr sz="1092" kern="1200">
          <a:solidFill>
            <a:schemeClr val="tx1"/>
          </a:solidFill>
          <a:latin typeface="+mn-lt"/>
          <a:ea typeface="+mn-ea"/>
          <a:cs typeface="+mn-cs"/>
        </a:defRPr>
      </a:lvl4pPr>
      <a:lvl5pPr marL="1247625" indent="-138625" algn="l" defTabSz="554500" rtl="0" eaLnBrk="1" latinLnBrk="0" hangingPunct="1">
        <a:lnSpc>
          <a:spcPct val="90000"/>
        </a:lnSpc>
        <a:spcBef>
          <a:spcPts val="303"/>
        </a:spcBef>
        <a:buFont typeface="Arial" panose="020B0604020202020204" pitchFamily="34" charset="0"/>
        <a:buChar char="•"/>
        <a:defRPr sz="1092" kern="1200">
          <a:solidFill>
            <a:schemeClr val="tx1"/>
          </a:solidFill>
          <a:latin typeface="+mn-lt"/>
          <a:ea typeface="+mn-ea"/>
          <a:cs typeface="+mn-cs"/>
        </a:defRPr>
      </a:lvl5pPr>
      <a:lvl6pPr marL="1524875" indent="-138625" algn="l" defTabSz="554500" rtl="0" eaLnBrk="1" latinLnBrk="0" hangingPunct="1">
        <a:lnSpc>
          <a:spcPct val="90000"/>
        </a:lnSpc>
        <a:spcBef>
          <a:spcPts val="303"/>
        </a:spcBef>
        <a:buFont typeface="Arial" panose="020B0604020202020204" pitchFamily="34" charset="0"/>
        <a:buChar char="•"/>
        <a:defRPr sz="1092" kern="1200">
          <a:solidFill>
            <a:schemeClr val="tx1"/>
          </a:solidFill>
          <a:latin typeface="+mn-lt"/>
          <a:ea typeface="+mn-ea"/>
          <a:cs typeface="+mn-cs"/>
        </a:defRPr>
      </a:lvl6pPr>
      <a:lvl7pPr marL="1802126" indent="-138625" algn="l" defTabSz="554500" rtl="0" eaLnBrk="1" latinLnBrk="0" hangingPunct="1">
        <a:lnSpc>
          <a:spcPct val="90000"/>
        </a:lnSpc>
        <a:spcBef>
          <a:spcPts val="303"/>
        </a:spcBef>
        <a:buFont typeface="Arial" panose="020B0604020202020204" pitchFamily="34" charset="0"/>
        <a:buChar char="•"/>
        <a:defRPr sz="1092" kern="1200">
          <a:solidFill>
            <a:schemeClr val="tx1"/>
          </a:solidFill>
          <a:latin typeface="+mn-lt"/>
          <a:ea typeface="+mn-ea"/>
          <a:cs typeface="+mn-cs"/>
        </a:defRPr>
      </a:lvl7pPr>
      <a:lvl8pPr marL="2079375" indent="-138625" algn="l" defTabSz="554500" rtl="0" eaLnBrk="1" latinLnBrk="0" hangingPunct="1">
        <a:lnSpc>
          <a:spcPct val="90000"/>
        </a:lnSpc>
        <a:spcBef>
          <a:spcPts val="303"/>
        </a:spcBef>
        <a:buFont typeface="Arial" panose="020B0604020202020204" pitchFamily="34" charset="0"/>
        <a:buChar char="•"/>
        <a:defRPr sz="1092" kern="1200">
          <a:solidFill>
            <a:schemeClr val="tx1"/>
          </a:solidFill>
          <a:latin typeface="+mn-lt"/>
          <a:ea typeface="+mn-ea"/>
          <a:cs typeface="+mn-cs"/>
        </a:defRPr>
      </a:lvl8pPr>
      <a:lvl9pPr marL="2356626" indent="-138625" algn="l" defTabSz="554500" rtl="0" eaLnBrk="1" latinLnBrk="0" hangingPunct="1">
        <a:lnSpc>
          <a:spcPct val="90000"/>
        </a:lnSpc>
        <a:spcBef>
          <a:spcPts val="303"/>
        </a:spcBef>
        <a:buFont typeface="Arial" panose="020B0604020202020204" pitchFamily="34" charset="0"/>
        <a:buChar char="•"/>
        <a:defRPr sz="1092" kern="1200">
          <a:solidFill>
            <a:schemeClr val="tx1"/>
          </a:solidFill>
          <a:latin typeface="+mn-lt"/>
          <a:ea typeface="+mn-ea"/>
          <a:cs typeface="+mn-cs"/>
        </a:defRPr>
      </a:lvl9pPr>
    </p:bodyStyle>
    <p:otherStyle>
      <a:defPPr>
        <a:defRPr lang="en-US"/>
      </a:defPPr>
      <a:lvl1pPr marL="0" algn="l" defTabSz="554500" rtl="0" eaLnBrk="1" latinLnBrk="0" hangingPunct="1">
        <a:defRPr sz="1092" kern="1200">
          <a:solidFill>
            <a:schemeClr val="tx1"/>
          </a:solidFill>
          <a:latin typeface="+mn-lt"/>
          <a:ea typeface="+mn-ea"/>
          <a:cs typeface="+mn-cs"/>
        </a:defRPr>
      </a:lvl1pPr>
      <a:lvl2pPr marL="277250" algn="l" defTabSz="554500" rtl="0" eaLnBrk="1" latinLnBrk="0" hangingPunct="1">
        <a:defRPr sz="1092" kern="1200">
          <a:solidFill>
            <a:schemeClr val="tx1"/>
          </a:solidFill>
          <a:latin typeface="+mn-lt"/>
          <a:ea typeface="+mn-ea"/>
          <a:cs typeface="+mn-cs"/>
        </a:defRPr>
      </a:lvl2pPr>
      <a:lvl3pPr marL="554500" algn="l" defTabSz="554500" rtl="0" eaLnBrk="1" latinLnBrk="0" hangingPunct="1">
        <a:defRPr sz="1092" kern="1200">
          <a:solidFill>
            <a:schemeClr val="tx1"/>
          </a:solidFill>
          <a:latin typeface="+mn-lt"/>
          <a:ea typeface="+mn-ea"/>
          <a:cs typeface="+mn-cs"/>
        </a:defRPr>
      </a:lvl3pPr>
      <a:lvl4pPr marL="831750" algn="l" defTabSz="554500" rtl="0" eaLnBrk="1" latinLnBrk="0" hangingPunct="1">
        <a:defRPr sz="1092" kern="1200">
          <a:solidFill>
            <a:schemeClr val="tx1"/>
          </a:solidFill>
          <a:latin typeface="+mn-lt"/>
          <a:ea typeface="+mn-ea"/>
          <a:cs typeface="+mn-cs"/>
        </a:defRPr>
      </a:lvl4pPr>
      <a:lvl5pPr marL="1109000" algn="l" defTabSz="554500" rtl="0" eaLnBrk="1" latinLnBrk="0" hangingPunct="1">
        <a:defRPr sz="1092" kern="1200">
          <a:solidFill>
            <a:schemeClr val="tx1"/>
          </a:solidFill>
          <a:latin typeface="+mn-lt"/>
          <a:ea typeface="+mn-ea"/>
          <a:cs typeface="+mn-cs"/>
        </a:defRPr>
      </a:lvl5pPr>
      <a:lvl6pPr marL="1386250" algn="l" defTabSz="554500" rtl="0" eaLnBrk="1" latinLnBrk="0" hangingPunct="1">
        <a:defRPr sz="1092" kern="1200">
          <a:solidFill>
            <a:schemeClr val="tx1"/>
          </a:solidFill>
          <a:latin typeface="+mn-lt"/>
          <a:ea typeface="+mn-ea"/>
          <a:cs typeface="+mn-cs"/>
        </a:defRPr>
      </a:lvl6pPr>
      <a:lvl7pPr marL="1663500" algn="l" defTabSz="554500" rtl="0" eaLnBrk="1" latinLnBrk="0" hangingPunct="1">
        <a:defRPr sz="1092" kern="1200">
          <a:solidFill>
            <a:schemeClr val="tx1"/>
          </a:solidFill>
          <a:latin typeface="+mn-lt"/>
          <a:ea typeface="+mn-ea"/>
          <a:cs typeface="+mn-cs"/>
        </a:defRPr>
      </a:lvl7pPr>
      <a:lvl8pPr marL="1940750" algn="l" defTabSz="554500" rtl="0" eaLnBrk="1" latinLnBrk="0" hangingPunct="1">
        <a:defRPr sz="1092" kern="1200">
          <a:solidFill>
            <a:schemeClr val="tx1"/>
          </a:solidFill>
          <a:latin typeface="+mn-lt"/>
          <a:ea typeface="+mn-ea"/>
          <a:cs typeface="+mn-cs"/>
        </a:defRPr>
      </a:lvl8pPr>
      <a:lvl9pPr marL="2218001" algn="l" defTabSz="554500" rtl="0" eaLnBrk="1" latinLnBrk="0" hangingPunct="1">
        <a:defRPr sz="109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
            <a:extLst>
              <a:ext uri="{FF2B5EF4-FFF2-40B4-BE49-F238E27FC236}">
                <a16:creationId xmlns:a16="http://schemas.microsoft.com/office/drawing/2014/main" id="{17E9D482-5796-7B51-8468-48AB6B706D3E}"/>
              </a:ext>
            </a:extLst>
          </p:cNvPr>
          <p:cNvSpPr txBox="1">
            <a:spLocks/>
          </p:cNvSpPr>
          <p:nvPr/>
        </p:nvSpPr>
        <p:spPr>
          <a:xfrm>
            <a:off x="580356" y="742548"/>
            <a:ext cx="11031287" cy="4464423"/>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ru-RU" sz="800" b="1" dirty="0">
                <a:solidFill>
                  <a:schemeClr val="tx1"/>
                </a:solidFill>
                <a:latin typeface="Times New Roman" panose="02020603050405020304" pitchFamily="18" charset="0"/>
                <a:cs typeface="Times New Roman" panose="02020603050405020304" pitchFamily="18" charset="0"/>
              </a:rPr>
              <a:t>Приложение </a:t>
            </a:r>
            <a:r>
              <a:rPr lang="en-US" sz="800" b="1" dirty="0">
                <a:solidFill>
                  <a:schemeClr val="tx1"/>
                </a:solidFill>
                <a:latin typeface="Times New Roman" panose="02020603050405020304" pitchFamily="18" charset="0"/>
                <a:cs typeface="Times New Roman" panose="02020603050405020304" pitchFamily="18" charset="0"/>
              </a:rPr>
              <a:t>3</a:t>
            </a:r>
            <a:r>
              <a:rPr lang="ru-RU" sz="800" b="1" dirty="0">
                <a:solidFill>
                  <a:schemeClr val="tx1"/>
                </a:solidFill>
                <a:latin typeface="Times New Roman" panose="02020603050405020304" pitchFamily="18" charset="0"/>
                <a:cs typeface="Times New Roman" panose="02020603050405020304" pitchFamily="18" charset="0"/>
              </a:rPr>
              <a:t> </a:t>
            </a:r>
          </a:p>
          <a:p>
            <a:pPr algn="r"/>
            <a:r>
              <a:rPr lang="ru-RU" sz="800" dirty="0">
                <a:solidFill>
                  <a:schemeClr val="tx1"/>
                </a:solidFill>
                <a:latin typeface="Times New Roman" panose="02020603050405020304" pitchFamily="18" charset="0"/>
                <a:cs typeface="Times New Roman" panose="02020603050405020304" pitchFamily="18" charset="0"/>
              </a:rPr>
              <a:t>к приказу Компании «О внесении изменений в организационную структуру и штатное расписание </a:t>
            </a:r>
          </a:p>
          <a:p>
            <a:pPr algn="r"/>
            <a:r>
              <a:rPr lang="ru-RU" sz="800" dirty="0">
                <a:solidFill>
                  <a:schemeClr val="tx1"/>
                </a:solidFill>
                <a:latin typeface="Times New Roman" panose="02020603050405020304" pitchFamily="18" charset="0"/>
                <a:cs typeface="Times New Roman" panose="02020603050405020304" pitchFamily="18" charset="0"/>
              </a:rPr>
              <a:t>по Директорату управляющего директора Компании» от 26 января 2026 года № 2026-K4-0005</a:t>
            </a:r>
          </a:p>
          <a:p>
            <a:pPr algn="r"/>
            <a:endParaRPr lang="ru-RU" sz="800" b="1" dirty="0">
              <a:solidFill>
                <a:schemeClr val="tx1"/>
              </a:solidFill>
              <a:latin typeface="Times New Roman" panose="02020603050405020304" pitchFamily="18" charset="0"/>
              <a:cs typeface="Times New Roman" panose="02020603050405020304" pitchFamily="18" charset="0"/>
            </a:endParaRPr>
          </a:p>
          <a:p>
            <a:pPr algn="r"/>
            <a:r>
              <a:rPr lang="en-US" sz="800" b="1" dirty="0">
                <a:solidFill>
                  <a:schemeClr val="tx1"/>
                </a:solidFill>
                <a:latin typeface="Times New Roman" panose="02020603050405020304" pitchFamily="18" charset="0"/>
                <a:cs typeface="Times New Roman" panose="02020603050405020304" pitchFamily="18" charset="0"/>
              </a:rPr>
              <a:t>Annex-3</a:t>
            </a:r>
          </a:p>
          <a:p>
            <a:pPr algn="r"/>
            <a:r>
              <a:rPr lang="en-US" sz="800" dirty="0">
                <a:solidFill>
                  <a:schemeClr val="tx1"/>
                </a:solidFill>
                <a:latin typeface="Times New Roman" panose="02020603050405020304" pitchFamily="18" charset="0"/>
                <a:cs typeface="Times New Roman" panose="02020603050405020304" pitchFamily="18" charset="0"/>
              </a:rPr>
              <a:t>to the Company Order No. 2026-K4-0005 dated 26 January 2026</a:t>
            </a:r>
          </a:p>
          <a:p>
            <a:pPr algn="r"/>
            <a:r>
              <a:rPr lang="en-US" sz="800" dirty="0">
                <a:solidFill>
                  <a:schemeClr val="tx1"/>
                </a:solidFill>
                <a:latin typeface="Times New Roman" panose="02020603050405020304" pitchFamily="18" charset="0"/>
                <a:cs typeface="Times New Roman" panose="02020603050405020304" pitchFamily="18" charset="0"/>
              </a:rPr>
              <a:t> “On Introduction of Changes to the Organization Chart and Staffing Schedule </a:t>
            </a:r>
          </a:p>
          <a:p>
            <a:pPr algn="r"/>
            <a:r>
              <a:rPr lang="en-US" sz="800" dirty="0">
                <a:solidFill>
                  <a:schemeClr val="tx1"/>
                </a:solidFill>
                <a:latin typeface="Times New Roman" panose="02020603050405020304" pitchFamily="18" charset="0"/>
                <a:cs typeface="Times New Roman" panose="02020603050405020304" pitchFamily="18" charset="0"/>
              </a:rPr>
              <a:t>of Managing Directorate of the Company”</a:t>
            </a:r>
          </a:p>
          <a:p>
            <a:pPr algn="r"/>
            <a:endParaRPr lang="ru-RU" sz="800" b="1" dirty="0">
              <a:solidFill>
                <a:schemeClr val="tx1"/>
              </a:solidFill>
              <a:latin typeface="Times New Roman" panose="02020603050405020304" pitchFamily="18" charset="0"/>
              <a:cs typeface="Times New Roman" panose="02020603050405020304" pitchFamily="18" charset="0"/>
            </a:endParaRPr>
          </a:p>
          <a:p>
            <a:pPr algn="r"/>
            <a:r>
              <a:rPr lang="en-US" sz="800" b="1" dirty="0">
                <a:solidFill>
                  <a:schemeClr val="tx1"/>
                </a:solidFill>
                <a:latin typeface="Times New Roman" panose="02020603050405020304" pitchFamily="18" charset="0"/>
                <a:cs typeface="Times New Roman" panose="02020603050405020304" pitchFamily="18" charset="0"/>
              </a:rPr>
              <a:t>3 – </a:t>
            </a:r>
            <a:r>
              <a:rPr lang="ru-RU" sz="800" b="1" dirty="0" err="1">
                <a:solidFill>
                  <a:schemeClr val="tx1"/>
                </a:solidFill>
                <a:latin typeface="Times New Roman" panose="02020603050405020304" pitchFamily="18" charset="0"/>
                <a:cs typeface="Times New Roman" panose="02020603050405020304" pitchFamily="18" charset="0"/>
              </a:rPr>
              <a:t>Қосымша</a:t>
            </a:r>
            <a:endParaRPr lang="en-US" sz="800" dirty="0">
              <a:solidFill>
                <a:schemeClr val="tx1"/>
              </a:solidFill>
              <a:latin typeface="Times New Roman" panose="02020603050405020304" pitchFamily="18" charset="0"/>
              <a:cs typeface="Times New Roman" panose="02020603050405020304" pitchFamily="18" charset="0"/>
            </a:endParaRPr>
          </a:p>
          <a:p>
            <a:pPr algn="r"/>
            <a:r>
              <a:rPr lang="ru-RU" sz="800" dirty="0" err="1">
                <a:solidFill>
                  <a:schemeClr val="tx1"/>
                </a:solidFill>
                <a:latin typeface="Times New Roman" panose="02020603050405020304" pitchFamily="18" charset="0"/>
                <a:cs typeface="Times New Roman" panose="02020603050405020304" pitchFamily="18" charset="0"/>
              </a:rPr>
              <a:t>Компанияның</a:t>
            </a:r>
            <a:r>
              <a:rPr lang="ru-RU" sz="800" dirty="0">
                <a:solidFill>
                  <a:schemeClr val="tx1"/>
                </a:solidFill>
                <a:latin typeface="Times New Roman" panose="02020603050405020304" pitchFamily="18" charset="0"/>
                <a:cs typeface="Times New Roman" panose="02020603050405020304" pitchFamily="18" charset="0"/>
              </a:rPr>
              <a:t> 2026 </a:t>
            </a:r>
            <a:r>
              <a:rPr lang="ru-RU" sz="800" dirty="0" err="1">
                <a:solidFill>
                  <a:schemeClr val="tx1"/>
                </a:solidFill>
                <a:latin typeface="Times New Roman" panose="02020603050405020304" pitchFamily="18" charset="0"/>
                <a:cs typeface="Times New Roman" panose="02020603050405020304" pitchFamily="18" charset="0"/>
              </a:rPr>
              <a:t>жылғы</a:t>
            </a:r>
            <a:r>
              <a:rPr lang="ru-RU" sz="800" dirty="0">
                <a:solidFill>
                  <a:schemeClr val="tx1"/>
                </a:solidFill>
                <a:latin typeface="Times New Roman" panose="02020603050405020304" pitchFamily="18" charset="0"/>
                <a:cs typeface="Times New Roman" panose="02020603050405020304" pitchFamily="18" charset="0"/>
              </a:rPr>
              <a:t> 16 </a:t>
            </a:r>
            <a:r>
              <a:rPr lang="ru-RU" sz="800" dirty="0" err="1">
                <a:solidFill>
                  <a:schemeClr val="tx1"/>
                </a:solidFill>
                <a:latin typeface="Times New Roman" panose="02020603050405020304" pitchFamily="18" charset="0"/>
                <a:cs typeface="Times New Roman" panose="02020603050405020304" pitchFamily="18" charset="0"/>
              </a:rPr>
              <a:t>наурыз</a:t>
            </a:r>
            <a:r>
              <a:rPr lang="ru-RU" sz="800" dirty="0">
                <a:solidFill>
                  <a:schemeClr val="tx1"/>
                </a:solidFill>
                <a:latin typeface="Times New Roman" panose="02020603050405020304" pitchFamily="18" charset="0"/>
                <a:cs typeface="Times New Roman" panose="02020603050405020304" pitchFamily="18" charset="0"/>
              </a:rPr>
              <a:t> № 2026-</a:t>
            </a:r>
            <a:r>
              <a:rPr lang="en-US" sz="800" dirty="0">
                <a:solidFill>
                  <a:schemeClr val="tx1"/>
                </a:solidFill>
                <a:latin typeface="Times New Roman" panose="02020603050405020304" pitchFamily="18" charset="0"/>
                <a:cs typeface="Times New Roman" panose="02020603050405020304" pitchFamily="18" charset="0"/>
              </a:rPr>
              <a:t>K4-</a:t>
            </a:r>
            <a:r>
              <a:rPr lang="ru-RU" sz="800" dirty="0">
                <a:solidFill>
                  <a:schemeClr val="tx1"/>
                </a:solidFill>
                <a:latin typeface="Times New Roman" panose="02020603050405020304" pitchFamily="18" charset="0"/>
                <a:cs typeface="Times New Roman" panose="02020603050405020304" pitchFamily="18" charset="0"/>
              </a:rPr>
              <a:t>ХХХХ </a:t>
            </a:r>
          </a:p>
          <a:p>
            <a:pPr algn="r"/>
            <a:r>
              <a:rPr lang="ru-RU" sz="800" dirty="0">
                <a:solidFill>
                  <a:schemeClr val="tx1"/>
                </a:solidFill>
                <a:latin typeface="Times New Roman" panose="02020603050405020304" pitchFamily="18" charset="0"/>
                <a:cs typeface="Times New Roman" panose="02020603050405020304" pitchFamily="18" charset="0"/>
              </a:rPr>
              <a:t>«</a:t>
            </a:r>
            <a:r>
              <a:rPr lang="ru-RU" sz="800" dirty="0" err="1">
                <a:solidFill>
                  <a:schemeClr val="tx1"/>
                </a:solidFill>
                <a:latin typeface="Times New Roman" panose="02020603050405020304" pitchFamily="18" charset="0"/>
                <a:cs typeface="Times New Roman" panose="02020603050405020304" pitchFamily="18" charset="0"/>
              </a:rPr>
              <a:t>Компанияның</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Басқарушы</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директордың</a:t>
            </a:r>
            <a:r>
              <a:rPr lang="ru-RU" sz="800" dirty="0">
                <a:solidFill>
                  <a:schemeClr val="tx1"/>
                </a:solidFill>
                <a:latin typeface="Times New Roman" panose="02020603050405020304" pitchFamily="18" charset="0"/>
                <a:cs typeface="Times New Roman" panose="02020603050405020304" pitchFamily="18" charset="0"/>
              </a:rPr>
              <a:t> директораты </a:t>
            </a:r>
            <a:r>
              <a:rPr lang="ru-RU" sz="800" dirty="0" err="1">
                <a:solidFill>
                  <a:schemeClr val="tx1"/>
                </a:solidFill>
                <a:latin typeface="Times New Roman" panose="02020603050405020304" pitchFamily="18" charset="0"/>
                <a:cs typeface="Times New Roman" panose="02020603050405020304" pitchFamily="18" charset="0"/>
              </a:rPr>
              <a:t>бойынша</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ұйымдық</a:t>
            </a:r>
            <a:r>
              <a:rPr lang="ru-RU" sz="800" dirty="0">
                <a:solidFill>
                  <a:schemeClr val="tx1"/>
                </a:solidFill>
                <a:latin typeface="Times New Roman" panose="02020603050405020304" pitchFamily="18" charset="0"/>
                <a:cs typeface="Times New Roman" panose="02020603050405020304" pitchFamily="18" charset="0"/>
              </a:rPr>
              <a:t> </a:t>
            </a:r>
          </a:p>
          <a:p>
            <a:pPr algn="r"/>
            <a:r>
              <a:rPr lang="ru-RU" sz="800" dirty="0" err="1">
                <a:solidFill>
                  <a:schemeClr val="tx1"/>
                </a:solidFill>
                <a:latin typeface="Times New Roman" panose="02020603050405020304" pitchFamily="18" charset="0"/>
                <a:cs typeface="Times New Roman" panose="02020603050405020304" pitchFamily="18" charset="0"/>
              </a:rPr>
              <a:t>құрылымына</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және</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штаттық</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кестесіне</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өзгерістер</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енгізу</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туралы</a:t>
            </a:r>
            <a:r>
              <a:rPr lang="ru-RU" sz="800" dirty="0">
                <a:solidFill>
                  <a:schemeClr val="tx1"/>
                </a:solidFill>
                <a:latin typeface="Times New Roman" panose="02020603050405020304" pitchFamily="18" charset="0"/>
                <a:cs typeface="Times New Roman" panose="02020603050405020304" pitchFamily="18" charset="0"/>
              </a:rPr>
              <a:t>» </a:t>
            </a:r>
            <a:r>
              <a:rPr lang="ru-RU" sz="800" dirty="0" err="1">
                <a:solidFill>
                  <a:schemeClr val="tx1"/>
                </a:solidFill>
                <a:latin typeface="Times New Roman" panose="02020603050405020304" pitchFamily="18" charset="0"/>
                <a:cs typeface="Times New Roman" panose="02020603050405020304" pitchFamily="18" charset="0"/>
              </a:rPr>
              <a:t>бұйрығына</a:t>
            </a:r>
            <a:endParaRPr lang="ru-RU" sz="800" dirty="0">
              <a:solidFill>
                <a:schemeClr val="tx1"/>
              </a:solidFill>
              <a:latin typeface="Times New Roman" panose="02020603050405020304" pitchFamily="18" charset="0"/>
              <a:cs typeface="Times New Roman" panose="02020603050405020304" pitchFamily="18" charset="0"/>
            </a:endParaRPr>
          </a:p>
          <a:p>
            <a:endParaRPr lang="kk-KZ" sz="800" dirty="0">
              <a:solidFill>
                <a:schemeClr val="tx1"/>
              </a:solidFill>
              <a:latin typeface="Times New Roman" panose="02020603050405020304" pitchFamily="18" charset="0"/>
              <a:cs typeface="Times New Roman" panose="02020603050405020304" pitchFamily="18" charset="0"/>
            </a:endParaRPr>
          </a:p>
          <a:p>
            <a:endParaRPr lang="kk-KZ" sz="800" dirty="0">
              <a:solidFill>
                <a:schemeClr val="tx1"/>
              </a:solidFill>
              <a:latin typeface="Times New Roman" panose="02020603050405020304" pitchFamily="18" charset="0"/>
              <a:cs typeface="Times New Roman" panose="02020603050405020304" pitchFamily="18" charset="0"/>
            </a:endParaRPr>
          </a:p>
          <a:p>
            <a:endParaRPr lang="kk-KZ" sz="800" dirty="0">
              <a:solidFill>
                <a:schemeClr val="tx1"/>
              </a:solidFill>
              <a:latin typeface="Times New Roman" panose="02020603050405020304" pitchFamily="18" charset="0"/>
              <a:cs typeface="Times New Roman" panose="02020603050405020304" pitchFamily="18" charset="0"/>
            </a:endParaRPr>
          </a:p>
          <a:p>
            <a:endParaRPr lang="en-US" sz="800" dirty="0">
              <a:solidFill>
                <a:schemeClr val="tx1"/>
              </a:solidFill>
              <a:latin typeface="Times New Roman" panose="02020603050405020304" pitchFamily="18" charset="0"/>
              <a:cs typeface="Times New Roman" panose="02020603050405020304" pitchFamily="18" charset="0"/>
            </a:endParaRPr>
          </a:p>
          <a:p>
            <a:pPr algn="ctr"/>
            <a:r>
              <a:rPr lang="ru-RU" sz="800" b="1" dirty="0">
                <a:solidFill>
                  <a:schemeClr val="tx1"/>
                </a:solidFill>
                <a:latin typeface="Times New Roman" panose="02020603050405020304" pitchFamily="18" charset="0"/>
                <a:cs typeface="Times New Roman" panose="02020603050405020304" pitchFamily="18" charset="0"/>
              </a:rPr>
              <a:t>Новая Организационная структура Директората по охране здоровья, труда, окружающей среды и обеспечению безопасности по состоянию </a:t>
            </a:r>
            <a:r>
              <a:rPr lang="ru-RU" sz="800" b="1" dirty="0">
                <a:solidFill>
                  <a:schemeClr val="tx1"/>
                </a:solidFill>
                <a:highlight>
                  <a:srgbClr val="FFFF00"/>
                </a:highlight>
                <a:latin typeface="Times New Roman" panose="02020603050405020304" pitchFamily="18" charset="0"/>
                <a:cs typeface="Times New Roman" panose="02020603050405020304" pitchFamily="18" charset="0"/>
              </a:rPr>
              <a:t>на </a:t>
            </a:r>
            <a:r>
              <a:rPr lang="en-US" sz="800" b="1" dirty="0">
                <a:solidFill>
                  <a:schemeClr val="tx1"/>
                </a:solidFill>
                <a:highlight>
                  <a:srgbClr val="FFFF00"/>
                </a:highlight>
                <a:latin typeface="Times New Roman" panose="02020603050405020304" pitchFamily="18" charset="0"/>
                <a:cs typeface="Times New Roman" panose="02020603050405020304" pitchFamily="18" charset="0"/>
              </a:rPr>
              <a:t>21</a:t>
            </a:r>
            <a:r>
              <a:rPr lang="ru-RU" sz="800" b="1" dirty="0">
                <a:solidFill>
                  <a:schemeClr val="tx1"/>
                </a:solidFill>
                <a:highlight>
                  <a:srgbClr val="FFFF00"/>
                </a:highlight>
                <a:latin typeface="Times New Roman" panose="02020603050405020304" pitchFamily="18" charset="0"/>
                <a:cs typeface="Times New Roman" panose="02020603050405020304" pitchFamily="18" charset="0"/>
              </a:rPr>
              <a:t> января 2026 года </a:t>
            </a:r>
          </a:p>
          <a:p>
            <a:pPr algn="ctr"/>
            <a:r>
              <a:rPr lang="ru-RU" sz="800" b="1" dirty="0">
                <a:solidFill>
                  <a:schemeClr val="tx1"/>
                </a:solidFill>
                <a:latin typeface="Times New Roman" panose="02020603050405020304" pitchFamily="18" charset="0"/>
                <a:cs typeface="Times New Roman" panose="02020603050405020304" pitchFamily="18" charset="0"/>
              </a:rPr>
              <a:t> </a:t>
            </a:r>
            <a:r>
              <a:rPr lang="en-US" sz="800" b="1" dirty="0">
                <a:solidFill>
                  <a:schemeClr val="tx1"/>
                </a:solidFill>
                <a:latin typeface="Times New Roman" panose="02020603050405020304" pitchFamily="18" charset="0"/>
                <a:cs typeface="Times New Roman" panose="02020603050405020304" pitchFamily="18" charset="0"/>
              </a:rPr>
              <a:t>New Organization chart of the Health, Safety, Security &amp; Environment Directorate as </a:t>
            </a:r>
            <a:r>
              <a:rPr lang="en-US" sz="800" b="1" dirty="0">
                <a:solidFill>
                  <a:schemeClr val="tx1"/>
                </a:solidFill>
                <a:highlight>
                  <a:srgbClr val="FFFF00"/>
                </a:highlight>
                <a:latin typeface="Times New Roman" panose="02020603050405020304" pitchFamily="18" charset="0"/>
                <a:cs typeface="Times New Roman" panose="02020603050405020304" pitchFamily="18" charset="0"/>
              </a:rPr>
              <a:t>of January 21, 202</a:t>
            </a:r>
            <a:r>
              <a:rPr lang="kk-KZ" sz="800" b="1" dirty="0">
                <a:solidFill>
                  <a:schemeClr val="tx1"/>
                </a:solidFill>
                <a:highlight>
                  <a:srgbClr val="FFFF00"/>
                </a:highlight>
                <a:latin typeface="Times New Roman" panose="02020603050405020304" pitchFamily="18" charset="0"/>
                <a:cs typeface="Times New Roman" panose="02020603050405020304" pitchFamily="18" charset="0"/>
              </a:rPr>
              <a:t>6 </a:t>
            </a:r>
          </a:p>
          <a:p>
            <a:pPr algn="ctr"/>
            <a:r>
              <a:rPr lang="ru-RU" sz="800" b="1" dirty="0" err="1">
                <a:solidFill>
                  <a:schemeClr val="tx1"/>
                </a:solidFill>
                <a:latin typeface="Times New Roman" panose="02020603050405020304" pitchFamily="18" charset="0"/>
                <a:cs typeface="Times New Roman" panose="02020603050405020304" pitchFamily="18" charset="0"/>
              </a:rPr>
              <a:t>Денсаулық</a:t>
            </a:r>
            <a:r>
              <a:rPr lang="ru-RU" sz="800" b="1" dirty="0">
                <a:solidFill>
                  <a:schemeClr val="tx1"/>
                </a:solidFill>
                <a:latin typeface="Times New Roman" panose="02020603050405020304" pitchFamily="18" charset="0"/>
                <a:cs typeface="Times New Roman" panose="02020603050405020304" pitchFamily="18" charset="0"/>
              </a:rPr>
              <a:t>, </a:t>
            </a:r>
            <a:r>
              <a:rPr lang="ru-RU" sz="800" b="1" dirty="0" err="1">
                <a:solidFill>
                  <a:schemeClr val="tx1"/>
                </a:solidFill>
                <a:latin typeface="Times New Roman" panose="02020603050405020304" pitchFamily="18" charset="0"/>
                <a:cs typeface="Times New Roman" panose="02020603050405020304" pitchFamily="18" charset="0"/>
              </a:rPr>
              <a:t>еңбек</a:t>
            </a:r>
            <a:r>
              <a:rPr lang="ru-RU" sz="800" b="1" dirty="0">
                <a:solidFill>
                  <a:schemeClr val="tx1"/>
                </a:solidFill>
                <a:latin typeface="Times New Roman" panose="02020603050405020304" pitchFamily="18" charset="0"/>
                <a:cs typeface="Times New Roman" panose="02020603050405020304" pitchFamily="18" charset="0"/>
              </a:rPr>
              <a:t>, </a:t>
            </a:r>
            <a:r>
              <a:rPr lang="ru-RU" sz="800" b="1" dirty="0" err="1">
                <a:solidFill>
                  <a:schemeClr val="tx1"/>
                </a:solidFill>
                <a:latin typeface="Times New Roman" panose="02020603050405020304" pitchFamily="18" charset="0"/>
                <a:cs typeface="Times New Roman" panose="02020603050405020304" pitchFamily="18" charset="0"/>
              </a:rPr>
              <a:t>қауіпсіздік</a:t>
            </a:r>
            <a:r>
              <a:rPr lang="ru-RU" sz="800" b="1" dirty="0">
                <a:solidFill>
                  <a:schemeClr val="tx1"/>
                </a:solidFill>
                <a:latin typeface="Times New Roman" panose="02020603050405020304" pitchFamily="18" charset="0"/>
                <a:cs typeface="Times New Roman" panose="02020603050405020304" pitchFamily="18" charset="0"/>
              </a:rPr>
              <a:t> </a:t>
            </a:r>
            <a:r>
              <a:rPr lang="ru-RU" sz="800" b="1" dirty="0" err="1">
                <a:solidFill>
                  <a:schemeClr val="tx1"/>
                </a:solidFill>
                <a:latin typeface="Times New Roman" panose="02020603050405020304" pitchFamily="18" charset="0"/>
                <a:cs typeface="Times New Roman" panose="02020603050405020304" pitchFamily="18" charset="0"/>
              </a:rPr>
              <a:t>және</a:t>
            </a:r>
            <a:r>
              <a:rPr lang="ru-RU" sz="800" b="1" dirty="0">
                <a:solidFill>
                  <a:schemeClr val="tx1"/>
                </a:solidFill>
                <a:latin typeface="Times New Roman" panose="02020603050405020304" pitchFamily="18" charset="0"/>
                <a:cs typeface="Times New Roman" panose="02020603050405020304" pitchFamily="18" charset="0"/>
              </a:rPr>
              <a:t> </a:t>
            </a:r>
            <a:r>
              <a:rPr lang="ru-RU" sz="800" b="1" dirty="0" err="1">
                <a:solidFill>
                  <a:schemeClr val="tx1"/>
                </a:solidFill>
                <a:latin typeface="Times New Roman" panose="02020603050405020304" pitchFamily="18" charset="0"/>
                <a:cs typeface="Times New Roman" panose="02020603050405020304" pitchFamily="18" charset="0"/>
              </a:rPr>
              <a:t>қоршаған</a:t>
            </a:r>
            <a:r>
              <a:rPr lang="ru-RU" sz="800" b="1" dirty="0">
                <a:solidFill>
                  <a:schemeClr val="tx1"/>
                </a:solidFill>
                <a:latin typeface="Times New Roman" panose="02020603050405020304" pitchFamily="18" charset="0"/>
                <a:cs typeface="Times New Roman" panose="02020603050405020304" pitchFamily="18" charset="0"/>
              </a:rPr>
              <a:t> </a:t>
            </a:r>
            <a:r>
              <a:rPr lang="ru-RU" sz="800" b="1" dirty="0" err="1">
                <a:solidFill>
                  <a:schemeClr val="tx1"/>
                </a:solidFill>
                <a:latin typeface="Times New Roman" panose="02020603050405020304" pitchFamily="18" charset="0"/>
                <a:cs typeface="Times New Roman" panose="02020603050405020304" pitchFamily="18" charset="0"/>
              </a:rPr>
              <a:t>ортаны</a:t>
            </a:r>
            <a:r>
              <a:rPr lang="ru-RU" sz="800" b="1" dirty="0">
                <a:solidFill>
                  <a:schemeClr val="tx1"/>
                </a:solidFill>
                <a:latin typeface="Times New Roman" panose="02020603050405020304" pitchFamily="18" charset="0"/>
                <a:cs typeface="Times New Roman" panose="02020603050405020304" pitchFamily="18" charset="0"/>
              </a:rPr>
              <a:t> </a:t>
            </a:r>
            <a:r>
              <a:rPr lang="ru-RU" sz="800" b="1" dirty="0" err="1">
                <a:solidFill>
                  <a:schemeClr val="tx1"/>
                </a:solidFill>
                <a:latin typeface="Times New Roman" panose="02020603050405020304" pitchFamily="18" charset="0"/>
                <a:cs typeface="Times New Roman" panose="02020603050405020304" pitchFamily="18" charset="0"/>
              </a:rPr>
              <a:t>қорғау</a:t>
            </a:r>
            <a:r>
              <a:rPr lang="ru-RU" sz="800" b="1" dirty="0">
                <a:solidFill>
                  <a:schemeClr val="tx1"/>
                </a:solidFill>
                <a:latin typeface="Times New Roman" panose="02020603050405020304" pitchFamily="18" charset="0"/>
                <a:cs typeface="Times New Roman" panose="02020603050405020304" pitchFamily="18" charset="0"/>
              </a:rPr>
              <a:t> д</a:t>
            </a:r>
            <a:r>
              <a:rPr lang="en-US" sz="800" b="1" dirty="0" err="1">
                <a:solidFill>
                  <a:schemeClr val="tx1"/>
                </a:solidFill>
                <a:latin typeface="Times New Roman" panose="02020603050405020304" pitchFamily="18" charset="0"/>
                <a:cs typeface="Times New Roman" panose="02020603050405020304" pitchFamily="18" charset="0"/>
              </a:rPr>
              <a:t>иректор</a:t>
            </a:r>
            <a:r>
              <a:rPr lang="ru-RU" sz="800" b="1" dirty="0">
                <a:solidFill>
                  <a:schemeClr val="tx1"/>
                </a:solidFill>
                <a:latin typeface="Times New Roman" panose="02020603050405020304" pitchFamily="18" charset="0"/>
                <a:cs typeface="Times New Roman" panose="02020603050405020304" pitchFamily="18" charset="0"/>
              </a:rPr>
              <a:t>а</a:t>
            </a:r>
            <a:r>
              <a:rPr lang="en-US" sz="800" b="1" dirty="0" err="1">
                <a:solidFill>
                  <a:schemeClr val="tx1"/>
                </a:solidFill>
                <a:latin typeface="Times New Roman" panose="02020603050405020304" pitchFamily="18" charset="0"/>
                <a:cs typeface="Times New Roman" panose="02020603050405020304" pitchFamily="18" charset="0"/>
              </a:rPr>
              <a:t>ттың</a:t>
            </a:r>
            <a:r>
              <a:rPr lang="en-US" sz="800" b="1" dirty="0">
                <a:solidFill>
                  <a:schemeClr val="tx1"/>
                </a:solidFill>
                <a:latin typeface="Times New Roman" panose="02020603050405020304" pitchFamily="18" charset="0"/>
                <a:cs typeface="Times New Roman" panose="02020603050405020304" pitchFamily="18" charset="0"/>
              </a:rPr>
              <a:t> </a:t>
            </a:r>
            <a:r>
              <a:rPr lang="en-US" sz="800" b="1" dirty="0" err="1">
                <a:solidFill>
                  <a:schemeClr val="tx1"/>
                </a:solidFill>
                <a:latin typeface="Times New Roman" panose="02020603050405020304" pitchFamily="18" charset="0"/>
                <a:cs typeface="Times New Roman" panose="02020603050405020304" pitchFamily="18" charset="0"/>
              </a:rPr>
              <a:t>жа</a:t>
            </a:r>
            <a:r>
              <a:rPr lang="kk-KZ" sz="800" b="1" dirty="0">
                <a:solidFill>
                  <a:schemeClr val="tx1"/>
                </a:solidFill>
                <a:latin typeface="Times New Roman" panose="02020603050405020304" pitchFamily="18" charset="0"/>
                <a:cs typeface="Times New Roman" panose="02020603050405020304" pitchFamily="18" charset="0"/>
              </a:rPr>
              <a:t>ң</a:t>
            </a:r>
            <a:r>
              <a:rPr lang="en-US" sz="800" b="1" dirty="0">
                <a:solidFill>
                  <a:schemeClr val="tx1"/>
                </a:solidFill>
                <a:latin typeface="Times New Roman" panose="02020603050405020304" pitchFamily="18" charset="0"/>
                <a:cs typeface="Times New Roman" panose="02020603050405020304" pitchFamily="18" charset="0"/>
              </a:rPr>
              <a:t>а </a:t>
            </a:r>
            <a:r>
              <a:rPr lang="en-US" sz="800" b="1" dirty="0" err="1">
                <a:solidFill>
                  <a:schemeClr val="tx1"/>
                </a:solidFill>
                <a:latin typeface="Times New Roman" panose="02020603050405020304" pitchFamily="18" charset="0"/>
                <a:cs typeface="Times New Roman" panose="02020603050405020304" pitchFamily="18" charset="0"/>
              </a:rPr>
              <a:t>ұйымдық</a:t>
            </a:r>
            <a:r>
              <a:rPr lang="en-US" sz="800" b="1" dirty="0">
                <a:solidFill>
                  <a:schemeClr val="tx1"/>
                </a:solidFill>
                <a:latin typeface="Times New Roman" panose="02020603050405020304" pitchFamily="18" charset="0"/>
                <a:cs typeface="Times New Roman" panose="02020603050405020304" pitchFamily="18" charset="0"/>
              </a:rPr>
              <a:t> </a:t>
            </a:r>
            <a:r>
              <a:rPr lang="en-US" sz="800" b="1" dirty="0" err="1">
                <a:solidFill>
                  <a:schemeClr val="tx1"/>
                </a:solidFill>
                <a:highlight>
                  <a:srgbClr val="FFFF00"/>
                </a:highlight>
                <a:latin typeface="Times New Roman" panose="02020603050405020304" pitchFamily="18" charset="0"/>
                <a:cs typeface="Times New Roman" panose="02020603050405020304" pitchFamily="18" charset="0"/>
              </a:rPr>
              <a:t>құрылымы</a:t>
            </a:r>
            <a:r>
              <a:rPr lang="kk-KZ" sz="800" dirty="0">
                <a:solidFill>
                  <a:schemeClr val="tx1"/>
                </a:solidFill>
                <a:highlight>
                  <a:srgbClr val="FFFF00"/>
                </a:highlight>
                <a:latin typeface="Times New Roman" panose="02020603050405020304" pitchFamily="18" charset="0"/>
                <a:cs typeface="Times New Roman" panose="02020603050405020304" pitchFamily="18" charset="0"/>
              </a:rPr>
              <a:t> </a:t>
            </a:r>
            <a:r>
              <a:rPr lang="en-US" sz="800" b="1" dirty="0">
                <a:solidFill>
                  <a:schemeClr val="tx1"/>
                </a:solidFill>
                <a:highlight>
                  <a:srgbClr val="FFFF00"/>
                </a:highlight>
                <a:latin typeface="Times New Roman" panose="02020603050405020304" pitchFamily="18" charset="0"/>
                <a:cs typeface="Times New Roman" panose="02020603050405020304" pitchFamily="18" charset="0"/>
              </a:rPr>
              <a:t>202</a:t>
            </a:r>
            <a:r>
              <a:rPr lang="kk-KZ" sz="800" b="1" dirty="0">
                <a:solidFill>
                  <a:schemeClr val="tx1"/>
                </a:solidFill>
                <a:highlight>
                  <a:srgbClr val="FFFF00"/>
                </a:highlight>
                <a:latin typeface="Times New Roman" panose="02020603050405020304" pitchFamily="18" charset="0"/>
                <a:cs typeface="Times New Roman" panose="02020603050405020304" pitchFamily="18" charset="0"/>
              </a:rPr>
              <a:t>6</a:t>
            </a:r>
            <a:r>
              <a:rPr lang="en-US" sz="800" b="1" dirty="0">
                <a:solidFill>
                  <a:schemeClr val="tx1"/>
                </a:solidFill>
                <a:highlight>
                  <a:srgbClr val="FFFF00"/>
                </a:highlight>
                <a:latin typeface="Times New Roman" panose="02020603050405020304" pitchFamily="18" charset="0"/>
                <a:cs typeface="Times New Roman" panose="02020603050405020304" pitchFamily="18" charset="0"/>
              </a:rPr>
              <a:t> </a:t>
            </a:r>
            <a:r>
              <a:rPr lang="ru-RU" sz="800" b="1" dirty="0" err="1">
                <a:solidFill>
                  <a:schemeClr val="tx1"/>
                </a:solidFill>
                <a:highlight>
                  <a:srgbClr val="FFFF00"/>
                </a:highlight>
                <a:latin typeface="Times New Roman" panose="02020603050405020304" pitchFamily="18" charset="0"/>
                <a:cs typeface="Times New Roman" panose="02020603050405020304" pitchFamily="18" charset="0"/>
              </a:rPr>
              <a:t>жыл</a:t>
            </a:r>
            <a:r>
              <a:rPr lang="kk-KZ" sz="800" b="1" dirty="0" err="1">
                <a:solidFill>
                  <a:schemeClr val="tx1"/>
                </a:solidFill>
                <a:highlight>
                  <a:srgbClr val="FFFF00"/>
                </a:highlight>
                <a:latin typeface="Times New Roman" panose="02020603050405020304" pitchFamily="18" charset="0"/>
                <a:cs typeface="Times New Roman" panose="02020603050405020304" pitchFamily="18" charset="0"/>
              </a:rPr>
              <a:t>ғы</a:t>
            </a:r>
            <a:r>
              <a:rPr lang="kk-KZ" sz="800" b="1" dirty="0">
                <a:solidFill>
                  <a:schemeClr val="tx1"/>
                </a:solidFill>
                <a:highlight>
                  <a:srgbClr val="FFFF00"/>
                </a:highlight>
                <a:latin typeface="Times New Roman" panose="02020603050405020304" pitchFamily="18" charset="0"/>
                <a:cs typeface="Times New Roman" panose="02020603050405020304" pitchFamily="18" charset="0"/>
              </a:rPr>
              <a:t> </a:t>
            </a:r>
            <a:r>
              <a:rPr lang="en-US" sz="800" b="1" dirty="0">
                <a:solidFill>
                  <a:schemeClr val="tx1"/>
                </a:solidFill>
                <a:highlight>
                  <a:srgbClr val="FFFF00"/>
                </a:highlight>
                <a:latin typeface="Times New Roman" panose="02020603050405020304" pitchFamily="18" charset="0"/>
                <a:cs typeface="Times New Roman" panose="02020603050405020304" pitchFamily="18" charset="0"/>
              </a:rPr>
              <a:t>21</a:t>
            </a:r>
            <a:r>
              <a:rPr lang="kk-KZ" sz="800" b="1" dirty="0">
                <a:solidFill>
                  <a:schemeClr val="tx1"/>
                </a:solidFill>
                <a:highlight>
                  <a:srgbClr val="FFFF00"/>
                </a:highlight>
                <a:latin typeface="Times New Roman" panose="02020603050405020304" pitchFamily="18" charset="0"/>
                <a:cs typeface="Times New Roman" panose="02020603050405020304" pitchFamily="18" charset="0"/>
              </a:rPr>
              <a:t> қаңтар</a:t>
            </a:r>
            <a:endParaRPr lang="en-US" sz="800" dirty="0">
              <a:solidFill>
                <a:schemeClr val="tx1"/>
              </a:solidFill>
              <a:highlight>
                <a:srgbClr val="FFFF00"/>
              </a:highlight>
              <a:latin typeface="Times New Roman" panose="02020603050405020304" pitchFamily="18" charset="0"/>
              <a:cs typeface="Times New Roman" panose="02020603050405020304" pitchFamily="18" charset="0"/>
            </a:endParaRPr>
          </a:p>
          <a:p>
            <a:r>
              <a:rPr lang="en-US" sz="800" b="1" dirty="0">
                <a:solidFill>
                  <a:schemeClr val="tx1"/>
                </a:solidFill>
                <a:highlight>
                  <a:srgbClr val="FFFF00"/>
                </a:highlight>
                <a:latin typeface="Times New Roman" panose="02020603050405020304" pitchFamily="18" charset="0"/>
                <a:cs typeface="Times New Roman" panose="02020603050405020304" pitchFamily="18" charset="0"/>
              </a:rPr>
              <a:t> </a:t>
            </a:r>
            <a:endParaRPr lang="en-US" sz="800" dirty="0">
              <a:solidFill>
                <a:schemeClr val="tx1"/>
              </a:solidFill>
              <a:highlight>
                <a:srgbClr val="FFFF00"/>
              </a:highlight>
              <a:latin typeface="Times New Roman" panose="02020603050405020304" pitchFamily="18" charset="0"/>
              <a:cs typeface="Times New Roman" panose="02020603050405020304" pitchFamily="18" charset="0"/>
            </a:endParaRPr>
          </a:p>
          <a:p>
            <a:pPr algn="ctr"/>
            <a:endParaRPr lang="en-US" sz="1000" dirty="0">
              <a:solidFill>
                <a:schemeClr val="tx1"/>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431FA744-4F66-3BF6-464F-8F1D62537814}"/>
              </a:ext>
            </a:extLst>
          </p:cNvPr>
          <p:cNvSpPr txBox="1"/>
          <p:nvPr/>
        </p:nvSpPr>
        <p:spPr>
          <a:xfrm>
            <a:off x="11760679" y="6512943"/>
            <a:ext cx="431321" cy="215444"/>
          </a:xfrm>
          <a:prstGeom prst="rect">
            <a:avLst/>
          </a:prstGeom>
          <a:noFill/>
        </p:spPr>
        <p:txBody>
          <a:bodyPr wrap="square" rtlCol="0">
            <a:spAutoFit/>
          </a:bodyPr>
          <a:lstStyle/>
          <a:p>
            <a:r>
              <a:rPr lang="en-US" sz="800" dirty="0">
                <a:latin typeface="Times New Roman" panose="02020603050405020304" pitchFamily="18" charset="0"/>
                <a:cs typeface="Times New Roman" panose="02020603050405020304" pitchFamily="18" charset="0"/>
              </a:rPr>
              <a:t>17</a:t>
            </a:r>
          </a:p>
        </p:txBody>
      </p:sp>
    </p:spTree>
    <p:extLst>
      <p:ext uri="{BB962C8B-B14F-4D97-AF65-F5344CB8AC3E}">
        <p14:creationId xmlns:p14="http://schemas.microsoft.com/office/powerpoint/2010/main" val="1476176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B71AFA4-BAA8-96EA-F2EF-3788A5187966}"/>
              </a:ext>
            </a:extLst>
          </p:cNvPr>
          <p:cNvSpPr/>
          <p:nvPr/>
        </p:nvSpPr>
        <p:spPr>
          <a:xfrm>
            <a:off x="4931610" y="1397615"/>
            <a:ext cx="1875073" cy="46559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Managing Director</a:t>
            </a:r>
          </a:p>
          <a:p>
            <a:pPr algn="ctr" defTabSz="914413"/>
            <a:r>
              <a:rPr lang="en-US" sz="800" dirty="0" err="1">
                <a:solidFill>
                  <a:srgbClr val="0070C0"/>
                </a:solidFill>
                <a:latin typeface="Segoe UI" panose="020B0502040204020203" pitchFamily="34" charset="0"/>
                <a:cs typeface="Segoe UI" panose="020B0502040204020203" pitchFamily="34" charset="0"/>
              </a:rPr>
              <a:t>Ruiu</a:t>
            </a:r>
            <a:r>
              <a:rPr lang="en-US" sz="800" dirty="0">
                <a:solidFill>
                  <a:srgbClr val="0070C0"/>
                </a:solidFill>
                <a:latin typeface="Segoe UI" panose="020B0502040204020203" pitchFamily="34" charset="0"/>
                <a:cs typeface="Segoe UI" panose="020B0502040204020203" pitchFamily="34" charset="0"/>
              </a:rPr>
              <a:t>, Giancarlo</a:t>
            </a:r>
          </a:p>
          <a:p>
            <a:pPr algn="ctr" defTabSz="914413"/>
            <a:r>
              <a:rPr lang="en-US" sz="800" dirty="0">
                <a:solidFill>
                  <a:prstClr val="black"/>
                </a:solidFill>
                <a:latin typeface="Segoe UI" panose="020B0502040204020203" pitchFamily="34" charset="0"/>
                <a:cs typeface="Segoe UI" panose="020B0502040204020203" pitchFamily="34" charset="0"/>
              </a:rPr>
              <a:t>AT SEC OFFC 100001</a:t>
            </a:r>
            <a:endParaRPr lang="en-US" sz="800" b="1" dirty="0">
              <a:solidFill>
                <a:srgbClr val="0070C0"/>
              </a:solidFill>
              <a:latin typeface="Segoe UI" panose="020B0502040204020203" pitchFamily="34" charset="0"/>
              <a:cs typeface="Segoe UI" panose="020B0502040204020203" pitchFamily="34" charset="0"/>
            </a:endParaRPr>
          </a:p>
        </p:txBody>
      </p:sp>
      <p:sp>
        <p:nvSpPr>
          <p:cNvPr id="5" name="Rectangle 4">
            <a:extLst>
              <a:ext uri="{FF2B5EF4-FFF2-40B4-BE49-F238E27FC236}">
                <a16:creationId xmlns:a16="http://schemas.microsoft.com/office/drawing/2014/main" id="{47BE9BCF-2FC6-09B3-EBE9-5FC9EE6C6CE8}"/>
              </a:ext>
            </a:extLst>
          </p:cNvPr>
          <p:cNvSpPr/>
          <p:nvPr/>
        </p:nvSpPr>
        <p:spPr>
          <a:xfrm>
            <a:off x="2305391" y="2884425"/>
            <a:ext cx="1611195" cy="538103"/>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Strategic Interface Manager (Chemical)</a:t>
            </a:r>
          </a:p>
          <a:p>
            <a:pPr algn="ctr" defTabSz="914413"/>
            <a:r>
              <a:rPr lang="en-US" sz="800" dirty="0">
                <a:solidFill>
                  <a:prstClr val="black"/>
                </a:solidFill>
                <a:latin typeface="Segoe UI" panose="020B0502040204020203" pitchFamily="34" charset="0"/>
                <a:cs typeface="Segoe UI" panose="020B0502040204020203" pitchFamily="34" charset="0"/>
              </a:rPr>
              <a:t>Trevor, Runge</a:t>
            </a:r>
          </a:p>
          <a:p>
            <a:pPr algn="ctr" defTabSz="914413"/>
            <a:r>
              <a:rPr lang="en-US" sz="800" dirty="0">
                <a:solidFill>
                  <a:prstClr val="black"/>
                </a:solidFill>
                <a:latin typeface="Segoe UI" panose="020B0502040204020203" pitchFamily="34" charset="0"/>
                <a:cs typeface="Segoe UI" panose="020B0502040204020203" pitchFamily="34" charset="0"/>
              </a:rPr>
              <a:t>AT SEC OFFC 179276</a:t>
            </a:r>
            <a:endParaRPr lang="en-US" sz="800" dirty="0">
              <a:solidFill>
                <a:srgbClr val="0070C0"/>
              </a:solidFill>
              <a:latin typeface="Segoe UI" panose="020B0502040204020203" pitchFamily="34" charset="0"/>
              <a:cs typeface="Segoe UI" panose="020B0502040204020203" pitchFamily="34" charset="0"/>
            </a:endParaRPr>
          </a:p>
          <a:p>
            <a:pPr marL="228603" indent="-228603" algn="ctr" defTabSz="914413">
              <a:buFontTx/>
              <a:buAutoNum type="alphaUcPeriod"/>
            </a:pPr>
            <a:endParaRPr lang="en-US" sz="800" dirty="0">
              <a:solidFill>
                <a:prstClr val="black"/>
              </a:solidFill>
              <a:latin typeface="Segoe UI" panose="020B0502040204020203" pitchFamily="34" charset="0"/>
              <a:cs typeface="Segoe UI" panose="020B0502040204020203" pitchFamily="34" charset="0"/>
            </a:endParaRPr>
          </a:p>
          <a:p>
            <a:pPr algn="ctr" defTabSz="914413"/>
            <a:endParaRPr lang="en-US" sz="800" dirty="0">
              <a:solidFill>
                <a:prstClr val="black"/>
              </a:solidFill>
              <a:latin typeface="Segoe UI" panose="020B0502040204020203" pitchFamily="34" charset="0"/>
              <a:cs typeface="Segoe UI" panose="020B0502040204020203" pitchFamily="34" charset="0"/>
            </a:endParaRPr>
          </a:p>
        </p:txBody>
      </p:sp>
      <p:sp>
        <p:nvSpPr>
          <p:cNvPr id="6" name="Rectangle 5">
            <a:extLst>
              <a:ext uri="{FF2B5EF4-FFF2-40B4-BE49-F238E27FC236}">
                <a16:creationId xmlns:a16="http://schemas.microsoft.com/office/drawing/2014/main" id="{CF489B56-3E13-D70D-1D81-9C714A6EDF7F}"/>
              </a:ext>
            </a:extLst>
          </p:cNvPr>
          <p:cNvSpPr/>
          <p:nvPr/>
        </p:nvSpPr>
        <p:spPr>
          <a:xfrm>
            <a:off x="8053585" y="2854645"/>
            <a:ext cx="1611195" cy="538103"/>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Executive Assistant</a:t>
            </a:r>
          </a:p>
          <a:p>
            <a:pPr algn="ctr" defTabSz="914413"/>
            <a:r>
              <a:rPr lang="en-US" sz="800" dirty="0">
                <a:solidFill>
                  <a:prstClr val="black"/>
                </a:solidFill>
                <a:latin typeface="Segoe UI" panose="020B0502040204020203" pitchFamily="34" charset="0"/>
                <a:cs typeface="Segoe UI" panose="020B0502040204020203" pitchFamily="34" charset="0"/>
              </a:rPr>
              <a:t>Assem, </a:t>
            </a:r>
            <a:r>
              <a:rPr lang="en-US" sz="800" dirty="0" err="1">
                <a:solidFill>
                  <a:prstClr val="black"/>
                </a:solidFill>
                <a:latin typeface="Segoe UI" panose="020B0502040204020203" pitchFamily="34" charset="0"/>
                <a:cs typeface="Segoe UI" panose="020B0502040204020203" pitchFamily="34" charset="0"/>
              </a:rPr>
              <a:t>Sagyndyk</a:t>
            </a:r>
            <a:endParaRPr lang="en-US" sz="800" dirty="0">
              <a:solidFill>
                <a:prstClr val="black"/>
              </a:solidFill>
              <a:latin typeface="Segoe UI" panose="020B0502040204020203" pitchFamily="34" charset="0"/>
              <a:cs typeface="Segoe UI" panose="020B0502040204020203" pitchFamily="34" charset="0"/>
            </a:endParaRPr>
          </a:p>
          <a:p>
            <a:pPr algn="ctr" defTabSz="914413"/>
            <a:r>
              <a:rPr lang="en-US" sz="800" dirty="0">
                <a:solidFill>
                  <a:prstClr val="black"/>
                </a:solidFill>
                <a:latin typeface="Segoe UI" panose="020B0502040204020203" pitchFamily="34" charset="0"/>
                <a:cs typeface="Segoe UI" panose="020B0502040204020203" pitchFamily="34" charset="0"/>
              </a:rPr>
              <a:t>AT DHK OFFC 179598</a:t>
            </a:r>
            <a:endParaRPr lang="en-US" sz="800" dirty="0">
              <a:solidFill>
                <a:srgbClr val="0070C0"/>
              </a:solidFill>
              <a:latin typeface="Segoe UI" panose="020B0502040204020203" pitchFamily="34" charset="0"/>
              <a:cs typeface="Segoe UI" panose="020B0502040204020203" pitchFamily="34" charset="0"/>
            </a:endParaRPr>
          </a:p>
          <a:p>
            <a:pPr marL="228603" indent="-228603" algn="ctr" defTabSz="914413">
              <a:buFontTx/>
              <a:buAutoNum type="alphaUcPeriod"/>
            </a:pPr>
            <a:endParaRPr lang="en-US" sz="800" dirty="0">
              <a:solidFill>
                <a:prstClr val="black"/>
              </a:solidFill>
              <a:latin typeface="Segoe UI" panose="020B0502040204020203" pitchFamily="34" charset="0"/>
              <a:cs typeface="Segoe UI" panose="020B0502040204020203" pitchFamily="34" charset="0"/>
            </a:endParaRPr>
          </a:p>
          <a:p>
            <a:pPr algn="ctr" defTabSz="914413"/>
            <a:endParaRPr lang="en-US" sz="800" dirty="0">
              <a:solidFill>
                <a:prstClr val="black"/>
              </a:solidFill>
              <a:latin typeface="Segoe UI" panose="020B0502040204020203" pitchFamily="34" charset="0"/>
              <a:cs typeface="Segoe UI" panose="020B0502040204020203" pitchFamily="34" charset="0"/>
            </a:endParaRPr>
          </a:p>
        </p:txBody>
      </p:sp>
      <p:sp>
        <p:nvSpPr>
          <p:cNvPr id="8" name="Rectangle 7">
            <a:extLst>
              <a:ext uri="{FF2B5EF4-FFF2-40B4-BE49-F238E27FC236}">
                <a16:creationId xmlns:a16="http://schemas.microsoft.com/office/drawing/2014/main" id="{39AF4677-1601-C15E-E0CF-FE6D1363FBF8}"/>
              </a:ext>
            </a:extLst>
          </p:cNvPr>
          <p:cNvSpPr/>
          <p:nvPr/>
        </p:nvSpPr>
        <p:spPr>
          <a:xfrm>
            <a:off x="4931610" y="2890897"/>
            <a:ext cx="1875073" cy="538103"/>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Deputy Managing Director</a:t>
            </a:r>
          </a:p>
          <a:p>
            <a:pPr algn="ctr" defTabSz="914413"/>
            <a:r>
              <a:rPr lang="en-US" sz="800" dirty="0">
                <a:solidFill>
                  <a:prstClr val="black"/>
                </a:solidFill>
                <a:latin typeface="Segoe UI" panose="020B0502040204020203" pitchFamily="34" charset="0"/>
                <a:cs typeface="Segoe UI" panose="020B0502040204020203" pitchFamily="34" charset="0"/>
              </a:rPr>
              <a:t>Zhandos Orazaliyev</a:t>
            </a:r>
          </a:p>
          <a:p>
            <a:pPr algn="ctr" defTabSz="914413"/>
            <a:r>
              <a:rPr lang="en-US" sz="800" dirty="0">
                <a:solidFill>
                  <a:prstClr val="black"/>
                </a:solidFill>
                <a:latin typeface="Segoe UI" panose="020B0502040204020203" pitchFamily="34" charset="0"/>
                <a:cs typeface="Segoe UI" panose="020B0502040204020203" pitchFamily="34" charset="0"/>
              </a:rPr>
              <a:t>AT SEC OFFC 107505</a:t>
            </a:r>
            <a:endParaRPr lang="en-US" sz="800" b="1" dirty="0">
              <a:solidFill>
                <a:srgbClr val="0070C0"/>
              </a:solidFill>
              <a:latin typeface="Segoe UI" panose="020B0502040204020203" pitchFamily="34" charset="0"/>
              <a:cs typeface="Segoe UI" panose="020B0502040204020203" pitchFamily="34" charset="0"/>
            </a:endParaRPr>
          </a:p>
        </p:txBody>
      </p:sp>
      <p:cxnSp>
        <p:nvCxnSpPr>
          <p:cNvPr id="10" name="Connector: Elbow 9">
            <a:extLst>
              <a:ext uri="{FF2B5EF4-FFF2-40B4-BE49-F238E27FC236}">
                <a16:creationId xmlns:a16="http://schemas.microsoft.com/office/drawing/2014/main" id="{82A018A2-CB08-E941-5ACD-49E9380CFEEA}"/>
              </a:ext>
            </a:extLst>
          </p:cNvPr>
          <p:cNvCxnSpPr>
            <a:stCxn id="4" idx="2"/>
            <a:endCxn id="5" idx="0"/>
          </p:cNvCxnSpPr>
          <p:nvPr/>
        </p:nvCxnSpPr>
        <p:spPr>
          <a:xfrm rot="5400000">
            <a:off x="3979462" y="994740"/>
            <a:ext cx="1021212" cy="2758158"/>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936DA118-14D3-DBA4-372A-309014F12170}"/>
              </a:ext>
            </a:extLst>
          </p:cNvPr>
          <p:cNvCxnSpPr>
            <a:stCxn id="4" idx="2"/>
            <a:endCxn id="6" idx="0"/>
          </p:cNvCxnSpPr>
          <p:nvPr/>
        </p:nvCxnSpPr>
        <p:spPr>
          <a:xfrm rot="16200000" flipH="1">
            <a:off x="6868448" y="863911"/>
            <a:ext cx="991433" cy="2990036"/>
          </a:xfrm>
          <a:prstGeom prst="bentConnector3">
            <a:avLst>
              <a:gd name="adj1" fmla="val 52034"/>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606563E-629A-404A-2B9B-94F3AB59A8FF}"/>
              </a:ext>
            </a:extLst>
          </p:cNvPr>
          <p:cNvCxnSpPr>
            <a:stCxn id="8" idx="0"/>
          </p:cNvCxnSpPr>
          <p:nvPr/>
        </p:nvCxnSpPr>
        <p:spPr>
          <a:xfrm flipH="1" flipV="1">
            <a:off x="5869146" y="2373819"/>
            <a:ext cx="1" cy="517079"/>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 Placeholder 235">
            <a:extLst>
              <a:ext uri="{FF2B5EF4-FFF2-40B4-BE49-F238E27FC236}">
                <a16:creationId xmlns:a16="http://schemas.microsoft.com/office/drawing/2014/main" id="{28BF9B8E-4A0F-0374-AE7F-F07654CE932E}"/>
              </a:ext>
            </a:extLst>
          </p:cNvPr>
          <p:cNvSpPr txBox="1">
            <a:spLocks/>
          </p:cNvSpPr>
          <p:nvPr/>
        </p:nvSpPr>
        <p:spPr>
          <a:xfrm>
            <a:off x="90564" y="111484"/>
            <a:ext cx="3633732" cy="339658"/>
          </a:xfrm>
          <a:prstGeom prst="rect">
            <a:avLst/>
          </a:prstGeom>
        </p:spPr>
        <p:txBody>
          <a:bodyPr vert="horz" lIns="91439" tIns="45720" rIns="91439" bIns="45720" rtlCol="0" anchor="ctr">
            <a:normAutofit/>
          </a:bodyPr>
          <a:lstStyle>
            <a:defPPr>
              <a:defRPr lang="en-US"/>
            </a:defPPr>
            <a:lvl1pPr indent="0">
              <a:lnSpc>
                <a:spcPct val="90000"/>
              </a:lnSpc>
              <a:spcBef>
                <a:spcPts val="1000"/>
              </a:spcBef>
              <a:buFont typeface="Arial" panose="020B0604020202020204" pitchFamily="34" charse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46" indent="0">
              <a:lnSpc>
                <a:spcPct val="90000"/>
              </a:lnSpc>
              <a:spcBef>
                <a:spcPts val="500"/>
              </a:spcBef>
              <a:buFont typeface="Arial" panose="020B0604020202020204" pitchFamily="34" charset="0"/>
              <a:buNone/>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defTabSz="914413"/>
            <a:r>
              <a:rPr lang="en-US" sz="1800" dirty="0"/>
              <a:t>Managing Directorate</a:t>
            </a:r>
          </a:p>
        </p:txBody>
      </p:sp>
      <p:sp>
        <p:nvSpPr>
          <p:cNvPr id="3" name="TextBox 2">
            <a:extLst>
              <a:ext uri="{FF2B5EF4-FFF2-40B4-BE49-F238E27FC236}">
                <a16:creationId xmlns:a16="http://schemas.microsoft.com/office/drawing/2014/main" id="{F702EA05-2B92-8E08-00CF-9F277E016804}"/>
              </a:ext>
            </a:extLst>
          </p:cNvPr>
          <p:cNvSpPr txBox="1"/>
          <p:nvPr/>
        </p:nvSpPr>
        <p:spPr>
          <a:xfrm>
            <a:off x="11371870" y="6507970"/>
            <a:ext cx="603128" cy="166969"/>
          </a:xfrm>
          <a:prstGeom prst="rect">
            <a:avLst/>
          </a:prstGeom>
          <a:noFill/>
        </p:spPr>
        <p:txBody>
          <a:bodyPr wrap="square" rtlCol="0">
            <a:spAutoFit/>
          </a:bodyPr>
          <a:lstStyle/>
          <a:p>
            <a:r>
              <a:rPr lang="en-US" sz="485" dirty="0"/>
              <a:t>26</a:t>
            </a:r>
          </a:p>
        </p:txBody>
      </p:sp>
    </p:spTree>
    <p:extLst>
      <p:ext uri="{BB962C8B-B14F-4D97-AF65-F5344CB8AC3E}">
        <p14:creationId xmlns:p14="http://schemas.microsoft.com/office/powerpoint/2010/main" val="2834752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33720-5FDE-DC49-616D-7CA0B8EEC79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6DCAD33-8288-AC60-EF36-1BE989E3C507}"/>
              </a:ext>
            </a:extLst>
          </p:cNvPr>
          <p:cNvSpPr/>
          <p:nvPr/>
        </p:nvSpPr>
        <p:spPr>
          <a:xfrm>
            <a:off x="5043569" y="241135"/>
            <a:ext cx="1875073" cy="465598"/>
          </a:xfrm>
          <a:prstGeom prst="rect">
            <a:avLst/>
          </a:prstGeom>
          <a:noFill/>
          <a:ln w="127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Deputy Managing Director</a:t>
            </a:r>
          </a:p>
          <a:p>
            <a:pPr algn="ctr" defTabSz="914413"/>
            <a:r>
              <a:rPr lang="en-US" sz="800" dirty="0">
                <a:solidFill>
                  <a:prstClr val="black"/>
                </a:solidFill>
                <a:latin typeface="Segoe UI" panose="020B0502040204020203" pitchFamily="34" charset="0"/>
                <a:cs typeface="Segoe UI" panose="020B0502040204020203" pitchFamily="34" charset="0"/>
              </a:rPr>
              <a:t>Zhandos Orazaliyev</a:t>
            </a:r>
          </a:p>
          <a:p>
            <a:pPr algn="ctr" defTabSz="914413"/>
            <a:r>
              <a:rPr lang="en-US" sz="800" dirty="0">
                <a:solidFill>
                  <a:prstClr val="black"/>
                </a:solidFill>
                <a:latin typeface="Segoe UI" panose="020B0502040204020203" pitchFamily="34" charset="0"/>
                <a:cs typeface="Segoe UI" panose="020B0502040204020203" pitchFamily="34" charset="0"/>
              </a:rPr>
              <a:t>AT SEC OFFC 107505</a:t>
            </a:r>
            <a:endParaRPr lang="en-US" sz="800" b="1" dirty="0">
              <a:solidFill>
                <a:srgbClr val="0070C0"/>
              </a:solidFill>
              <a:latin typeface="Segoe UI" panose="020B0502040204020203" pitchFamily="34" charset="0"/>
              <a:cs typeface="Segoe UI" panose="020B0502040204020203" pitchFamily="34" charset="0"/>
            </a:endParaRPr>
          </a:p>
        </p:txBody>
      </p:sp>
      <p:sp>
        <p:nvSpPr>
          <p:cNvPr id="6" name="Rectangle 5">
            <a:extLst>
              <a:ext uri="{FF2B5EF4-FFF2-40B4-BE49-F238E27FC236}">
                <a16:creationId xmlns:a16="http://schemas.microsoft.com/office/drawing/2014/main" id="{F2142443-C083-6E6D-E3E5-97D4F1CF3321}"/>
              </a:ext>
            </a:extLst>
          </p:cNvPr>
          <p:cNvSpPr/>
          <p:nvPr/>
        </p:nvSpPr>
        <p:spPr>
          <a:xfrm>
            <a:off x="137846" y="978411"/>
            <a:ext cx="1611195" cy="615842"/>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Central Government Relations and Communications General Manager</a:t>
            </a:r>
          </a:p>
          <a:p>
            <a:pPr marL="228603" indent="-228603" algn="ctr" defTabSz="914413">
              <a:buFontTx/>
              <a:buAutoNum type="alphaUcPeriod"/>
            </a:pPr>
            <a:r>
              <a:rPr lang="en-US" sz="800" dirty="0">
                <a:solidFill>
                  <a:prstClr val="black"/>
                </a:solidFill>
                <a:latin typeface="Segoe UI" panose="020B0502040204020203" pitchFamily="34" charset="0"/>
                <a:cs typeface="Segoe UI" panose="020B0502040204020203" pitchFamily="34" charset="0"/>
              </a:rPr>
              <a:t>Akhmetova</a:t>
            </a:r>
          </a:p>
          <a:p>
            <a:pPr algn="ctr" defTabSz="914413"/>
            <a:r>
              <a:rPr lang="en-US" sz="800" dirty="0">
                <a:solidFill>
                  <a:prstClr val="black"/>
                </a:solidFill>
                <a:latin typeface="Segoe UI" panose="020B0502040204020203" pitchFamily="34" charset="0"/>
                <a:cs typeface="Segoe UI" panose="020B0502040204020203" pitchFamily="34" charset="0"/>
              </a:rPr>
              <a:t>AT SEC OFFC 179113 </a:t>
            </a:r>
          </a:p>
          <a:p>
            <a:pPr algn="ctr" defTabSz="914413"/>
            <a:endParaRPr lang="en-US" sz="800" dirty="0">
              <a:solidFill>
                <a:prstClr val="black"/>
              </a:solidFill>
              <a:latin typeface="Segoe UI" panose="020B0502040204020203" pitchFamily="34" charset="0"/>
              <a:cs typeface="Segoe UI" panose="020B0502040204020203" pitchFamily="34" charset="0"/>
            </a:endParaRPr>
          </a:p>
        </p:txBody>
      </p:sp>
      <p:sp>
        <p:nvSpPr>
          <p:cNvPr id="7" name="Rectangle 6">
            <a:extLst>
              <a:ext uri="{FF2B5EF4-FFF2-40B4-BE49-F238E27FC236}">
                <a16:creationId xmlns:a16="http://schemas.microsoft.com/office/drawing/2014/main" id="{1597672C-A349-B599-5205-2F0F0B349CC6}"/>
              </a:ext>
            </a:extLst>
          </p:cNvPr>
          <p:cNvSpPr/>
          <p:nvPr/>
        </p:nvSpPr>
        <p:spPr>
          <a:xfrm>
            <a:off x="9646959" y="979283"/>
            <a:ext cx="1369027" cy="537231"/>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Local Content Manager</a:t>
            </a:r>
          </a:p>
          <a:p>
            <a:pPr algn="ctr" defTabSz="914413"/>
            <a:r>
              <a:rPr lang="en-US" sz="800" dirty="0">
                <a:solidFill>
                  <a:prstClr val="black"/>
                </a:solidFill>
                <a:latin typeface="Segoe UI" panose="020B0502040204020203" pitchFamily="34" charset="0"/>
                <a:cs typeface="Segoe UI" panose="020B0502040204020203" pitchFamily="34" charset="0"/>
              </a:rPr>
              <a:t>N. Akhmediya</a:t>
            </a:r>
          </a:p>
          <a:p>
            <a:pPr algn="ctr" defTabSz="914413"/>
            <a:r>
              <a:rPr lang="en-US" sz="800" dirty="0">
                <a:solidFill>
                  <a:prstClr val="black"/>
                </a:solidFill>
                <a:latin typeface="Segoe UI" panose="020B0502040204020203" pitchFamily="34" charset="0"/>
                <a:cs typeface="Segoe UI" panose="020B0502040204020203" pitchFamily="34" charset="0"/>
              </a:rPr>
              <a:t>AT DHK OFFC 107447</a:t>
            </a:r>
          </a:p>
        </p:txBody>
      </p:sp>
      <p:sp>
        <p:nvSpPr>
          <p:cNvPr id="8" name="Rectangle 7">
            <a:extLst>
              <a:ext uri="{FF2B5EF4-FFF2-40B4-BE49-F238E27FC236}">
                <a16:creationId xmlns:a16="http://schemas.microsoft.com/office/drawing/2014/main" id="{1EC750EB-838E-CC51-F4CB-F95DFBBC8A6E}"/>
              </a:ext>
            </a:extLst>
          </p:cNvPr>
          <p:cNvSpPr/>
          <p:nvPr/>
        </p:nvSpPr>
        <p:spPr>
          <a:xfrm>
            <a:off x="3452271" y="979283"/>
            <a:ext cx="1985505" cy="531019"/>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Regional Authority and Community Relations, Regulatory GM</a:t>
            </a:r>
          </a:p>
          <a:p>
            <a:pPr algn="ctr" defTabSz="914413"/>
            <a:r>
              <a:rPr lang="en-US" sz="800" dirty="0">
                <a:solidFill>
                  <a:prstClr val="black"/>
                </a:solidFill>
                <a:latin typeface="Segoe UI" panose="020B0502040204020203" pitchFamily="34" charset="0"/>
                <a:cs typeface="Segoe UI" panose="020B0502040204020203" pitchFamily="34" charset="0"/>
              </a:rPr>
              <a:t>N. Kartabayev</a:t>
            </a:r>
          </a:p>
          <a:p>
            <a:pPr algn="ctr" defTabSz="914413"/>
            <a:r>
              <a:rPr lang="en-US" sz="800" dirty="0">
                <a:solidFill>
                  <a:prstClr val="black"/>
                </a:solidFill>
                <a:latin typeface="Segoe UI" panose="020B0502040204020203" pitchFamily="34" charset="0"/>
                <a:cs typeface="Segoe UI" panose="020B0502040204020203" pitchFamily="34" charset="0"/>
              </a:rPr>
              <a:t>AT DHK OFFC 179703 (ex-179114)</a:t>
            </a:r>
            <a:endParaRPr lang="en-US" sz="800" b="1" dirty="0">
              <a:solidFill>
                <a:srgbClr val="0070C0"/>
              </a:solidFill>
              <a:latin typeface="Segoe UI" panose="020B0502040204020203" pitchFamily="34" charset="0"/>
              <a:cs typeface="Segoe UI" panose="020B0502040204020203" pitchFamily="34" charset="0"/>
            </a:endParaRPr>
          </a:p>
        </p:txBody>
      </p:sp>
      <p:sp>
        <p:nvSpPr>
          <p:cNvPr id="9" name="Rectangle 8">
            <a:extLst>
              <a:ext uri="{FF2B5EF4-FFF2-40B4-BE49-F238E27FC236}">
                <a16:creationId xmlns:a16="http://schemas.microsoft.com/office/drawing/2014/main" id="{CD459635-9919-7CE4-3862-0CEB42330D3C}"/>
              </a:ext>
            </a:extLst>
          </p:cNvPr>
          <p:cNvSpPr/>
          <p:nvPr/>
        </p:nvSpPr>
        <p:spPr>
          <a:xfrm>
            <a:off x="1860110" y="974319"/>
            <a:ext cx="1369027" cy="527345"/>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Interface Support Coordinator B. </a:t>
            </a:r>
            <a:r>
              <a:rPr lang="en-US" sz="800" dirty="0" err="1">
                <a:solidFill>
                  <a:prstClr val="black"/>
                </a:solidFill>
                <a:latin typeface="Segoe UI" panose="020B0502040204020203" pitchFamily="34" charset="0"/>
                <a:cs typeface="Segoe UI" panose="020B0502040204020203" pitchFamily="34" charset="0"/>
              </a:rPr>
              <a:t>Doskaziyev</a:t>
            </a:r>
            <a:endParaRPr lang="en-US" sz="800" dirty="0">
              <a:solidFill>
                <a:prstClr val="black"/>
              </a:solidFill>
              <a:latin typeface="Segoe UI" panose="020B0502040204020203" pitchFamily="34" charset="0"/>
              <a:cs typeface="Segoe UI" panose="020B0502040204020203" pitchFamily="34" charset="0"/>
            </a:endParaRPr>
          </a:p>
          <a:p>
            <a:pPr algn="ctr" defTabSz="914413"/>
            <a:r>
              <a:rPr lang="en-US" sz="800" dirty="0">
                <a:solidFill>
                  <a:prstClr val="black"/>
                </a:solidFill>
                <a:latin typeface="Segoe UI" panose="020B0502040204020203" pitchFamily="34" charset="0"/>
                <a:cs typeface="Segoe UI" panose="020B0502040204020203" pitchFamily="34" charset="0"/>
              </a:rPr>
              <a:t>AT DHK OFFC 108321</a:t>
            </a:r>
          </a:p>
        </p:txBody>
      </p:sp>
      <p:sp>
        <p:nvSpPr>
          <p:cNvPr id="10" name="Text Placeholder 235">
            <a:extLst>
              <a:ext uri="{FF2B5EF4-FFF2-40B4-BE49-F238E27FC236}">
                <a16:creationId xmlns:a16="http://schemas.microsoft.com/office/drawing/2014/main" id="{EE1859F0-0D71-11CC-97A3-E6B2AF164754}"/>
              </a:ext>
            </a:extLst>
          </p:cNvPr>
          <p:cNvSpPr txBox="1">
            <a:spLocks/>
          </p:cNvSpPr>
          <p:nvPr/>
        </p:nvSpPr>
        <p:spPr>
          <a:xfrm>
            <a:off x="90564" y="111484"/>
            <a:ext cx="3633732" cy="339658"/>
          </a:xfrm>
          <a:prstGeom prst="rect">
            <a:avLst/>
          </a:prstGeom>
        </p:spPr>
        <p:txBody>
          <a:bodyPr vert="horz" lIns="91439" tIns="45720" rIns="91439" bIns="45720" rtlCol="0" anchor="ctr">
            <a:normAutofit fontScale="85000" lnSpcReduction="10000"/>
          </a:bodyPr>
          <a:lstStyle>
            <a:defPPr>
              <a:defRPr lang="en-US"/>
            </a:defPPr>
            <a:lvl1pPr indent="0">
              <a:lnSpc>
                <a:spcPct val="90000"/>
              </a:lnSpc>
              <a:spcBef>
                <a:spcPts val="1000"/>
              </a:spcBef>
              <a:buFont typeface="Arial" panose="020B0604020202020204" pitchFamily="34" charse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46" indent="0">
              <a:lnSpc>
                <a:spcPct val="90000"/>
              </a:lnSpc>
              <a:spcBef>
                <a:spcPts val="500"/>
              </a:spcBef>
              <a:buFont typeface="Arial" panose="020B0604020202020204" pitchFamily="34" charset="0"/>
              <a:buNone/>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defTabSz="914413"/>
            <a:r>
              <a:rPr lang="en-US" sz="1800" dirty="0"/>
              <a:t>Deputy Managing Director's Unit</a:t>
            </a:r>
          </a:p>
        </p:txBody>
      </p:sp>
      <p:cxnSp>
        <p:nvCxnSpPr>
          <p:cNvPr id="12" name="Connector: Elbow 11">
            <a:extLst>
              <a:ext uri="{FF2B5EF4-FFF2-40B4-BE49-F238E27FC236}">
                <a16:creationId xmlns:a16="http://schemas.microsoft.com/office/drawing/2014/main" id="{DC255C34-6937-3ECD-5223-E14E47B563B1}"/>
              </a:ext>
            </a:extLst>
          </p:cNvPr>
          <p:cNvCxnSpPr>
            <a:cxnSpLocks/>
            <a:stCxn id="5" idx="2"/>
            <a:endCxn id="6" idx="0"/>
          </p:cNvCxnSpPr>
          <p:nvPr/>
        </p:nvCxnSpPr>
        <p:spPr>
          <a:xfrm rot="5400000">
            <a:off x="3326436" y="-1676259"/>
            <a:ext cx="271677" cy="5037662"/>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3" name="Connector: Elbow 12">
            <a:extLst>
              <a:ext uri="{FF2B5EF4-FFF2-40B4-BE49-F238E27FC236}">
                <a16:creationId xmlns:a16="http://schemas.microsoft.com/office/drawing/2014/main" id="{066B310D-D31C-AF2B-1308-1AF3699FC9F9}"/>
              </a:ext>
            </a:extLst>
          </p:cNvPr>
          <p:cNvCxnSpPr>
            <a:cxnSpLocks/>
            <a:stCxn id="5" idx="2"/>
            <a:endCxn id="8" idx="0"/>
          </p:cNvCxnSpPr>
          <p:nvPr/>
        </p:nvCxnSpPr>
        <p:spPr>
          <a:xfrm rot="5400000">
            <a:off x="5076790" y="74967"/>
            <a:ext cx="272549" cy="1536082"/>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84E65A2C-05F8-B344-47B9-13D5C59F0499}"/>
              </a:ext>
            </a:extLst>
          </p:cNvPr>
          <p:cNvCxnSpPr>
            <a:cxnSpLocks/>
            <a:stCxn id="5" idx="2"/>
            <a:endCxn id="7" idx="0"/>
          </p:cNvCxnSpPr>
          <p:nvPr/>
        </p:nvCxnSpPr>
        <p:spPr>
          <a:xfrm rot="16200000" flipH="1">
            <a:off x="8020015" y="-1332176"/>
            <a:ext cx="272549" cy="4350367"/>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15" name="Connector: Elbow 14">
            <a:extLst>
              <a:ext uri="{FF2B5EF4-FFF2-40B4-BE49-F238E27FC236}">
                <a16:creationId xmlns:a16="http://schemas.microsoft.com/office/drawing/2014/main" id="{DD80DB95-6D72-A253-2938-1BD7ED7ABAB9}"/>
              </a:ext>
            </a:extLst>
          </p:cNvPr>
          <p:cNvCxnSpPr>
            <a:cxnSpLocks/>
            <a:stCxn id="9" idx="0"/>
            <a:endCxn id="5" idx="2"/>
          </p:cNvCxnSpPr>
          <p:nvPr/>
        </p:nvCxnSpPr>
        <p:spPr>
          <a:xfrm rot="5400000" flipH="1" flipV="1">
            <a:off x="4129072" y="-877715"/>
            <a:ext cx="267586" cy="3436483"/>
          </a:xfrm>
          <a:prstGeom prst="bentConnector3">
            <a:avLst>
              <a:gd name="adj1" fmla="val 50000"/>
            </a:avLst>
          </a:prstGeom>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1AAF4153-C3F1-2392-EF3A-9D38C8DCB597}"/>
              </a:ext>
            </a:extLst>
          </p:cNvPr>
          <p:cNvSpPr/>
          <p:nvPr/>
        </p:nvSpPr>
        <p:spPr>
          <a:xfrm>
            <a:off x="9521886" y="1749928"/>
            <a:ext cx="1161520" cy="531663"/>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Head of Local Content  Planning &amp; Realization A. Abdulov </a:t>
            </a:r>
          </a:p>
          <a:p>
            <a:pPr algn="ctr" defTabSz="914413"/>
            <a:r>
              <a:rPr lang="en-US" sz="800" dirty="0">
                <a:solidFill>
                  <a:prstClr val="black"/>
                </a:solidFill>
                <a:latin typeface="Segoe UI" panose="020B0502040204020203" pitchFamily="34" charset="0"/>
                <a:cs typeface="Segoe UI" panose="020B0502040204020203" pitchFamily="34" charset="0"/>
              </a:rPr>
              <a:t>AT DHK OFFC 107483 </a:t>
            </a:r>
          </a:p>
          <a:p>
            <a:pPr algn="ctr" defTabSz="914413"/>
            <a:endParaRPr lang="en-US" sz="800" dirty="0">
              <a:solidFill>
                <a:prstClr val="black"/>
              </a:solidFill>
              <a:latin typeface="Segoe UI" panose="020B0502040204020203" pitchFamily="34" charset="0"/>
              <a:cs typeface="Segoe UI" panose="020B0502040204020203" pitchFamily="34" charset="0"/>
            </a:endParaRPr>
          </a:p>
        </p:txBody>
      </p:sp>
      <p:sp>
        <p:nvSpPr>
          <p:cNvPr id="4" name="Rectangle 3">
            <a:extLst>
              <a:ext uri="{FF2B5EF4-FFF2-40B4-BE49-F238E27FC236}">
                <a16:creationId xmlns:a16="http://schemas.microsoft.com/office/drawing/2014/main" id="{184FAF34-9EA0-F32E-8F6D-AF447C9B434B}"/>
              </a:ext>
            </a:extLst>
          </p:cNvPr>
          <p:cNvSpPr/>
          <p:nvPr/>
        </p:nvSpPr>
        <p:spPr>
          <a:xfrm>
            <a:off x="10849334" y="1740040"/>
            <a:ext cx="1284661" cy="531663"/>
          </a:xfrm>
          <a:prstGeom prst="rect">
            <a:avLst/>
          </a:prstGeom>
          <a:noFill/>
          <a:ln w="12700">
            <a:solidFill>
              <a:srgbClr val="474B5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Head of Local Content Monitoring &amp; Reporting </a:t>
            </a:r>
          </a:p>
          <a:p>
            <a:pPr algn="ctr" defTabSz="914413"/>
            <a:r>
              <a:rPr lang="en-US" sz="800" dirty="0">
                <a:solidFill>
                  <a:prstClr val="black"/>
                </a:solidFill>
                <a:latin typeface="Segoe UI" panose="020B0502040204020203" pitchFamily="34" charset="0"/>
                <a:cs typeface="Segoe UI" panose="020B0502040204020203" pitchFamily="34" charset="0"/>
              </a:rPr>
              <a:t>A. Kadyrova </a:t>
            </a:r>
          </a:p>
          <a:p>
            <a:pPr algn="ctr" defTabSz="914413"/>
            <a:r>
              <a:rPr lang="en-US" sz="800" dirty="0">
                <a:solidFill>
                  <a:prstClr val="black"/>
                </a:solidFill>
                <a:latin typeface="Segoe UI" panose="020B0502040204020203" pitchFamily="34" charset="0"/>
                <a:cs typeface="Segoe UI" panose="020B0502040204020203" pitchFamily="34" charset="0"/>
              </a:rPr>
              <a:t>AT DHK OFFC 109177</a:t>
            </a:r>
          </a:p>
          <a:p>
            <a:pPr algn="ctr" defTabSz="914413"/>
            <a:endParaRPr lang="en-US" sz="800" dirty="0">
              <a:solidFill>
                <a:prstClr val="black"/>
              </a:solidFill>
              <a:latin typeface="Segoe UI" panose="020B0502040204020203" pitchFamily="34" charset="0"/>
              <a:cs typeface="Segoe UI" panose="020B0502040204020203" pitchFamily="34" charset="0"/>
            </a:endParaRPr>
          </a:p>
        </p:txBody>
      </p:sp>
      <p:sp>
        <p:nvSpPr>
          <p:cNvPr id="16" name="Rectangle 15">
            <a:extLst>
              <a:ext uri="{FF2B5EF4-FFF2-40B4-BE49-F238E27FC236}">
                <a16:creationId xmlns:a16="http://schemas.microsoft.com/office/drawing/2014/main" id="{53D62E9D-72F5-6BEE-0F41-D372835AC521}"/>
              </a:ext>
            </a:extLst>
          </p:cNvPr>
          <p:cNvSpPr/>
          <p:nvPr/>
        </p:nvSpPr>
        <p:spPr>
          <a:xfrm>
            <a:off x="8219984" y="1749928"/>
            <a:ext cx="1161520" cy="531663"/>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Head of Local Content  Interface &amp; Development E. Kim </a:t>
            </a:r>
          </a:p>
          <a:p>
            <a:pPr algn="ctr" defTabSz="914413"/>
            <a:r>
              <a:rPr lang="en-US" sz="800" dirty="0">
                <a:solidFill>
                  <a:prstClr val="black"/>
                </a:solidFill>
                <a:latin typeface="Segoe UI" panose="020B0502040204020203" pitchFamily="34" charset="0"/>
                <a:cs typeface="Segoe UI" panose="020B0502040204020203" pitchFamily="34" charset="0"/>
              </a:rPr>
              <a:t>AT DHK OFFC 107640</a:t>
            </a:r>
          </a:p>
          <a:p>
            <a:pPr algn="ctr" defTabSz="914413"/>
            <a:endParaRPr lang="en-US" sz="800" dirty="0">
              <a:solidFill>
                <a:prstClr val="black"/>
              </a:solidFill>
              <a:latin typeface="Segoe UI" panose="020B0502040204020203" pitchFamily="34" charset="0"/>
              <a:cs typeface="Segoe UI" panose="020B0502040204020203" pitchFamily="34" charset="0"/>
            </a:endParaRPr>
          </a:p>
        </p:txBody>
      </p:sp>
      <p:cxnSp>
        <p:nvCxnSpPr>
          <p:cNvPr id="17" name="Connector: Elbow 16">
            <a:extLst>
              <a:ext uri="{FF2B5EF4-FFF2-40B4-BE49-F238E27FC236}">
                <a16:creationId xmlns:a16="http://schemas.microsoft.com/office/drawing/2014/main" id="{9B92BC48-4251-6325-AE85-B77BCF0866CD}"/>
              </a:ext>
            </a:extLst>
          </p:cNvPr>
          <p:cNvCxnSpPr>
            <a:cxnSpLocks/>
            <a:stCxn id="7" idx="2"/>
            <a:endCxn id="16" idx="0"/>
          </p:cNvCxnSpPr>
          <p:nvPr/>
        </p:nvCxnSpPr>
        <p:spPr>
          <a:xfrm rot="5400000">
            <a:off x="9449401" y="867857"/>
            <a:ext cx="233414" cy="1530729"/>
          </a:xfrm>
          <a:prstGeom prst="bentConnector3">
            <a:avLst>
              <a:gd name="adj1" fmla="val 50000"/>
            </a:avLst>
          </a:prstGeom>
          <a:ln>
            <a:prstDash val="solid"/>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E01A1AC1-9BC5-2245-E0DE-05F333874557}"/>
              </a:ext>
            </a:extLst>
          </p:cNvPr>
          <p:cNvCxnSpPr>
            <a:cxnSpLocks/>
            <a:stCxn id="7" idx="2"/>
            <a:endCxn id="4" idx="0"/>
          </p:cNvCxnSpPr>
          <p:nvPr/>
        </p:nvCxnSpPr>
        <p:spPr>
          <a:xfrm rot="16200000" flipH="1">
            <a:off x="10799805" y="1048181"/>
            <a:ext cx="223526" cy="1160192"/>
          </a:xfrm>
          <a:prstGeom prst="bentConnector3">
            <a:avLst>
              <a:gd name="adj1" fmla="val 50000"/>
            </a:avLst>
          </a:prstGeom>
          <a:ln>
            <a:prstDash val="solid"/>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B9BE8999-1F81-98DF-BFCE-06C30F8F0F58}"/>
              </a:ext>
            </a:extLst>
          </p:cNvPr>
          <p:cNvCxnSpPr>
            <a:cxnSpLocks/>
            <a:stCxn id="7" idx="2"/>
            <a:endCxn id="3" idx="0"/>
          </p:cNvCxnSpPr>
          <p:nvPr/>
        </p:nvCxnSpPr>
        <p:spPr>
          <a:xfrm rot="5400000">
            <a:off x="10100352" y="1518808"/>
            <a:ext cx="233414" cy="228826"/>
          </a:xfrm>
          <a:prstGeom prst="bentConnector3">
            <a:avLst>
              <a:gd name="adj1" fmla="val 50000"/>
            </a:avLst>
          </a:prstGeom>
          <a:ln>
            <a:prstDash val="solid"/>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84C14552-01FF-94C1-9264-CBD78750C356}"/>
              </a:ext>
            </a:extLst>
          </p:cNvPr>
          <p:cNvSpPr/>
          <p:nvPr/>
        </p:nvSpPr>
        <p:spPr>
          <a:xfrm>
            <a:off x="11034210" y="2406610"/>
            <a:ext cx="1107084" cy="627996"/>
          </a:xfrm>
          <a:prstGeom prst="rect">
            <a:avLst/>
          </a:prstGeom>
          <a:noFill/>
          <a:ln w="12700">
            <a:solidFill>
              <a:srgbClr val="474B5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Local Content Monitoring &amp; Reporting Advisor </a:t>
            </a:r>
          </a:p>
          <a:p>
            <a:pPr algn="ctr" defTabSz="914413"/>
            <a:r>
              <a:rPr lang="en-US" sz="800" dirty="0">
                <a:solidFill>
                  <a:prstClr val="black"/>
                </a:solidFill>
                <a:latin typeface="Segoe UI" panose="020B0502040204020203" pitchFamily="34" charset="0"/>
                <a:cs typeface="Segoe UI" panose="020B0502040204020203" pitchFamily="34" charset="0"/>
              </a:rPr>
              <a:t>A. Duisebayeva</a:t>
            </a:r>
          </a:p>
          <a:p>
            <a:pPr algn="ctr" defTabSz="914413"/>
            <a:r>
              <a:rPr lang="en-US" sz="800" dirty="0">
                <a:solidFill>
                  <a:prstClr val="black"/>
                </a:solidFill>
                <a:latin typeface="Segoe UI" panose="020B0502040204020203" pitchFamily="34" charset="0"/>
                <a:cs typeface="Segoe UI" panose="020B0502040204020203" pitchFamily="34" charset="0"/>
              </a:rPr>
              <a:t>AT COK OFFC 101156</a:t>
            </a:r>
          </a:p>
          <a:p>
            <a:pPr algn="ctr" defTabSz="914413"/>
            <a:endParaRPr lang="en-US" sz="800" dirty="0">
              <a:solidFill>
                <a:prstClr val="black"/>
              </a:solidFill>
              <a:latin typeface="Segoe UI" panose="020B0502040204020203" pitchFamily="34" charset="0"/>
              <a:cs typeface="Segoe UI" panose="020B0502040204020203" pitchFamily="34" charset="0"/>
            </a:endParaRPr>
          </a:p>
        </p:txBody>
      </p:sp>
      <p:sp>
        <p:nvSpPr>
          <p:cNvPr id="54" name="Rectangle 53">
            <a:extLst>
              <a:ext uri="{FF2B5EF4-FFF2-40B4-BE49-F238E27FC236}">
                <a16:creationId xmlns:a16="http://schemas.microsoft.com/office/drawing/2014/main" id="{90E15543-E497-9A0C-21EC-7A3FFC24A607}"/>
              </a:ext>
            </a:extLst>
          </p:cNvPr>
          <p:cNvSpPr/>
          <p:nvPr/>
        </p:nvSpPr>
        <p:spPr>
          <a:xfrm>
            <a:off x="6039208" y="982078"/>
            <a:ext cx="1716056" cy="528223"/>
          </a:xfrm>
          <a:prstGeom prst="rect">
            <a:avLst/>
          </a:prstGeom>
          <a:noFill/>
          <a:ln w="31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Permitting &amp; Regulatory Compliance Manager </a:t>
            </a:r>
          </a:p>
          <a:p>
            <a:pPr algn="ctr" defTabSz="914413"/>
            <a:r>
              <a:rPr lang="en-US" sz="800" dirty="0">
                <a:solidFill>
                  <a:prstClr val="black"/>
                </a:solidFill>
                <a:latin typeface="Segoe UI" panose="020B0502040204020203" pitchFamily="34" charset="0"/>
                <a:cs typeface="Segoe UI" panose="020B0502040204020203" pitchFamily="34" charset="0"/>
              </a:rPr>
              <a:t>T. Zhagpashev</a:t>
            </a:r>
          </a:p>
          <a:p>
            <a:pPr algn="ctr" defTabSz="914413"/>
            <a:r>
              <a:rPr lang="en-US" sz="800" dirty="0">
                <a:solidFill>
                  <a:prstClr val="black"/>
                </a:solidFill>
                <a:latin typeface="Segoe UI" panose="020B0502040204020203" pitchFamily="34" charset="0"/>
                <a:cs typeface="Segoe UI" panose="020B0502040204020203" pitchFamily="34" charset="0"/>
              </a:rPr>
              <a:t>AT DHK OFFC 107426</a:t>
            </a:r>
            <a:endParaRPr lang="en-US" sz="800" b="1" dirty="0">
              <a:solidFill>
                <a:srgbClr val="0070C0"/>
              </a:solidFill>
              <a:latin typeface="Segoe UI" panose="020B0502040204020203" pitchFamily="34" charset="0"/>
              <a:cs typeface="Segoe UI" panose="020B0502040204020203" pitchFamily="34" charset="0"/>
            </a:endParaRPr>
          </a:p>
        </p:txBody>
      </p:sp>
      <p:sp>
        <p:nvSpPr>
          <p:cNvPr id="55" name="Rectangle 54">
            <a:extLst>
              <a:ext uri="{FF2B5EF4-FFF2-40B4-BE49-F238E27FC236}">
                <a16:creationId xmlns:a16="http://schemas.microsoft.com/office/drawing/2014/main" id="{951678D2-B6D1-218E-CA8F-7B11F7794446}"/>
              </a:ext>
            </a:extLst>
          </p:cNvPr>
          <p:cNvSpPr/>
          <p:nvPr/>
        </p:nvSpPr>
        <p:spPr>
          <a:xfrm>
            <a:off x="6778487" y="2970638"/>
            <a:ext cx="1377036" cy="539533"/>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rgbClr val="3C3C3C"/>
                </a:solidFill>
                <a:latin typeface="Segoe UI" panose="020B0502040204020203" pitchFamily="34" charset="0"/>
                <a:cs typeface="Segoe UI" panose="020B0502040204020203" pitchFamily="34" charset="0"/>
              </a:rPr>
              <a:t>Head of Regulatory Compliance N. Khussainov </a:t>
            </a:r>
          </a:p>
          <a:p>
            <a:pPr algn="ctr" defTabSz="914413"/>
            <a:r>
              <a:rPr lang="en-US" sz="800" dirty="0">
                <a:solidFill>
                  <a:prstClr val="black"/>
                </a:solidFill>
                <a:latin typeface="Segoe UI" panose="020B0502040204020203" pitchFamily="34" charset="0"/>
                <a:cs typeface="Segoe UI" panose="020B0502040204020203" pitchFamily="34" charset="0"/>
              </a:rPr>
              <a:t>AT DHK OFFC 179201</a:t>
            </a:r>
          </a:p>
          <a:p>
            <a:pPr algn="ctr" defTabSz="914413"/>
            <a:endParaRPr lang="en-US" sz="800" dirty="0">
              <a:solidFill>
                <a:srgbClr val="3C3C3C"/>
              </a:solidFill>
              <a:latin typeface="Segoe UI" panose="020B0502040204020203" pitchFamily="34" charset="0"/>
              <a:cs typeface="Segoe UI" panose="020B0502040204020203" pitchFamily="34" charset="0"/>
            </a:endParaRPr>
          </a:p>
        </p:txBody>
      </p:sp>
      <p:sp>
        <p:nvSpPr>
          <p:cNvPr id="56" name="Rectangle 55">
            <a:extLst>
              <a:ext uri="{FF2B5EF4-FFF2-40B4-BE49-F238E27FC236}">
                <a16:creationId xmlns:a16="http://schemas.microsoft.com/office/drawing/2014/main" id="{7CEE266B-FA4D-E646-BDBB-7E71624DA889}"/>
              </a:ext>
            </a:extLst>
          </p:cNvPr>
          <p:cNvSpPr/>
          <p:nvPr/>
        </p:nvSpPr>
        <p:spPr>
          <a:xfrm>
            <a:off x="6802699" y="5214452"/>
            <a:ext cx="1364572" cy="465148"/>
          </a:xfrm>
          <a:prstGeom prst="rect">
            <a:avLst/>
          </a:prstGeom>
          <a:noFill/>
          <a:ln w="31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chemeClr val="tx1"/>
                </a:solidFill>
                <a:latin typeface="Segoe UI" panose="020B0502040204020203" pitchFamily="34" charset="0"/>
                <a:cs typeface="Segoe UI" panose="020B0502040204020203" pitchFamily="34" charset="0"/>
              </a:rPr>
              <a:t>Head of PRC</a:t>
            </a:r>
          </a:p>
          <a:p>
            <a:pPr algn="ctr" defTabSz="914413"/>
            <a:r>
              <a:rPr lang="en-US" sz="800" dirty="0">
                <a:solidFill>
                  <a:srgbClr val="3C3C3C"/>
                </a:solidFill>
                <a:latin typeface="Segoe UI" panose="020B0502040204020203" pitchFamily="34" charset="0"/>
                <a:cs typeface="Segoe UI" panose="020B0502040204020203" pitchFamily="34" charset="0"/>
              </a:rPr>
              <a:t>D. </a:t>
            </a:r>
            <a:r>
              <a:rPr lang="en-US" sz="800" dirty="0" err="1">
                <a:solidFill>
                  <a:srgbClr val="3C3C3C"/>
                </a:solidFill>
                <a:latin typeface="Segoe UI" panose="020B0502040204020203" pitchFamily="34" charset="0"/>
                <a:cs typeface="Segoe UI" panose="020B0502040204020203" pitchFamily="34" charset="0"/>
              </a:rPr>
              <a:t>Kuandykov</a:t>
            </a:r>
            <a:r>
              <a:rPr lang="en-US" sz="800" dirty="0">
                <a:solidFill>
                  <a:srgbClr val="3C3C3C"/>
                </a:solidFill>
                <a:latin typeface="Segoe UI" panose="020B0502040204020203" pitchFamily="34" charset="0"/>
                <a:cs typeface="Segoe UI" panose="020B0502040204020203" pitchFamily="34" charset="0"/>
              </a:rPr>
              <a:t> </a:t>
            </a:r>
          </a:p>
          <a:p>
            <a:pPr algn="ctr" defTabSz="914413"/>
            <a:r>
              <a:rPr lang="en-US" sz="800" dirty="0">
                <a:solidFill>
                  <a:srgbClr val="3C3C3C"/>
                </a:solidFill>
                <a:latin typeface="Segoe UI" panose="020B0502040204020203" pitchFamily="34" charset="0"/>
                <a:cs typeface="Segoe UI" panose="020B0502040204020203" pitchFamily="34" charset="0"/>
              </a:rPr>
              <a:t>AS DHK OFFC 179203 </a:t>
            </a:r>
          </a:p>
        </p:txBody>
      </p:sp>
      <p:sp>
        <p:nvSpPr>
          <p:cNvPr id="57" name="Rectangle 56">
            <a:extLst>
              <a:ext uri="{FF2B5EF4-FFF2-40B4-BE49-F238E27FC236}">
                <a16:creationId xmlns:a16="http://schemas.microsoft.com/office/drawing/2014/main" id="{BF6B00EC-02F7-5B81-3397-A1E41C960215}"/>
              </a:ext>
            </a:extLst>
          </p:cNvPr>
          <p:cNvSpPr/>
          <p:nvPr/>
        </p:nvSpPr>
        <p:spPr>
          <a:xfrm>
            <a:off x="6790949" y="3668560"/>
            <a:ext cx="1364573" cy="553024"/>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rgbClr val="3C3C3C"/>
                </a:solidFill>
                <a:latin typeface="Segoe UI" panose="020B0502040204020203" pitchFamily="34" charset="0"/>
                <a:cs typeface="Segoe UI" panose="020B0502040204020203" pitchFamily="34" charset="0"/>
              </a:rPr>
              <a:t>Head of Supervision &amp; Inspection  S. Utegenov</a:t>
            </a:r>
          </a:p>
          <a:p>
            <a:pPr algn="ctr" defTabSz="914413"/>
            <a:r>
              <a:rPr lang="en-US" sz="800" dirty="0">
                <a:solidFill>
                  <a:prstClr val="black"/>
                </a:solidFill>
                <a:latin typeface="Segoe UI" panose="020B0502040204020203" pitchFamily="34" charset="0"/>
                <a:cs typeface="Segoe UI" panose="020B0502040204020203" pitchFamily="34" charset="0"/>
              </a:rPr>
              <a:t>AT DHK OFFC 107361</a:t>
            </a:r>
          </a:p>
          <a:p>
            <a:pPr algn="ctr" defTabSz="914413"/>
            <a:endParaRPr lang="en-US" sz="800" dirty="0">
              <a:solidFill>
                <a:srgbClr val="3C3C3C"/>
              </a:solidFill>
              <a:latin typeface="Segoe UI" panose="020B0502040204020203" pitchFamily="34" charset="0"/>
              <a:cs typeface="Segoe UI" panose="020B0502040204020203" pitchFamily="34" charset="0"/>
            </a:endParaRPr>
          </a:p>
        </p:txBody>
      </p:sp>
      <p:sp>
        <p:nvSpPr>
          <p:cNvPr id="58" name="Rectangle 57">
            <a:extLst>
              <a:ext uri="{FF2B5EF4-FFF2-40B4-BE49-F238E27FC236}">
                <a16:creationId xmlns:a16="http://schemas.microsoft.com/office/drawing/2014/main" id="{29BDCC47-30EC-09C4-DAED-1B5B38462146}"/>
              </a:ext>
            </a:extLst>
          </p:cNvPr>
          <p:cNvSpPr/>
          <p:nvPr/>
        </p:nvSpPr>
        <p:spPr>
          <a:xfrm>
            <a:off x="6761951" y="1718334"/>
            <a:ext cx="1329946" cy="557302"/>
          </a:xfrm>
          <a:prstGeom prst="rect">
            <a:avLst/>
          </a:prstGeom>
          <a:noFill/>
          <a:ln w="31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rgbClr val="3C3C3C"/>
                </a:solidFill>
                <a:latin typeface="Segoe UI" panose="020B0502040204020203" pitchFamily="34" charset="0"/>
                <a:cs typeface="Segoe UI" panose="020B0502040204020203" pitchFamily="34" charset="0"/>
              </a:rPr>
              <a:t>Head of Land Resources &amp; Asset Registration </a:t>
            </a:r>
          </a:p>
          <a:p>
            <a:pPr algn="ctr" defTabSz="914413"/>
            <a:r>
              <a:rPr lang="en-US" sz="800" dirty="0">
                <a:solidFill>
                  <a:prstClr val="black"/>
                </a:solidFill>
                <a:latin typeface="Segoe UI" panose="020B0502040204020203" pitchFamily="34" charset="0"/>
                <a:cs typeface="Segoe UI" panose="020B0502040204020203" pitchFamily="34" charset="0"/>
              </a:rPr>
              <a:t>T. </a:t>
            </a:r>
            <a:r>
              <a:rPr lang="en-US" sz="800" dirty="0" err="1">
                <a:solidFill>
                  <a:prstClr val="black"/>
                </a:solidFill>
                <a:latin typeface="Segoe UI" panose="020B0502040204020203" pitchFamily="34" charset="0"/>
                <a:cs typeface="Segoe UI" panose="020B0502040204020203" pitchFamily="34" charset="0"/>
              </a:rPr>
              <a:t>Temraliyev</a:t>
            </a:r>
            <a:r>
              <a:rPr lang="en-US" sz="800" dirty="0">
                <a:solidFill>
                  <a:prstClr val="black"/>
                </a:solidFill>
                <a:latin typeface="Segoe UI" panose="020B0502040204020203" pitchFamily="34" charset="0"/>
                <a:cs typeface="Segoe UI" panose="020B0502040204020203" pitchFamily="34" charset="0"/>
              </a:rPr>
              <a:t> </a:t>
            </a:r>
          </a:p>
          <a:p>
            <a:pPr algn="ctr" defTabSz="914413"/>
            <a:r>
              <a:rPr lang="en-US" sz="800" dirty="0">
                <a:solidFill>
                  <a:prstClr val="black"/>
                </a:solidFill>
                <a:latin typeface="Segoe UI" panose="020B0502040204020203" pitchFamily="34" charset="0"/>
                <a:cs typeface="Segoe UI" panose="020B0502040204020203" pitchFamily="34" charset="0"/>
              </a:rPr>
              <a:t>AT DHK OFFC 101194</a:t>
            </a:r>
          </a:p>
          <a:p>
            <a:pPr algn="ctr" defTabSz="914413"/>
            <a:endParaRPr lang="en-US" sz="800" dirty="0">
              <a:solidFill>
                <a:srgbClr val="3C3C3C"/>
              </a:solidFill>
              <a:latin typeface="Segoe UI" panose="020B0502040204020203" pitchFamily="34" charset="0"/>
              <a:cs typeface="Segoe UI" panose="020B0502040204020203" pitchFamily="34" charset="0"/>
            </a:endParaRPr>
          </a:p>
        </p:txBody>
      </p:sp>
      <p:sp>
        <p:nvSpPr>
          <p:cNvPr id="59" name="Rectangle 58">
            <a:extLst>
              <a:ext uri="{FF2B5EF4-FFF2-40B4-BE49-F238E27FC236}">
                <a16:creationId xmlns:a16="http://schemas.microsoft.com/office/drawing/2014/main" id="{72057B56-ED53-51C8-B17F-2F0004569DD6}"/>
              </a:ext>
            </a:extLst>
          </p:cNvPr>
          <p:cNvSpPr/>
          <p:nvPr/>
        </p:nvSpPr>
        <p:spPr>
          <a:xfrm>
            <a:off x="6767030" y="2462730"/>
            <a:ext cx="1378417" cy="403673"/>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rgbClr val="3C3C3C"/>
                </a:solidFill>
                <a:latin typeface="Segoe UI" panose="020B0502040204020203" pitchFamily="34" charset="0"/>
                <a:cs typeface="Segoe UI" panose="020B0502040204020203" pitchFamily="34" charset="0"/>
              </a:rPr>
              <a:t>Head of Permitting Z. </a:t>
            </a:r>
            <a:r>
              <a:rPr lang="en-US" sz="800" dirty="0" err="1">
                <a:solidFill>
                  <a:srgbClr val="3C3C3C"/>
                </a:solidFill>
                <a:latin typeface="Segoe UI" panose="020B0502040204020203" pitchFamily="34" charset="0"/>
                <a:cs typeface="Segoe UI" panose="020B0502040204020203" pitchFamily="34" charset="0"/>
              </a:rPr>
              <a:t>Abdirova</a:t>
            </a:r>
            <a:r>
              <a:rPr lang="en-US" sz="800" dirty="0">
                <a:solidFill>
                  <a:srgbClr val="3C3C3C"/>
                </a:solidFill>
                <a:latin typeface="Segoe UI" panose="020B0502040204020203" pitchFamily="34" charset="0"/>
                <a:cs typeface="Segoe UI" panose="020B0502040204020203" pitchFamily="34" charset="0"/>
              </a:rPr>
              <a:t> </a:t>
            </a:r>
          </a:p>
          <a:p>
            <a:pPr algn="ctr" defTabSz="914413"/>
            <a:r>
              <a:rPr lang="en-US" sz="800" dirty="0">
                <a:solidFill>
                  <a:prstClr val="black"/>
                </a:solidFill>
                <a:latin typeface="Segoe UI" panose="020B0502040204020203" pitchFamily="34" charset="0"/>
                <a:cs typeface="Segoe UI" panose="020B0502040204020203" pitchFamily="34" charset="0"/>
              </a:rPr>
              <a:t>AT DHK OFFC </a:t>
            </a:r>
            <a:r>
              <a:rPr lang="en-US" sz="800" dirty="0">
                <a:solidFill>
                  <a:srgbClr val="3C3C3C"/>
                </a:solidFill>
                <a:latin typeface="Segoe UI" panose="020B0502040204020203" pitchFamily="34" charset="0"/>
                <a:cs typeface="Segoe UI" panose="020B0502040204020203" pitchFamily="34" charset="0"/>
              </a:rPr>
              <a:t>105778</a:t>
            </a:r>
          </a:p>
        </p:txBody>
      </p:sp>
      <p:sp>
        <p:nvSpPr>
          <p:cNvPr id="65" name="Rectangle 64">
            <a:extLst>
              <a:ext uri="{FF2B5EF4-FFF2-40B4-BE49-F238E27FC236}">
                <a16:creationId xmlns:a16="http://schemas.microsoft.com/office/drawing/2014/main" id="{05910660-0052-6261-F044-CBA92E5FB4DA}"/>
              </a:ext>
            </a:extLst>
          </p:cNvPr>
          <p:cNvSpPr/>
          <p:nvPr/>
        </p:nvSpPr>
        <p:spPr>
          <a:xfrm>
            <a:off x="6990950" y="4318401"/>
            <a:ext cx="1329947" cy="675951"/>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rgbClr val="3C3C3C"/>
                </a:solidFill>
                <a:latin typeface="Segoe UI" panose="020B0502040204020203" pitchFamily="34" charset="0"/>
                <a:cs typeface="Segoe UI" panose="020B0502040204020203" pitchFamily="34" charset="0"/>
              </a:rPr>
              <a:t>Supervision &amp; Inspection </a:t>
            </a:r>
          </a:p>
          <a:p>
            <a:pPr algn="ctr" defTabSz="914413"/>
            <a:r>
              <a:rPr lang="en-US" sz="800" dirty="0">
                <a:solidFill>
                  <a:srgbClr val="3C3C3C"/>
                </a:solidFill>
                <a:latin typeface="Segoe UI" panose="020B0502040204020203" pitchFamily="34" charset="0"/>
                <a:cs typeface="Segoe UI" panose="020B0502040204020203" pitchFamily="34" charset="0"/>
              </a:rPr>
              <a:t>Supervisor </a:t>
            </a:r>
            <a:r>
              <a:rPr lang="en-US" sz="800" dirty="0" err="1">
                <a:solidFill>
                  <a:srgbClr val="3C3C3C"/>
                </a:solidFill>
                <a:latin typeface="Segoe UI" panose="020B0502040204020203" pitchFamily="34" charset="0"/>
                <a:cs typeface="Segoe UI" panose="020B0502040204020203" pitchFamily="34" charset="0"/>
              </a:rPr>
              <a:t>A.Mukasheva</a:t>
            </a:r>
            <a:r>
              <a:rPr lang="en-US" sz="800" dirty="0">
                <a:solidFill>
                  <a:srgbClr val="3C3C3C"/>
                </a:solidFill>
                <a:latin typeface="Segoe UI" panose="020B0502040204020203" pitchFamily="34" charset="0"/>
                <a:cs typeface="Segoe UI" panose="020B0502040204020203" pitchFamily="34" charset="0"/>
              </a:rPr>
              <a:t> / </a:t>
            </a:r>
            <a:r>
              <a:rPr lang="en-US" sz="800" dirty="0" err="1">
                <a:solidFill>
                  <a:srgbClr val="3C3C3C"/>
                </a:solidFill>
                <a:latin typeface="Segoe UI" panose="020B0502040204020203" pitchFamily="34" charset="0"/>
                <a:cs typeface="Segoe UI" panose="020B0502040204020203" pitchFamily="34" charset="0"/>
              </a:rPr>
              <a:t>Z.Krilevskaya</a:t>
            </a:r>
            <a:r>
              <a:rPr lang="en-US" sz="800" dirty="0">
                <a:solidFill>
                  <a:srgbClr val="3C3C3C"/>
                </a:solidFill>
                <a:latin typeface="Segoe UI" panose="020B0502040204020203" pitchFamily="34" charset="0"/>
                <a:cs typeface="Segoe UI" panose="020B0502040204020203" pitchFamily="34" charset="0"/>
              </a:rPr>
              <a:t> .</a:t>
            </a:r>
          </a:p>
          <a:p>
            <a:pPr algn="ctr" defTabSz="914413"/>
            <a:r>
              <a:rPr lang="en-US" sz="800" dirty="0">
                <a:solidFill>
                  <a:prstClr val="black"/>
                </a:solidFill>
                <a:latin typeface="Segoe UI" panose="020B0502040204020203" pitchFamily="34" charset="0"/>
                <a:cs typeface="Segoe UI" panose="020B0502040204020203" pitchFamily="34" charset="0"/>
              </a:rPr>
              <a:t>EW DHK ROT (B2B)179195/179194</a:t>
            </a:r>
            <a:endParaRPr lang="en-US" sz="800" dirty="0">
              <a:solidFill>
                <a:srgbClr val="3C3C3C"/>
              </a:solidFill>
              <a:latin typeface="Segoe UI" panose="020B0502040204020203" pitchFamily="34" charset="0"/>
              <a:cs typeface="Segoe UI" panose="020B0502040204020203" pitchFamily="34" charset="0"/>
            </a:endParaRPr>
          </a:p>
        </p:txBody>
      </p:sp>
      <p:cxnSp>
        <p:nvCxnSpPr>
          <p:cNvPr id="66" name="Connector: Elbow 65">
            <a:extLst>
              <a:ext uri="{FF2B5EF4-FFF2-40B4-BE49-F238E27FC236}">
                <a16:creationId xmlns:a16="http://schemas.microsoft.com/office/drawing/2014/main" id="{56DE796D-DC32-C38F-2CCE-DD8F6A09C4C4}"/>
              </a:ext>
            </a:extLst>
          </p:cNvPr>
          <p:cNvCxnSpPr>
            <a:cxnSpLocks/>
            <a:endCxn id="65" idx="1"/>
          </p:cNvCxnSpPr>
          <p:nvPr/>
        </p:nvCxnSpPr>
        <p:spPr>
          <a:xfrm rot="16200000" flipH="1">
            <a:off x="6714772" y="4380198"/>
            <a:ext cx="434792" cy="117564"/>
          </a:xfrm>
          <a:prstGeom prst="bentConnector2">
            <a:avLst/>
          </a:prstGeom>
          <a:ln>
            <a:prstDash val="solid"/>
          </a:ln>
        </p:spPr>
        <p:style>
          <a:lnRef idx="2">
            <a:schemeClr val="accent1"/>
          </a:lnRef>
          <a:fillRef idx="0">
            <a:schemeClr val="accent1"/>
          </a:fillRef>
          <a:effectRef idx="1">
            <a:schemeClr val="accent1"/>
          </a:effectRef>
          <a:fontRef idx="minor">
            <a:schemeClr val="tx1"/>
          </a:fontRef>
        </p:style>
      </p:cxnSp>
      <p:sp>
        <p:nvSpPr>
          <p:cNvPr id="98" name="Rectangle 97">
            <a:extLst>
              <a:ext uri="{FF2B5EF4-FFF2-40B4-BE49-F238E27FC236}">
                <a16:creationId xmlns:a16="http://schemas.microsoft.com/office/drawing/2014/main" id="{ACB21404-DF60-33F7-5714-8ED02FE2230D}"/>
              </a:ext>
            </a:extLst>
          </p:cNvPr>
          <p:cNvSpPr/>
          <p:nvPr/>
        </p:nvSpPr>
        <p:spPr>
          <a:xfrm>
            <a:off x="2209605" y="1727367"/>
            <a:ext cx="1408457" cy="507699"/>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SIP Manager</a:t>
            </a:r>
          </a:p>
          <a:p>
            <a:pPr algn="ctr" defTabSz="914413"/>
            <a:r>
              <a:rPr lang="en-US" sz="800" dirty="0">
                <a:solidFill>
                  <a:prstClr val="black"/>
                </a:solidFill>
                <a:latin typeface="Segoe UI" panose="020B0502040204020203" pitchFamily="34" charset="0"/>
                <a:cs typeface="Segoe UI" panose="020B0502040204020203" pitchFamily="34" charset="0"/>
              </a:rPr>
              <a:t>R. Aubekerov</a:t>
            </a:r>
          </a:p>
          <a:p>
            <a:pPr algn="ctr" defTabSz="914413"/>
            <a:r>
              <a:rPr lang="en-US" sz="800" dirty="0">
                <a:solidFill>
                  <a:prstClr val="black"/>
                </a:solidFill>
                <a:latin typeface="Segoe UI" panose="020B0502040204020203" pitchFamily="34" charset="0"/>
                <a:cs typeface="Segoe UI" panose="020B0502040204020203" pitchFamily="34" charset="0"/>
              </a:rPr>
              <a:t>AT SEC OFFC 107574</a:t>
            </a:r>
            <a:endParaRPr lang="en-US" sz="800" b="1" dirty="0">
              <a:solidFill>
                <a:srgbClr val="0070C0"/>
              </a:solidFill>
              <a:latin typeface="Segoe UI" panose="020B0502040204020203" pitchFamily="34" charset="0"/>
              <a:cs typeface="Segoe UI" panose="020B0502040204020203" pitchFamily="34" charset="0"/>
            </a:endParaRPr>
          </a:p>
        </p:txBody>
      </p:sp>
      <p:sp>
        <p:nvSpPr>
          <p:cNvPr id="100" name="Rectangle 99">
            <a:extLst>
              <a:ext uri="{FF2B5EF4-FFF2-40B4-BE49-F238E27FC236}">
                <a16:creationId xmlns:a16="http://schemas.microsoft.com/office/drawing/2014/main" id="{7AC93089-B4FD-12B5-0999-65EBD0EE2937}"/>
              </a:ext>
            </a:extLst>
          </p:cNvPr>
          <p:cNvSpPr/>
          <p:nvPr/>
        </p:nvSpPr>
        <p:spPr>
          <a:xfrm>
            <a:off x="1870662" y="2435175"/>
            <a:ext cx="1225630" cy="434059"/>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Head of SIP Execution</a:t>
            </a:r>
          </a:p>
          <a:p>
            <a:pPr marL="228603" indent="-228603" algn="ctr" defTabSz="914413">
              <a:buFontTx/>
              <a:buAutoNum type="alphaUcPeriod"/>
            </a:pPr>
            <a:r>
              <a:rPr lang="en-US" sz="800" dirty="0">
                <a:solidFill>
                  <a:prstClr val="black"/>
                </a:solidFill>
                <a:latin typeface="Segoe UI" panose="020B0502040204020203" pitchFamily="34" charset="0"/>
                <a:cs typeface="Segoe UI" panose="020B0502040204020203" pitchFamily="34" charset="0"/>
              </a:rPr>
              <a:t>Baigenzheyev</a:t>
            </a:r>
          </a:p>
          <a:p>
            <a:pPr algn="ctr" defTabSz="914413"/>
            <a:r>
              <a:rPr lang="en-US" sz="800" dirty="0">
                <a:solidFill>
                  <a:prstClr val="black"/>
                </a:solidFill>
                <a:latin typeface="Segoe UI" panose="020B0502040204020203" pitchFamily="34" charset="0"/>
                <a:cs typeface="Segoe UI" panose="020B0502040204020203" pitchFamily="34" charset="0"/>
              </a:rPr>
              <a:t>AT DHK OFFC 108043</a:t>
            </a:r>
          </a:p>
        </p:txBody>
      </p:sp>
      <p:sp>
        <p:nvSpPr>
          <p:cNvPr id="101" name="Rectangle 100">
            <a:extLst>
              <a:ext uri="{FF2B5EF4-FFF2-40B4-BE49-F238E27FC236}">
                <a16:creationId xmlns:a16="http://schemas.microsoft.com/office/drawing/2014/main" id="{1CE321CE-1180-09D0-3273-0DC88AE37F17}"/>
              </a:ext>
            </a:extLst>
          </p:cNvPr>
          <p:cNvSpPr/>
          <p:nvPr/>
        </p:nvSpPr>
        <p:spPr>
          <a:xfrm>
            <a:off x="3234669" y="2435176"/>
            <a:ext cx="1249082" cy="427251"/>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Head of SIP Engineering</a:t>
            </a:r>
          </a:p>
          <a:p>
            <a:pPr algn="ctr" defTabSz="914413"/>
            <a:r>
              <a:rPr lang="en-US" sz="800" dirty="0">
                <a:solidFill>
                  <a:prstClr val="black"/>
                </a:solidFill>
                <a:latin typeface="Segoe UI" panose="020B0502040204020203" pitchFamily="34" charset="0"/>
                <a:cs typeface="Segoe UI" panose="020B0502040204020203" pitchFamily="34" charset="0"/>
              </a:rPr>
              <a:t>N. </a:t>
            </a:r>
            <a:r>
              <a:rPr lang="en-US" sz="800" dirty="0" err="1">
                <a:solidFill>
                  <a:prstClr val="black"/>
                </a:solidFill>
                <a:latin typeface="Segoe UI" panose="020B0502040204020203" pitchFamily="34" charset="0"/>
                <a:cs typeface="Segoe UI" panose="020B0502040204020203" pitchFamily="34" charset="0"/>
              </a:rPr>
              <a:t>Zhubatyrov</a:t>
            </a:r>
            <a:endParaRPr lang="en-US" sz="800" dirty="0">
              <a:solidFill>
                <a:prstClr val="black"/>
              </a:solidFill>
              <a:latin typeface="Segoe UI" panose="020B0502040204020203" pitchFamily="34" charset="0"/>
              <a:cs typeface="Segoe UI" panose="020B0502040204020203" pitchFamily="34" charset="0"/>
            </a:endParaRPr>
          </a:p>
          <a:p>
            <a:pPr algn="ctr" defTabSz="914413"/>
            <a:r>
              <a:rPr lang="en-US" sz="800" dirty="0">
                <a:solidFill>
                  <a:prstClr val="black"/>
                </a:solidFill>
                <a:latin typeface="Segoe UI" panose="020B0502040204020203" pitchFamily="34" charset="0"/>
                <a:cs typeface="Segoe UI" panose="020B0502040204020203" pitchFamily="34" charset="0"/>
              </a:rPr>
              <a:t>AT DHK OFFC108039</a:t>
            </a:r>
          </a:p>
          <a:p>
            <a:pPr algn="ctr" defTabSz="914413"/>
            <a:endParaRPr lang="en-US" sz="800" dirty="0">
              <a:solidFill>
                <a:prstClr val="black"/>
              </a:solidFill>
              <a:latin typeface="Segoe UI" panose="020B0502040204020203" pitchFamily="34" charset="0"/>
              <a:cs typeface="Segoe UI" panose="020B0502040204020203" pitchFamily="34" charset="0"/>
            </a:endParaRPr>
          </a:p>
        </p:txBody>
      </p:sp>
      <p:cxnSp>
        <p:nvCxnSpPr>
          <p:cNvPr id="102" name="Connector: Elbow 101">
            <a:extLst>
              <a:ext uri="{FF2B5EF4-FFF2-40B4-BE49-F238E27FC236}">
                <a16:creationId xmlns:a16="http://schemas.microsoft.com/office/drawing/2014/main" id="{BBF77F8C-A2BC-C820-4567-DAD8249EA193}"/>
              </a:ext>
            </a:extLst>
          </p:cNvPr>
          <p:cNvCxnSpPr>
            <a:cxnSpLocks/>
            <a:stCxn id="100" idx="0"/>
            <a:endCxn id="98" idx="2"/>
          </p:cNvCxnSpPr>
          <p:nvPr/>
        </p:nvCxnSpPr>
        <p:spPr>
          <a:xfrm rot="5400000" flipH="1" flipV="1">
            <a:off x="2598600" y="2119943"/>
            <a:ext cx="200110" cy="430357"/>
          </a:xfrm>
          <a:prstGeom prst="bentConnector3">
            <a:avLst>
              <a:gd name="adj1" fmla="val 50000"/>
            </a:avLst>
          </a:prstGeom>
          <a:ln>
            <a:prstDash val="solid"/>
          </a:ln>
        </p:spPr>
        <p:style>
          <a:lnRef idx="2">
            <a:schemeClr val="accent1"/>
          </a:lnRef>
          <a:fillRef idx="0">
            <a:schemeClr val="accent1"/>
          </a:fillRef>
          <a:effectRef idx="1">
            <a:schemeClr val="accent1"/>
          </a:effectRef>
          <a:fontRef idx="minor">
            <a:schemeClr val="tx1"/>
          </a:fontRef>
        </p:style>
      </p:cxnSp>
      <p:cxnSp>
        <p:nvCxnSpPr>
          <p:cNvPr id="103" name="Connector: Elbow 102">
            <a:extLst>
              <a:ext uri="{FF2B5EF4-FFF2-40B4-BE49-F238E27FC236}">
                <a16:creationId xmlns:a16="http://schemas.microsoft.com/office/drawing/2014/main" id="{75EB743F-790E-7CD1-9875-1BD7C39F08B9}"/>
              </a:ext>
            </a:extLst>
          </p:cNvPr>
          <p:cNvCxnSpPr>
            <a:cxnSpLocks/>
            <a:stCxn id="101" idx="0"/>
            <a:endCxn id="98" idx="2"/>
          </p:cNvCxnSpPr>
          <p:nvPr/>
        </p:nvCxnSpPr>
        <p:spPr>
          <a:xfrm rot="16200000" flipV="1">
            <a:off x="3286468" y="1862432"/>
            <a:ext cx="200110" cy="945377"/>
          </a:xfrm>
          <a:prstGeom prst="bentConnector3">
            <a:avLst>
              <a:gd name="adj1" fmla="val 50000"/>
            </a:avLst>
          </a:prstGeom>
          <a:ln>
            <a:prstDash val="solid"/>
          </a:ln>
        </p:spPr>
        <p:style>
          <a:lnRef idx="2">
            <a:schemeClr val="accent1"/>
          </a:lnRef>
          <a:fillRef idx="0">
            <a:schemeClr val="accent1"/>
          </a:fillRef>
          <a:effectRef idx="1">
            <a:schemeClr val="accent1"/>
          </a:effectRef>
          <a:fontRef idx="minor">
            <a:schemeClr val="tx1"/>
          </a:fontRef>
        </p:style>
      </p:cxnSp>
      <p:sp>
        <p:nvSpPr>
          <p:cNvPr id="104" name="Rectangle 103">
            <a:extLst>
              <a:ext uri="{FF2B5EF4-FFF2-40B4-BE49-F238E27FC236}">
                <a16:creationId xmlns:a16="http://schemas.microsoft.com/office/drawing/2014/main" id="{FE6DC638-3C88-A0BB-72C2-025C599B8074}"/>
              </a:ext>
            </a:extLst>
          </p:cNvPr>
          <p:cNvSpPr/>
          <p:nvPr/>
        </p:nvSpPr>
        <p:spPr>
          <a:xfrm>
            <a:off x="1742538" y="4140518"/>
            <a:ext cx="1205559" cy="465147"/>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SIP Execution Team Lead S. </a:t>
            </a:r>
            <a:r>
              <a:rPr lang="en-US" sz="800" dirty="0" err="1">
                <a:solidFill>
                  <a:prstClr val="black"/>
                </a:solidFill>
                <a:latin typeface="Segoe UI" panose="020B0502040204020203" pitchFamily="34" charset="0"/>
                <a:cs typeface="Segoe UI" panose="020B0502040204020203" pitchFamily="34" charset="0"/>
              </a:rPr>
              <a:t>Kadyrbayev</a:t>
            </a:r>
            <a:endParaRPr lang="en-US" sz="800" dirty="0">
              <a:solidFill>
                <a:prstClr val="black"/>
              </a:solidFill>
              <a:latin typeface="Segoe UI" panose="020B0502040204020203" pitchFamily="34" charset="0"/>
              <a:cs typeface="Segoe UI" panose="020B0502040204020203" pitchFamily="34" charset="0"/>
            </a:endParaRPr>
          </a:p>
          <a:p>
            <a:pPr algn="ctr" defTabSz="914413"/>
            <a:r>
              <a:rPr lang="en-US" sz="800" dirty="0">
                <a:solidFill>
                  <a:prstClr val="black"/>
                </a:solidFill>
                <a:latin typeface="Segoe UI" panose="020B0502040204020203" pitchFamily="34" charset="0"/>
                <a:cs typeface="Segoe UI" panose="020B0502040204020203" pitchFamily="34" charset="0"/>
              </a:rPr>
              <a:t>AK DHK OFFC 108045</a:t>
            </a:r>
          </a:p>
        </p:txBody>
      </p:sp>
      <p:cxnSp>
        <p:nvCxnSpPr>
          <p:cNvPr id="105" name="Connector: Elbow 104">
            <a:extLst>
              <a:ext uri="{FF2B5EF4-FFF2-40B4-BE49-F238E27FC236}">
                <a16:creationId xmlns:a16="http://schemas.microsoft.com/office/drawing/2014/main" id="{8D62F938-B631-4989-B789-4D9A3545CB32}"/>
              </a:ext>
            </a:extLst>
          </p:cNvPr>
          <p:cNvCxnSpPr>
            <a:cxnSpLocks/>
            <a:stCxn id="104" idx="3"/>
          </p:cNvCxnSpPr>
          <p:nvPr/>
        </p:nvCxnSpPr>
        <p:spPr>
          <a:xfrm flipV="1">
            <a:off x="2948097" y="2862426"/>
            <a:ext cx="88282" cy="1510665"/>
          </a:xfrm>
          <a:prstGeom prst="bentConnector2">
            <a:avLst/>
          </a:prstGeom>
          <a:ln>
            <a:prstDash val="solid"/>
          </a:ln>
        </p:spPr>
        <p:style>
          <a:lnRef idx="2">
            <a:schemeClr val="accent1"/>
          </a:lnRef>
          <a:fillRef idx="0">
            <a:schemeClr val="accent1"/>
          </a:fillRef>
          <a:effectRef idx="1">
            <a:schemeClr val="accent1"/>
          </a:effectRef>
          <a:fontRef idx="minor">
            <a:schemeClr val="tx1"/>
          </a:fontRef>
        </p:style>
      </p:cxnSp>
      <p:sp>
        <p:nvSpPr>
          <p:cNvPr id="107" name="Rectangle 106">
            <a:extLst>
              <a:ext uri="{FF2B5EF4-FFF2-40B4-BE49-F238E27FC236}">
                <a16:creationId xmlns:a16="http://schemas.microsoft.com/office/drawing/2014/main" id="{2F05EDD0-76CC-46E1-A61D-02E28B8D0ECC}"/>
              </a:ext>
            </a:extLst>
          </p:cNvPr>
          <p:cNvSpPr/>
          <p:nvPr/>
        </p:nvSpPr>
        <p:spPr>
          <a:xfrm>
            <a:off x="1750224" y="3039433"/>
            <a:ext cx="1205559" cy="465147"/>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Civil Construction Engineer N. </a:t>
            </a:r>
            <a:r>
              <a:rPr lang="en-US" sz="800" dirty="0" err="1">
                <a:solidFill>
                  <a:prstClr val="black"/>
                </a:solidFill>
                <a:latin typeface="Segoe UI" panose="020B0502040204020203" pitchFamily="34" charset="0"/>
                <a:cs typeface="Segoe UI" panose="020B0502040204020203" pitchFamily="34" charset="0"/>
              </a:rPr>
              <a:t>Abilkairov</a:t>
            </a:r>
            <a:endParaRPr lang="en-US" sz="800" dirty="0">
              <a:solidFill>
                <a:prstClr val="black"/>
              </a:solidFill>
              <a:latin typeface="Segoe UI" panose="020B0502040204020203" pitchFamily="34" charset="0"/>
              <a:cs typeface="Segoe UI" panose="020B0502040204020203" pitchFamily="34" charset="0"/>
            </a:endParaRPr>
          </a:p>
          <a:p>
            <a:pPr algn="ctr" defTabSz="914413"/>
            <a:r>
              <a:rPr lang="en-US" sz="800" dirty="0">
                <a:solidFill>
                  <a:prstClr val="black"/>
                </a:solidFill>
                <a:latin typeface="Segoe UI" panose="020B0502040204020203" pitchFamily="34" charset="0"/>
                <a:cs typeface="Segoe UI" panose="020B0502040204020203" pitchFamily="34" charset="0"/>
              </a:rPr>
              <a:t>AT DHK OFFC 108539</a:t>
            </a:r>
          </a:p>
        </p:txBody>
      </p:sp>
      <p:sp>
        <p:nvSpPr>
          <p:cNvPr id="108" name="Rectangle 107">
            <a:extLst>
              <a:ext uri="{FF2B5EF4-FFF2-40B4-BE49-F238E27FC236}">
                <a16:creationId xmlns:a16="http://schemas.microsoft.com/office/drawing/2014/main" id="{C96CC3EB-E96A-815D-DF6D-8F1FB4C75E82}"/>
              </a:ext>
            </a:extLst>
          </p:cNvPr>
          <p:cNvSpPr/>
          <p:nvPr/>
        </p:nvSpPr>
        <p:spPr>
          <a:xfrm>
            <a:off x="1740496" y="3565698"/>
            <a:ext cx="1205559" cy="465147"/>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Electrical Engineer</a:t>
            </a:r>
          </a:p>
          <a:p>
            <a:pPr algn="ctr" defTabSz="914413"/>
            <a:r>
              <a:rPr lang="en-US" sz="800" dirty="0">
                <a:solidFill>
                  <a:prstClr val="black"/>
                </a:solidFill>
                <a:latin typeface="Segoe UI" panose="020B0502040204020203" pitchFamily="34" charset="0"/>
                <a:cs typeface="Segoe UI" panose="020B0502040204020203" pitchFamily="34" charset="0"/>
              </a:rPr>
              <a:t>Z. Zhumabekov</a:t>
            </a:r>
          </a:p>
          <a:p>
            <a:pPr algn="ctr" defTabSz="914413"/>
            <a:r>
              <a:rPr lang="en-US" sz="800" dirty="0">
                <a:solidFill>
                  <a:prstClr val="black"/>
                </a:solidFill>
                <a:latin typeface="Segoe UI" panose="020B0502040204020203" pitchFamily="34" charset="0"/>
                <a:cs typeface="Segoe UI" panose="020B0502040204020203" pitchFamily="34" charset="0"/>
              </a:rPr>
              <a:t>AT DHK OFFC 108044</a:t>
            </a:r>
          </a:p>
        </p:txBody>
      </p:sp>
      <p:sp>
        <p:nvSpPr>
          <p:cNvPr id="110" name="Rectangle 109">
            <a:extLst>
              <a:ext uri="{FF2B5EF4-FFF2-40B4-BE49-F238E27FC236}">
                <a16:creationId xmlns:a16="http://schemas.microsoft.com/office/drawing/2014/main" id="{6FB43622-340E-7EA8-32AB-3B18C0F9BAF8}"/>
              </a:ext>
            </a:extLst>
          </p:cNvPr>
          <p:cNvSpPr/>
          <p:nvPr/>
        </p:nvSpPr>
        <p:spPr>
          <a:xfrm>
            <a:off x="1459581" y="4709056"/>
            <a:ext cx="1266068" cy="465147"/>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Civil Construction Engineer S. </a:t>
            </a:r>
            <a:r>
              <a:rPr lang="en-US" sz="800" dirty="0" err="1">
                <a:solidFill>
                  <a:prstClr val="black"/>
                </a:solidFill>
                <a:latin typeface="Segoe UI" panose="020B0502040204020203" pitchFamily="34" charset="0"/>
                <a:cs typeface="Segoe UI" panose="020B0502040204020203" pitchFamily="34" charset="0"/>
              </a:rPr>
              <a:t>Sakenov</a:t>
            </a:r>
            <a:endParaRPr lang="en-US" sz="800" dirty="0">
              <a:solidFill>
                <a:prstClr val="black"/>
              </a:solidFill>
              <a:latin typeface="Segoe UI" panose="020B0502040204020203" pitchFamily="34" charset="0"/>
              <a:cs typeface="Segoe UI" panose="020B0502040204020203" pitchFamily="34" charset="0"/>
            </a:endParaRPr>
          </a:p>
          <a:p>
            <a:pPr algn="ctr" defTabSz="914413"/>
            <a:r>
              <a:rPr lang="en-US" sz="800" dirty="0">
                <a:solidFill>
                  <a:prstClr val="black"/>
                </a:solidFill>
                <a:latin typeface="Segoe UI" panose="020B0502040204020203" pitchFamily="34" charset="0"/>
                <a:cs typeface="Segoe UI" panose="020B0502040204020203" pitchFamily="34" charset="0"/>
              </a:rPr>
              <a:t>AK DHK OFFC 108540</a:t>
            </a:r>
          </a:p>
        </p:txBody>
      </p:sp>
      <p:sp>
        <p:nvSpPr>
          <p:cNvPr id="115" name="Rectangle 114">
            <a:extLst>
              <a:ext uri="{FF2B5EF4-FFF2-40B4-BE49-F238E27FC236}">
                <a16:creationId xmlns:a16="http://schemas.microsoft.com/office/drawing/2014/main" id="{05B6A905-DE8A-9F4B-7524-9CC194F7B7AF}"/>
              </a:ext>
            </a:extLst>
          </p:cNvPr>
          <p:cNvSpPr/>
          <p:nvPr/>
        </p:nvSpPr>
        <p:spPr>
          <a:xfrm>
            <a:off x="3436111" y="3016787"/>
            <a:ext cx="1080126" cy="698488"/>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rgbClr val="3C3C3C"/>
                </a:solidFill>
                <a:latin typeface="Segoe UI" panose="020B0502040204020203" pitchFamily="34" charset="0"/>
                <a:cs typeface="Segoe UI" panose="020B0502040204020203" pitchFamily="34" charset="0"/>
              </a:rPr>
              <a:t>Project Engineer (Mechanical &amp; HVAC)  </a:t>
            </a:r>
          </a:p>
          <a:p>
            <a:pPr algn="ctr" defTabSz="914413"/>
            <a:r>
              <a:rPr lang="en-US" sz="800" dirty="0">
                <a:solidFill>
                  <a:prstClr val="black"/>
                </a:solidFill>
                <a:latin typeface="Segoe UI" panose="020B0502040204020203" pitchFamily="34" charset="0"/>
                <a:cs typeface="Segoe UI" panose="020B0502040204020203" pitchFamily="34" charset="0"/>
              </a:rPr>
              <a:t>K. </a:t>
            </a:r>
            <a:r>
              <a:rPr lang="en-US" sz="800" dirty="0" err="1">
                <a:solidFill>
                  <a:prstClr val="black"/>
                </a:solidFill>
                <a:latin typeface="Segoe UI" panose="020B0502040204020203" pitchFamily="34" charset="0"/>
                <a:cs typeface="Segoe UI" panose="020B0502040204020203" pitchFamily="34" charset="0"/>
              </a:rPr>
              <a:t>Ikhsanov</a:t>
            </a:r>
            <a:endParaRPr lang="en-US" sz="800" dirty="0">
              <a:solidFill>
                <a:prstClr val="black"/>
              </a:solidFill>
              <a:latin typeface="Segoe UI" panose="020B0502040204020203" pitchFamily="34" charset="0"/>
              <a:cs typeface="Segoe UI" panose="020B0502040204020203" pitchFamily="34" charset="0"/>
            </a:endParaRPr>
          </a:p>
          <a:p>
            <a:pPr algn="ctr" defTabSz="914413"/>
            <a:r>
              <a:rPr lang="en-US" sz="800" dirty="0">
                <a:solidFill>
                  <a:prstClr val="black"/>
                </a:solidFill>
                <a:latin typeface="Segoe UI" panose="020B0502040204020203" pitchFamily="34" charset="0"/>
                <a:cs typeface="Segoe UI" panose="020B0502040204020203" pitchFamily="34" charset="0"/>
              </a:rPr>
              <a:t>AT DHK OFFC 108537</a:t>
            </a:r>
          </a:p>
        </p:txBody>
      </p:sp>
      <p:sp>
        <p:nvSpPr>
          <p:cNvPr id="116" name="Rectangle 115">
            <a:extLst>
              <a:ext uri="{FF2B5EF4-FFF2-40B4-BE49-F238E27FC236}">
                <a16:creationId xmlns:a16="http://schemas.microsoft.com/office/drawing/2014/main" id="{0A024762-1B72-A4A6-669C-17E809766220}"/>
              </a:ext>
            </a:extLst>
          </p:cNvPr>
          <p:cNvSpPr/>
          <p:nvPr/>
        </p:nvSpPr>
        <p:spPr>
          <a:xfrm>
            <a:off x="3420201" y="3843834"/>
            <a:ext cx="1096036" cy="465147"/>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Cost Estimator (SIP)</a:t>
            </a:r>
          </a:p>
          <a:p>
            <a:pPr algn="ctr" defTabSz="914413"/>
            <a:r>
              <a:rPr lang="en-US" sz="800" dirty="0">
                <a:solidFill>
                  <a:prstClr val="black"/>
                </a:solidFill>
                <a:latin typeface="Segoe UI" panose="020B0502040204020203" pitchFamily="34" charset="0"/>
                <a:cs typeface="Segoe UI" panose="020B0502040204020203" pitchFamily="34" charset="0"/>
              </a:rPr>
              <a:t>N. </a:t>
            </a:r>
            <a:r>
              <a:rPr lang="en-US" sz="800" dirty="0" err="1">
                <a:solidFill>
                  <a:prstClr val="black"/>
                </a:solidFill>
                <a:latin typeface="Segoe UI" panose="020B0502040204020203" pitchFamily="34" charset="0"/>
                <a:cs typeface="Segoe UI" panose="020B0502040204020203" pitchFamily="34" charset="0"/>
              </a:rPr>
              <a:t>Chureyeva</a:t>
            </a:r>
            <a:endParaRPr lang="en-US" sz="800" dirty="0">
              <a:solidFill>
                <a:prstClr val="black"/>
              </a:solidFill>
              <a:latin typeface="Segoe UI" panose="020B0502040204020203" pitchFamily="34" charset="0"/>
              <a:cs typeface="Segoe UI" panose="020B0502040204020203" pitchFamily="34" charset="0"/>
            </a:endParaRPr>
          </a:p>
          <a:p>
            <a:pPr algn="ctr" defTabSz="914413"/>
            <a:r>
              <a:rPr lang="en-US" sz="800" dirty="0">
                <a:solidFill>
                  <a:prstClr val="black"/>
                </a:solidFill>
                <a:latin typeface="Segoe UI" panose="020B0502040204020203" pitchFamily="34" charset="0"/>
                <a:cs typeface="Segoe UI" panose="020B0502040204020203" pitchFamily="34" charset="0"/>
              </a:rPr>
              <a:t>AT DHK OFFC 108769</a:t>
            </a:r>
          </a:p>
        </p:txBody>
      </p:sp>
      <p:sp>
        <p:nvSpPr>
          <p:cNvPr id="117" name="Rectangle 116">
            <a:extLst>
              <a:ext uri="{FF2B5EF4-FFF2-40B4-BE49-F238E27FC236}">
                <a16:creationId xmlns:a16="http://schemas.microsoft.com/office/drawing/2014/main" id="{226B6DBF-EC74-4B7B-E453-E9F14F582339}"/>
              </a:ext>
            </a:extLst>
          </p:cNvPr>
          <p:cNvSpPr/>
          <p:nvPr/>
        </p:nvSpPr>
        <p:spPr>
          <a:xfrm>
            <a:off x="3420201" y="4431193"/>
            <a:ext cx="1096036" cy="465147"/>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Project Engineer (Civil) S. Aron</a:t>
            </a:r>
          </a:p>
          <a:p>
            <a:pPr algn="ctr" defTabSz="914413"/>
            <a:r>
              <a:rPr lang="en-US" sz="800" dirty="0">
                <a:solidFill>
                  <a:prstClr val="black"/>
                </a:solidFill>
                <a:latin typeface="Segoe UI" panose="020B0502040204020203" pitchFamily="34" charset="0"/>
                <a:cs typeface="Segoe UI" panose="020B0502040204020203" pitchFamily="34" charset="0"/>
              </a:rPr>
              <a:t>AT DHK OFFC 108041</a:t>
            </a:r>
          </a:p>
        </p:txBody>
      </p:sp>
      <p:cxnSp>
        <p:nvCxnSpPr>
          <p:cNvPr id="118" name="Connector: Elbow 117">
            <a:extLst>
              <a:ext uri="{FF2B5EF4-FFF2-40B4-BE49-F238E27FC236}">
                <a16:creationId xmlns:a16="http://schemas.microsoft.com/office/drawing/2014/main" id="{9E898026-4671-C756-9F84-AB94B3DBD753}"/>
              </a:ext>
            </a:extLst>
          </p:cNvPr>
          <p:cNvCxnSpPr>
            <a:cxnSpLocks/>
            <a:endCxn id="115" idx="1"/>
          </p:cNvCxnSpPr>
          <p:nvPr/>
        </p:nvCxnSpPr>
        <p:spPr>
          <a:xfrm rot="16200000" flipH="1">
            <a:off x="3123609" y="3053531"/>
            <a:ext cx="501544" cy="123459"/>
          </a:xfrm>
          <a:prstGeom prst="bentConnector2">
            <a:avLst/>
          </a:prstGeom>
          <a:ln>
            <a:prstDash val="solid"/>
          </a:ln>
        </p:spPr>
        <p:style>
          <a:lnRef idx="2">
            <a:schemeClr val="accent1"/>
          </a:lnRef>
          <a:fillRef idx="0">
            <a:schemeClr val="accent1"/>
          </a:fillRef>
          <a:effectRef idx="1">
            <a:schemeClr val="accent1"/>
          </a:effectRef>
          <a:fontRef idx="minor">
            <a:schemeClr val="tx1"/>
          </a:fontRef>
        </p:style>
      </p:cxnSp>
      <p:cxnSp>
        <p:nvCxnSpPr>
          <p:cNvPr id="119" name="Connector: Elbow 118">
            <a:extLst>
              <a:ext uri="{FF2B5EF4-FFF2-40B4-BE49-F238E27FC236}">
                <a16:creationId xmlns:a16="http://schemas.microsoft.com/office/drawing/2014/main" id="{FD240825-8060-0576-929B-F681F1B47F40}"/>
              </a:ext>
            </a:extLst>
          </p:cNvPr>
          <p:cNvCxnSpPr>
            <a:cxnSpLocks/>
            <a:endCxn id="116" idx="1"/>
          </p:cNvCxnSpPr>
          <p:nvPr/>
        </p:nvCxnSpPr>
        <p:spPr>
          <a:xfrm rot="16200000" flipH="1">
            <a:off x="2867014" y="3523220"/>
            <a:ext cx="998825" cy="107549"/>
          </a:xfrm>
          <a:prstGeom prst="bentConnector2">
            <a:avLst/>
          </a:prstGeom>
          <a:ln>
            <a:prstDash val="solid"/>
          </a:ln>
        </p:spPr>
        <p:style>
          <a:lnRef idx="2">
            <a:schemeClr val="accent1"/>
          </a:lnRef>
          <a:fillRef idx="0">
            <a:schemeClr val="accent1"/>
          </a:fillRef>
          <a:effectRef idx="1">
            <a:schemeClr val="accent1"/>
          </a:effectRef>
          <a:fontRef idx="minor">
            <a:schemeClr val="tx1"/>
          </a:fontRef>
        </p:style>
      </p:cxnSp>
      <p:cxnSp>
        <p:nvCxnSpPr>
          <p:cNvPr id="120" name="Connector: Elbow 119">
            <a:extLst>
              <a:ext uri="{FF2B5EF4-FFF2-40B4-BE49-F238E27FC236}">
                <a16:creationId xmlns:a16="http://schemas.microsoft.com/office/drawing/2014/main" id="{493D271F-6013-4D1F-EA46-D29D729187B1}"/>
              </a:ext>
            </a:extLst>
          </p:cNvPr>
          <p:cNvCxnSpPr>
            <a:cxnSpLocks/>
            <a:endCxn id="117" idx="1"/>
          </p:cNvCxnSpPr>
          <p:nvPr/>
        </p:nvCxnSpPr>
        <p:spPr>
          <a:xfrm rot="16200000" flipH="1">
            <a:off x="2553874" y="3797440"/>
            <a:ext cx="1625104" cy="107549"/>
          </a:xfrm>
          <a:prstGeom prst="bentConnector2">
            <a:avLst/>
          </a:prstGeom>
          <a:ln>
            <a:prstDash val="solid"/>
          </a:ln>
        </p:spPr>
        <p:style>
          <a:lnRef idx="2">
            <a:schemeClr val="accent1"/>
          </a:lnRef>
          <a:fillRef idx="0">
            <a:schemeClr val="accent1"/>
          </a:fillRef>
          <a:effectRef idx="1">
            <a:schemeClr val="accent1"/>
          </a:effectRef>
          <a:fontRef idx="minor">
            <a:schemeClr val="tx1"/>
          </a:fontRef>
        </p:style>
      </p:cxnSp>
      <p:cxnSp>
        <p:nvCxnSpPr>
          <p:cNvPr id="220" name="Connector: Elbow 219">
            <a:extLst>
              <a:ext uri="{FF2B5EF4-FFF2-40B4-BE49-F238E27FC236}">
                <a16:creationId xmlns:a16="http://schemas.microsoft.com/office/drawing/2014/main" id="{C60E4AB5-F697-35A8-3D08-98B9084064CE}"/>
              </a:ext>
            </a:extLst>
          </p:cNvPr>
          <p:cNvCxnSpPr>
            <a:cxnSpLocks/>
            <a:stCxn id="98" idx="0"/>
            <a:endCxn id="8" idx="2"/>
          </p:cNvCxnSpPr>
          <p:nvPr/>
        </p:nvCxnSpPr>
        <p:spPr>
          <a:xfrm rot="5400000" flipH="1" flipV="1">
            <a:off x="3570897" y="853240"/>
            <a:ext cx="217065" cy="1531190"/>
          </a:xfrm>
          <a:prstGeom prst="bentConnector3">
            <a:avLst/>
          </a:prstGeom>
          <a:ln>
            <a:prstDash val="solid"/>
          </a:ln>
        </p:spPr>
        <p:style>
          <a:lnRef idx="2">
            <a:schemeClr val="accent1"/>
          </a:lnRef>
          <a:fillRef idx="0">
            <a:schemeClr val="accent1"/>
          </a:fillRef>
          <a:effectRef idx="1">
            <a:schemeClr val="accent1"/>
          </a:effectRef>
          <a:fontRef idx="minor">
            <a:schemeClr val="tx1"/>
          </a:fontRef>
        </p:style>
      </p:cxnSp>
      <p:sp>
        <p:nvSpPr>
          <p:cNvPr id="242" name="Rectangle 241">
            <a:extLst>
              <a:ext uri="{FF2B5EF4-FFF2-40B4-BE49-F238E27FC236}">
                <a16:creationId xmlns:a16="http://schemas.microsoft.com/office/drawing/2014/main" id="{E2EA0889-B038-21AC-23E9-A4BC94B3C5E8}"/>
              </a:ext>
            </a:extLst>
          </p:cNvPr>
          <p:cNvSpPr/>
          <p:nvPr/>
        </p:nvSpPr>
        <p:spPr>
          <a:xfrm>
            <a:off x="407543" y="1683797"/>
            <a:ext cx="1244902" cy="570492"/>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Government Relations and Astana Office Manager M. Smailov </a:t>
            </a:r>
          </a:p>
          <a:p>
            <a:pPr algn="ctr" defTabSz="914413"/>
            <a:r>
              <a:rPr lang="en-US" sz="800" dirty="0">
                <a:solidFill>
                  <a:prstClr val="black"/>
                </a:solidFill>
                <a:latin typeface="Segoe UI" panose="020B0502040204020203" pitchFamily="34" charset="0"/>
                <a:cs typeface="Segoe UI" panose="020B0502040204020203" pitchFamily="34" charset="0"/>
              </a:rPr>
              <a:t>AS SEC OFFC 178249</a:t>
            </a:r>
          </a:p>
        </p:txBody>
      </p:sp>
      <p:sp>
        <p:nvSpPr>
          <p:cNvPr id="244" name="Rectangle 243">
            <a:extLst>
              <a:ext uri="{FF2B5EF4-FFF2-40B4-BE49-F238E27FC236}">
                <a16:creationId xmlns:a16="http://schemas.microsoft.com/office/drawing/2014/main" id="{19B14928-9CD8-A129-1755-A9B50B570DC3}"/>
              </a:ext>
            </a:extLst>
          </p:cNvPr>
          <p:cNvSpPr/>
          <p:nvPr/>
        </p:nvSpPr>
        <p:spPr>
          <a:xfrm>
            <a:off x="557286" y="2302855"/>
            <a:ext cx="1109690" cy="538103"/>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Head of Government Relations </a:t>
            </a:r>
          </a:p>
          <a:p>
            <a:pPr algn="ctr" defTabSz="914413"/>
            <a:r>
              <a:rPr lang="en-US" sz="800" dirty="0">
                <a:solidFill>
                  <a:prstClr val="black"/>
                </a:solidFill>
                <a:latin typeface="Segoe UI" panose="020B0502040204020203" pitchFamily="34" charset="0"/>
                <a:cs typeface="Segoe UI" panose="020B0502040204020203" pitchFamily="34" charset="0"/>
              </a:rPr>
              <a:t>B. Artykbekov </a:t>
            </a:r>
          </a:p>
          <a:p>
            <a:pPr algn="ctr" defTabSz="914413"/>
            <a:r>
              <a:rPr lang="en-US" sz="800" dirty="0">
                <a:solidFill>
                  <a:prstClr val="black"/>
                </a:solidFill>
                <a:latin typeface="Segoe UI" panose="020B0502040204020203" pitchFamily="34" charset="0"/>
                <a:cs typeface="Segoe UI" panose="020B0502040204020203" pitchFamily="34" charset="0"/>
              </a:rPr>
              <a:t>AS DHK OFFC 178730</a:t>
            </a:r>
          </a:p>
          <a:p>
            <a:pPr algn="ctr" defTabSz="914413"/>
            <a:endParaRPr lang="en-US" sz="800" dirty="0">
              <a:solidFill>
                <a:prstClr val="black"/>
              </a:solidFill>
              <a:latin typeface="Segoe UI" panose="020B0502040204020203" pitchFamily="34" charset="0"/>
              <a:cs typeface="Segoe UI" panose="020B0502040204020203" pitchFamily="34" charset="0"/>
            </a:endParaRPr>
          </a:p>
        </p:txBody>
      </p:sp>
      <p:cxnSp>
        <p:nvCxnSpPr>
          <p:cNvPr id="245" name="Connector: Elbow 244">
            <a:extLst>
              <a:ext uri="{FF2B5EF4-FFF2-40B4-BE49-F238E27FC236}">
                <a16:creationId xmlns:a16="http://schemas.microsoft.com/office/drawing/2014/main" id="{BEF5F6EF-DF35-DEF5-69C1-475111DE8027}"/>
              </a:ext>
            </a:extLst>
          </p:cNvPr>
          <p:cNvCxnSpPr>
            <a:cxnSpLocks/>
            <a:endCxn id="244" idx="1"/>
          </p:cNvCxnSpPr>
          <p:nvPr/>
        </p:nvCxnSpPr>
        <p:spPr>
          <a:xfrm rot="16200000" flipH="1">
            <a:off x="356633" y="2371255"/>
            <a:ext cx="317618" cy="83686"/>
          </a:xfrm>
          <a:prstGeom prst="bentConnector2">
            <a:avLst/>
          </a:prstGeom>
          <a:ln>
            <a:prstDash val="solid"/>
          </a:ln>
        </p:spPr>
        <p:style>
          <a:lnRef idx="1">
            <a:schemeClr val="accent1"/>
          </a:lnRef>
          <a:fillRef idx="0">
            <a:schemeClr val="accent1"/>
          </a:fillRef>
          <a:effectRef idx="0">
            <a:schemeClr val="accent1"/>
          </a:effectRef>
          <a:fontRef idx="minor">
            <a:schemeClr val="tx1"/>
          </a:fontRef>
        </p:style>
      </p:cxnSp>
      <p:sp>
        <p:nvSpPr>
          <p:cNvPr id="246" name="Rectangle 245">
            <a:extLst>
              <a:ext uri="{FF2B5EF4-FFF2-40B4-BE49-F238E27FC236}">
                <a16:creationId xmlns:a16="http://schemas.microsoft.com/office/drawing/2014/main" id="{A15CCD62-8B54-2156-A17C-8F3BE1492F61}"/>
              </a:ext>
            </a:extLst>
          </p:cNvPr>
          <p:cNvSpPr/>
          <p:nvPr/>
        </p:nvSpPr>
        <p:spPr>
          <a:xfrm>
            <a:off x="695663" y="2922045"/>
            <a:ext cx="998737" cy="746515"/>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chemeClr val="tx1"/>
                </a:solidFill>
                <a:latin typeface="Segoe UI" panose="020B0502040204020203" pitchFamily="34" charset="0"/>
                <a:cs typeface="Segoe UI" panose="020B0502040204020203" pitchFamily="34" charset="0"/>
              </a:rPr>
              <a:t>Government Relations Coordinator </a:t>
            </a:r>
          </a:p>
          <a:p>
            <a:pPr algn="ctr" defTabSz="914413"/>
            <a:r>
              <a:rPr lang="en-US" sz="800" dirty="0">
                <a:solidFill>
                  <a:prstClr val="black"/>
                </a:solidFill>
                <a:latin typeface="Segoe UI" panose="020B0502040204020203" pitchFamily="34" charset="0"/>
                <a:cs typeface="Segoe UI" panose="020B0502040204020203" pitchFamily="34" charset="0"/>
              </a:rPr>
              <a:t>Z. Akhmetov</a:t>
            </a:r>
          </a:p>
          <a:p>
            <a:pPr algn="ctr" defTabSz="914413"/>
            <a:r>
              <a:rPr lang="en-US" sz="800" dirty="0">
                <a:solidFill>
                  <a:prstClr val="black"/>
                </a:solidFill>
                <a:latin typeface="Segoe UI" panose="020B0502040204020203" pitchFamily="34" charset="0"/>
                <a:cs typeface="Segoe UI" panose="020B0502040204020203" pitchFamily="34" charset="0"/>
              </a:rPr>
              <a:t>AS DHK OFFC 179521 (ex-178262)</a:t>
            </a:r>
          </a:p>
          <a:p>
            <a:pPr algn="ctr" defTabSz="914413"/>
            <a:endParaRPr lang="en-US" sz="800" dirty="0">
              <a:solidFill>
                <a:prstClr val="black"/>
              </a:solidFill>
              <a:latin typeface="Segoe UI" panose="020B0502040204020203" pitchFamily="34" charset="0"/>
              <a:cs typeface="Segoe UI" panose="020B0502040204020203" pitchFamily="34" charset="0"/>
            </a:endParaRPr>
          </a:p>
        </p:txBody>
      </p:sp>
      <p:cxnSp>
        <p:nvCxnSpPr>
          <p:cNvPr id="247" name="Connector: Elbow 246">
            <a:extLst>
              <a:ext uri="{FF2B5EF4-FFF2-40B4-BE49-F238E27FC236}">
                <a16:creationId xmlns:a16="http://schemas.microsoft.com/office/drawing/2014/main" id="{26416ED9-6285-E083-2BB8-DD3B733AEF55}"/>
              </a:ext>
            </a:extLst>
          </p:cNvPr>
          <p:cNvCxnSpPr>
            <a:cxnSpLocks/>
            <a:endCxn id="246" idx="1"/>
          </p:cNvCxnSpPr>
          <p:nvPr/>
        </p:nvCxnSpPr>
        <p:spPr>
          <a:xfrm rot="16200000" flipH="1">
            <a:off x="425859" y="3025498"/>
            <a:ext cx="460534" cy="79074"/>
          </a:xfrm>
          <a:prstGeom prst="bentConnector2">
            <a:avLst/>
          </a:prstGeom>
          <a:ln>
            <a:prstDash val="solid"/>
          </a:ln>
        </p:spPr>
        <p:style>
          <a:lnRef idx="1">
            <a:schemeClr val="accent1"/>
          </a:lnRef>
          <a:fillRef idx="0">
            <a:schemeClr val="accent1"/>
          </a:fillRef>
          <a:effectRef idx="0">
            <a:schemeClr val="accent1"/>
          </a:effectRef>
          <a:fontRef idx="minor">
            <a:schemeClr val="tx1"/>
          </a:fontRef>
        </p:style>
      </p:cxnSp>
      <p:sp>
        <p:nvSpPr>
          <p:cNvPr id="248" name="Rectangle 247">
            <a:extLst>
              <a:ext uri="{FF2B5EF4-FFF2-40B4-BE49-F238E27FC236}">
                <a16:creationId xmlns:a16="http://schemas.microsoft.com/office/drawing/2014/main" id="{8896A2D4-7A06-FBB8-5380-AB0D5E46DCF3}"/>
              </a:ext>
            </a:extLst>
          </p:cNvPr>
          <p:cNvSpPr/>
          <p:nvPr/>
        </p:nvSpPr>
        <p:spPr>
          <a:xfrm>
            <a:off x="359241" y="3715017"/>
            <a:ext cx="1197617" cy="580042"/>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chemeClr val="tx1"/>
                </a:solidFill>
                <a:latin typeface="Segoe UI" panose="020B0502040204020203" pitchFamily="34" charset="0"/>
                <a:cs typeface="Segoe UI" panose="020B0502040204020203" pitchFamily="34" charset="0"/>
              </a:rPr>
              <a:t>Business Support Advisor</a:t>
            </a:r>
          </a:p>
          <a:p>
            <a:pPr algn="ctr" defTabSz="914413"/>
            <a:r>
              <a:rPr lang="en-US" sz="800" dirty="0">
                <a:solidFill>
                  <a:prstClr val="black"/>
                </a:solidFill>
                <a:latin typeface="Segoe UI" panose="020B0502040204020203" pitchFamily="34" charset="0"/>
                <a:cs typeface="Segoe UI" panose="020B0502040204020203" pitchFamily="34" charset="0"/>
              </a:rPr>
              <a:t>Z. </a:t>
            </a:r>
            <a:r>
              <a:rPr lang="en-US" sz="800" dirty="0" err="1">
                <a:solidFill>
                  <a:prstClr val="black"/>
                </a:solidFill>
                <a:latin typeface="Segoe UI" panose="020B0502040204020203" pitchFamily="34" charset="0"/>
                <a:cs typeface="Segoe UI" panose="020B0502040204020203" pitchFamily="34" charset="0"/>
              </a:rPr>
              <a:t>Yeszhanova</a:t>
            </a:r>
            <a:endParaRPr lang="en-US" sz="800" dirty="0">
              <a:solidFill>
                <a:prstClr val="black"/>
              </a:solidFill>
              <a:latin typeface="Segoe UI" panose="020B0502040204020203" pitchFamily="34" charset="0"/>
              <a:cs typeface="Segoe UI" panose="020B0502040204020203" pitchFamily="34" charset="0"/>
            </a:endParaRPr>
          </a:p>
          <a:p>
            <a:pPr algn="ctr" defTabSz="914413"/>
            <a:r>
              <a:rPr lang="en-US" sz="800" dirty="0">
                <a:solidFill>
                  <a:prstClr val="black"/>
                </a:solidFill>
                <a:latin typeface="Segoe UI" panose="020B0502040204020203" pitchFamily="34" charset="0"/>
                <a:cs typeface="Segoe UI" panose="020B0502040204020203" pitchFamily="34" charset="0"/>
              </a:rPr>
              <a:t>AS DHK OFFC 178701</a:t>
            </a:r>
          </a:p>
        </p:txBody>
      </p:sp>
      <p:cxnSp>
        <p:nvCxnSpPr>
          <p:cNvPr id="276" name="Connector: Elbow 275">
            <a:extLst>
              <a:ext uri="{FF2B5EF4-FFF2-40B4-BE49-F238E27FC236}">
                <a16:creationId xmlns:a16="http://schemas.microsoft.com/office/drawing/2014/main" id="{2D1BA821-52FF-4574-B6FA-F7185E31C40E}"/>
              </a:ext>
            </a:extLst>
          </p:cNvPr>
          <p:cNvCxnSpPr>
            <a:cxnSpLocks/>
            <a:endCxn id="242" idx="1"/>
          </p:cNvCxnSpPr>
          <p:nvPr/>
        </p:nvCxnSpPr>
        <p:spPr>
          <a:xfrm rot="16200000" flipH="1">
            <a:off x="154154" y="1715654"/>
            <a:ext cx="374791" cy="131988"/>
          </a:xfrm>
          <a:prstGeom prst="bentConnector2">
            <a:avLst/>
          </a:prstGeom>
          <a:ln>
            <a:prstDash val="solid"/>
          </a:ln>
        </p:spPr>
        <p:style>
          <a:lnRef idx="2">
            <a:schemeClr val="accent1"/>
          </a:lnRef>
          <a:fillRef idx="0">
            <a:schemeClr val="accent1"/>
          </a:fillRef>
          <a:effectRef idx="1">
            <a:schemeClr val="accent1"/>
          </a:effectRef>
          <a:fontRef idx="minor">
            <a:schemeClr val="tx1"/>
          </a:fontRef>
        </p:style>
      </p:cxnSp>
      <p:cxnSp>
        <p:nvCxnSpPr>
          <p:cNvPr id="302" name="Connector: Elbow 301">
            <a:extLst>
              <a:ext uri="{FF2B5EF4-FFF2-40B4-BE49-F238E27FC236}">
                <a16:creationId xmlns:a16="http://schemas.microsoft.com/office/drawing/2014/main" id="{8DC4460F-A56E-B23C-D7FF-6C11FB966B68}"/>
              </a:ext>
            </a:extLst>
          </p:cNvPr>
          <p:cNvCxnSpPr>
            <a:cxnSpLocks/>
            <a:stCxn id="248" idx="1"/>
          </p:cNvCxnSpPr>
          <p:nvPr/>
        </p:nvCxnSpPr>
        <p:spPr>
          <a:xfrm rot="10800000">
            <a:off x="275556" y="1594253"/>
            <a:ext cx="83686" cy="2410785"/>
          </a:xfrm>
          <a:prstGeom prst="bentConnector2">
            <a:avLst/>
          </a:prstGeom>
          <a:ln>
            <a:prstDash val="solid"/>
          </a:ln>
        </p:spPr>
        <p:style>
          <a:lnRef idx="2">
            <a:schemeClr val="accent1"/>
          </a:lnRef>
          <a:fillRef idx="0">
            <a:schemeClr val="accent1"/>
          </a:fillRef>
          <a:effectRef idx="1">
            <a:schemeClr val="accent1"/>
          </a:effectRef>
          <a:fontRef idx="minor">
            <a:schemeClr val="tx1"/>
          </a:fontRef>
        </p:style>
      </p:cxnSp>
      <p:sp>
        <p:nvSpPr>
          <p:cNvPr id="314" name="Rectangle 313">
            <a:extLst>
              <a:ext uri="{FF2B5EF4-FFF2-40B4-BE49-F238E27FC236}">
                <a16:creationId xmlns:a16="http://schemas.microsoft.com/office/drawing/2014/main" id="{30048CAE-4799-FDF9-B036-098807F4014F}"/>
              </a:ext>
            </a:extLst>
          </p:cNvPr>
          <p:cNvSpPr/>
          <p:nvPr/>
        </p:nvSpPr>
        <p:spPr>
          <a:xfrm>
            <a:off x="8379767" y="2443843"/>
            <a:ext cx="1153626" cy="679373"/>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Local Content Interface and Development Coordinator</a:t>
            </a:r>
          </a:p>
          <a:p>
            <a:pPr algn="ctr" defTabSz="914413"/>
            <a:r>
              <a:rPr lang="en-US" sz="800" dirty="0">
                <a:solidFill>
                  <a:prstClr val="black"/>
                </a:solidFill>
                <a:latin typeface="Segoe UI" panose="020B0502040204020203" pitchFamily="34" charset="0"/>
                <a:cs typeface="Segoe UI" panose="020B0502040204020203" pitchFamily="34" charset="0"/>
              </a:rPr>
              <a:t>A. Salimgereyeva</a:t>
            </a:r>
          </a:p>
          <a:p>
            <a:pPr algn="ctr" defTabSz="914413"/>
            <a:r>
              <a:rPr lang="en-US" sz="800" dirty="0">
                <a:solidFill>
                  <a:prstClr val="black"/>
                </a:solidFill>
                <a:latin typeface="Segoe UI" panose="020B0502040204020203" pitchFamily="34" charset="0"/>
                <a:cs typeface="Segoe UI" panose="020B0502040204020203" pitchFamily="34" charset="0"/>
              </a:rPr>
              <a:t>AT DHK OFFC 109576</a:t>
            </a:r>
          </a:p>
        </p:txBody>
      </p:sp>
      <p:sp>
        <p:nvSpPr>
          <p:cNvPr id="315" name="Rectangle 314">
            <a:extLst>
              <a:ext uri="{FF2B5EF4-FFF2-40B4-BE49-F238E27FC236}">
                <a16:creationId xmlns:a16="http://schemas.microsoft.com/office/drawing/2014/main" id="{A7227236-2C9B-AA6C-A106-C1195159CB0A}"/>
              </a:ext>
            </a:extLst>
          </p:cNvPr>
          <p:cNvSpPr/>
          <p:nvPr/>
        </p:nvSpPr>
        <p:spPr>
          <a:xfrm>
            <a:off x="8379766" y="3162704"/>
            <a:ext cx="1161520" cy="661501"/>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Local Content Interface and Development Advisor</a:t>
            </a:r>
          </a:p>
          <a:p>
            <a:pPr algn="ctr" defTabSz="914413"/>
            <a:r>
              <a:rPr lang="en-US" sz="800" dirty="0">
                <a:solidFill>
                  <a:prstClr val="black"/>
                </a:solidFill>
                <a:latin typeface="Segoe UI" panose="020B0502040204020203" pitchFamily="34" charset="0"/>
                <a:cs typeface="Segoe UI" panose="020B0502040204020203" pitchFamily="34" charset="0"/>
              </a:rPr>
              <a:t>S. Safiulina</a:t>
            </a:r>
          </a:p>
          <a:p>
            <a:pPr algn="ctr" defTabSz="914413"/>
            <a:r>
              <a:rPr lang="en-US" sz="800" dirty="0">
                <a:solidFill>
                  <a:prstClr val="black"/>
                </a:solidFill>
                <a:latin typeface="Segoe UI" panose="020B0502040204020203" pitchFamily="34" charset="0"/>
                <a:cs typeface="Segoe UI" panose="020B0502040204020203" pitchFamily="34" charset="0"/>
              </a:rPr>
              <a:t>AT DHK OFFC 107948</a:t>
            </a:r>
          </a:p>
        </p:txBody>
      </p:sp>
      <p:sp>
        <p:nvSpPr>
          <p:cNvPr id="316" name="Rectangle 315">
            <a:extLst>
              <a:ext uri="{FF2B5EF4-FFF2-40B4-BE49-F238E27FC236}">
                <a16:creationId xmlns:a16="http://schemas.microsoft.com/office/drawing/2014/main" id="{AB2889FB-C7EE-B30A-4FCA-841A51AA90CA}"/>
              </a:ext>
            </a:extLst>
          </p:cNvPr>
          <p:cNvSpPr/>
          <p:nvPr/>
        </p:nvSpPr>
        <p:spPr>
          <a:xfrm>
            <a:off x="8379766" y="3863693"/>
            <a:ext cx="1140658" cy="689644"/>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Local Content Interface and Development Advisor</a:t>
            </a:r>
          </a:p>
          <a:p>
            <a:pPr algn="ctr" defTabSz="914413"/>
            <a:r>
              <a:rPr lang="en-US" sz="800" dirty="0">
                <a:solidFill>
                  <a:prstClr val="black"/>
                </a:solidFill>
                <a:latin typeface="Segoe UI" panose="020B0502040204020203" pitchFamily="34" charset="0"/>
                <a:cs typeface="Segoe UI" panose="020B0502040204020203" pitchFamily="34" charset="0"/>
              </a:rPr>
              <a:t>Y. </a:t>
            </a:r>
            <a:r>
              <a:rPr lang="en-US" sz="800" dirty="0" err="1">
                <a:solidFill>
                  <a:prstClr val="black"/>
                </a:solidFill>
                <a:latin typeface="Segoe UI" panose="020B0502040204020203" pitchFamily="34" charset="0"/>
                <a:cs typeface="Segoe UI" panose="020B0502040204020203" pitchFamily="34" charset="0"/>
              </a:rPr>
              <a:t>Kurekeshev</a:t>
            </a:r>
            <a:endParaRPr lang="en-US" sz="800" dirty="0">
              <a:solidFill>
                <a:prstClr val="black"/>
              </a:solidFill>
              <a:latin typeface="Segoe UI" panose="020B0502040204020203" pitchFamily="34" charset="0"/>
              <a:cs typeface="Segoe UI" panose="020B0502040204020203" pitchFamily="34" charset="0"/>
            </a:endParaRPr>
          </a:p>
          <a:p>
            <a:pPr algn="ctr" defTabSz="914413"/>
            <a:r>
              <a:rPr lang="en-US" sz="800" dirty="0">
                <a:solidFill>
                  <a:prstClr val="black"/>
                </a:solidFill>
                <a:latin typeface="Segoe UI" panose="020B0502040204020203" pitchFamily="34" charset="0"/>
                <a:cs typeface="Segoe UI" panose="020B0502040204020203" pitchFamily="34" charset="0"/>
              </a:rPr>
              <a:t>AT DHK OFFC 107496</a:t>
            </a:r>
          </a:p>
        </p:txBody>
      </p:sp>
      <p:sp>
        <p:nvSpPr>
          <p:cNvPr id="317" name="Rectangle 316">
            <a:extLst>
              <a:ext uri="{FF2B5EF4-FFF2-40B4-BE49-F238E27FC236}">
                <a16:creationId xmlns:a16="http://schemas.microsoft.com/office/drawing/2014/main" id="{A585186E-1406-A364-6FF7-4C7444017BAB}"/>
              </a:ext>
            </a:extLst>
          </p:cNvPr>
          <p:cNvSpPr/>
          <p:nvPr/>
        </p:nvSpPr>
        <p:spPr>
          <a:xfrm>
            <a:off x="9702198" y="2409406"/>
            <a:ext cx="1157978" cy="512639"/>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Local Content Planning Coordinator</a:t>
            </a:r>
          </a:p>
          <a:p>
            <a:pPr algn="ctr" defTabSz="914413"/>
            <a:r>
              <a:rPr lang="en-US" sz="800" dirty="0">
                <a:solidFill>
                  <a:prstClr val="black"/>
                </a:solidFill>
                <a:latin typeface="Segoe UI" panose="020B0502040204020203" pitchFamily="34" charset="0"/>
                <a:cs typeface="Segoe UI" panose="020B0502040204020203" pitchFamily="34" charset="0"/>
              </a:rPr>
              <a:t>R. </a:t>
            </a:r>
            <a:r>
              <a:rPr lang="en-US" sz="800" dirty="0" err="1">
                <a:solidFill>
                  <a:prstClr val="black"/>
                </a:solidFill>
                <a:latin typeface="Segoe UI" panose="020B0502040204020203" pitchFamily="34" charset="0"/>
                <a:cs typeface="Segoe UI" panose="020B0502040204020203" pitchFamily="34" charset="0"/>
              </a:rPr>
              <a:t>Dauletbayev</a:t>
            </a:r>
            <a:endParaRPr lang="en-US" sz="800" dirty="0">
              <a:solidFill>
                <a:prstClr val="black"/>
              </a:solidFill>
              <a:latin typeface="Segoe UI" panose="020B0502040204020203" pitchFamily="34" charset="0"/>
              <a:cs typeface="Segoe UI" panose="020B0502040204020203" pitchFamily="34" charset="0"/>
            </a:endParaRPr>
          </a:p>
          <a:p>
            <a:pPr algn="ctr" defTabSz="914413"/>
            <a:r>
              <a:rPr lang="en-US" sz="800" dirty="0">
                <a:solidFill>
                  <a:prstClr val="black"/>
                </a:solidFill>
                <a:latin typeface="Segoe UI" panose="020B0502040204020203" pitchFamily="34" charset="0"/>
                <a:cs typeface="Segoe UI" panose="020B0502040204020203" pitchFamily="34" charset="0"/>
              </a:rPr>
              <a:t>AT COK OFFC 102339</a:t>
            </a:r>
          </a:p>
        </p:txBody>
      </p:sp>
      <p:sp>
        <p:nvSpPr>
          <p:cNvPr id="318" name="Rectangle 317">
            <a:extLst>
              <a:ext uri="{FF2B5EF4-FFF2-40B4-BE49-F238E27FC236}">
                <a16:creationId xmlns:a16="http://schemas.microsoft.com/office/drawing/2014/main" id="{3B90F67D-6769-2D81-53CB-AB1F5472BFDA}"/>
              </a:ext>
            </a:extLst>
          </p:cNvPr>
          <p:cNvSpPr/>
          <p:nvPr/>
        </p:nvSpPr>
        <p:spPr>
          <a:xfrm>
            <a:off x="9705490" y="2957465"/>
            <a:ext cx="1154686" cy="703732"/>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Local Content Realization Coordinator</a:t>
            </a:r>
          </a:p>
          <a:p>
            <a:pPr algn="ctr" defTabSz="914413"/>
            <a:r>
              <a:rPr lang="en-US" sz="800" dirty="0">
                <a:solidFill>
                  <a:prstClr val="black"/>
                </a:solidFill>
                <a:latin typeface="Segoe UI" panose="020B0502040204020203" pitchFamily="34" charset="0"/>
                <a:cs typeface="Segoe UI" panose="020B0502040204020203" pitchFamily="34" charset="0"/>
              </a:rPr>
              <a:t> A. </a:t>
            </a:r>
            <a:r>
              <a:rPr lang="en-US" sz="800" dirty="0" err="1">
                <a:solidFill>
                  <a:prstClr val="black"/>
                </a:solidFill>
                <a:latin typeface="Segoe UI" panose="020B0502040204020203" pitchFamily="34" charset="0"/>
                <a:cs typeface="Segoe UI" panose="020B0502040204020203" pitchFamily="34" charset="0"/>
              </a:rPr>
              <a:t>Junuskaliyev</a:t>
            </a:r>
            <a:endParaRPr lang="en-US" sz="800" dirty="0">
              <a:solidFill>
                <a:prstClr val="black"/>
              </a:solidFill>
              <a:latin typeface="Segoe UI" panose="020B0502040204020203" pitchFamily="34" charset="0"/>
              <a:cs typeface="Segoe UI" panose="020B0502040204020203" pitchFamily="34" charset="0"/>
            </a:endParaRPr>
          </a:p>
          <a:p>
            <a:pPr algn="ctr" defTabSz="914413"/>
            <a:r>
              <a:rPr lang="en-US" sz="800" dirty="0">
                <a:solidFill>
                  <a:prstClr val="black"/>
                </a:solidFill>
                <a:latin typeface="Segoe UI" panose="020B0502040204020203" pitchFamily="34" charset="0"/>
                <a:cs typeface="Segoe UI" panose="020B0502040204020203" pitchFamily="34" charset="0"/>
              </a:rPr>
              <a:t>AT DHK OFFC 107952</a:t>
            </a:r>
          </a:p>
        </p:txBody>
      </p:sp>
      <p:sp>
        <p:nvSpPr>
          <p:cNvPr id="319" name="Rectangle 318">
            <a:extLst>
              <a:ext uri="{FF2B5EF4-FFF2-40B4-BE49-F238E27FC236}">
                <a16:creationId xmlns:a16="http://schemas.microsoft.com/office/drawing/2014/main" id="{E5FE4BF0-26D9-3E37-8872-2112022B34A7}"/>
              </a:ext>
            </a:extLst>
          </p:cNvPr>
          <p:cNvSpPr/>
          <p:nvPr/>
        </p:nvSpPr>
        <p:spPr>
          <a:xfrm>
            <a:off x="9707664" y="3730052"/>
            <a:ext cx="1142712" cy="553024"/>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Local Content Realization Engineer</a:t>
            </a:r>
          </a:p>
          <a:p>
            <a:pPr algn="ctr" defTabSz="914413"/>
            <a:r>
              <a:rPr lang="en-US" sz="800" dirty="0">
                <a:solidFill>
                  <a:prstClr val="black"/>
                </a:solidFill>
                <a:latin typeface="Segoe UI" panose="020B0502040204020203" pitchFamily="34" charset="0"/>
                <a:cs typeface="Segoe UI" panose="020B0502040204020203" pitchFamily="34" charset="0"/>
              </a:rPr>
              <a:t>B. </a:t>
            </a:r>
            <a:r>
              <a:rPr lang="en-US" sz="800" dirty="0" err="1">
                <a:solidFill>
                  <a:prstClr val="black"/>
                </a:solidFill>
                <a:latin typeface="Segoe UI" panose="020B0502040204020203" pitchFamily="34" charset="0"/>
                <a:cs typeface="Segoe UI" panose="020B0502040204020203" pitchFamily="34" charset="0"/>
              </a:rPr>
              <a:t>Atanov</a:t>
            </a:r>
            <a:endParaRPr lang="en-US" sz="800" dirty="0">
              <a:solidFill>
                <a:prstClr val="black"/>
              </a:solidFill>
              <a:latin typeface="Segoe UI" panose="020B0502040204020203" pitchFamily="34" charset="0"/>
              <a:cs typeface="Segoe UI" panose="020B0502040204020203" pitchFamily="34" charset="0"/>
            </a:endParaRPr>
          </a:p>
          <a:p>
            <a:pPr algn="ctr" defTabSz="914413"/>
            <a:r>
              <a:rPr lang="en-US" sz="800" dirty="0">
                <a:solidFill>
                  <a:prstClr val="black"/>
                </a:solidFill>
                <a:latin typeface="Segoe UI" panose="020B0502040204020203" pitchFamily="34" charset="0"/>
                <a:cs typeface="Segoe UI" panose="020B0502040204020203" pitchFamily="34" charset="0"/>
              </a:rPr>
              <a:t>AT COK OFFC 107954</a:t>
            </a:r>
          </a:p>
        </p:txBody>
      </p:sp>
      <p:cxnSp>
        <p:nvCxnSpPr>
          <p:cNvPr id="322" name="Connector: Elbow 321">
            <a:extLst>
              <a:ext uri="{FF2B5EF4-FFF2-40B4-BE49-F238E27FC236}">
                <a16:creationId xmlns:a16="http://schemas.microsoft.com/office/drawing/2014/main" id="{C8DC7F66-3E88-6059-0772-8264B202B863}"/>
              </a:ext>
            </a:extLst>
          </p:cNvPr>
          <p:cNvCxnSpPr>
            <a:cxnSpLocks/>
            <a:stCxn id="317" idx="1"/>
          </p:cNvCxnSpPr>
          <p:nvPr/>
        </p:nvCxnSpPr>
        <p:spPr>
          <a:xfrm rot="10800000">
            <a:off x="9659225" y="2281591"/>
            <a:ext cx="42973" cy="384135"/>
          </a:xfrm>
          <a:prstGeom prst="bentConnector2">
            <a:avLst/>
          </a:prstGeom>
          <a:ln w="9525">
            <a:prstDash val="solid"/>
          </a:ln>
        </p:spPr>
        <p:style>
          <a:lnRef idx="2">
            <a:schemeClr val="accent1"/>
          </a:lnRef>
          <a:fillRef idx="0">
            <a:schemeClr val="accent1"/>
          </a:fillRef>
          <a:effectRef idx="1">
            <a:schemeClr val="accent1"/>
          </a:effectRef>
          <a:fontRef idx="minor">
            <a:schemeClr val="tx1"/>
          </a:fontRef>
        </p:style>
      </p:cxnSp>
      <p:cxnSp>
        <p:nvCxnSpPr>
          <p:cNvPr id="324" name="Connector: Elbow 323">
            <a:extLst>
              <a:ext uri="{FF2B5EF4-FFF2-40B4-BE49-F238E27FC236}">
                <a16:creationId xmlns:a16="http://schemas.microsoft.com/office/drawing/2014/main" id="{2C9C5D4D-B2E3-30A6-10BC-CA4BD0840960}"/>
              </a:ext>
            </a:extLst>
          </p:cNvPr>
          <p:cNvCxnSpPr>
            <a:cxnSpLocks/>
            <a:stCxn id="318" idx="1"/>
          </p:cNvCxnSpPr>
          <p:nvPr/>
        </p:nvCxnSpPr>
        <p:spPr>
          <a:xfrm rot="10800000">
            <a:off x="9659227" y="2281591"/>
            <a:ext cx="46263" cy="1027740"/>
          </a:xfrm>
          <a:prstGeom prst="bentConnector2">
            <a:avLst/>
          </a:prstGeom>
          <a:ln w="9525">
            <a:prstDash val="solid"/>
          </a:ln>
        </p:spPr>
        <p:style>
          <a:lnRef idx="2">
            <a:schemeClr val="accent1"/>
          </a:lnRef>
          <a:fillRef idx="0">
            <a:schemeClr val="accent1"/>
          </a:fillRef>
          <a:effectRef idx="1">
            <a:schemeClr val="accent1"/>
          </a:effectRef>
          <a:fontRef idx="minor">
            <a:schemeClr val="tx1"/>
          </a:fontRef>
        </p:style>
      </p:cxnSp>
      <p:sp>
        <p:nvSpPr>
          <p:cNvPr id="358" name="Rectangle 357">
            <a:extLst>
              <a:ext uri="{FF2B5EF4-FFF2-40B4-BE49-F238E27FC236}">
                <a16:creationId xmlns:a16="http://schemas.microsoft.com/office/drawing/2014/main" id="{9274290D-0227-7179-1FD4-A0F28C5BE372}"/>
              </a:ext>
            </a:extLst>
          </p:cNvPr>
          <p:cNvSpPr/>
          <p:nvPr/>
        </p:nvSpPr>
        <p:spPr>
          <a:xfrm>
            <a:off x="11014333" y="3723894"/>
            <a:ext cx="1107084" cy="661501"/>
          </a:xfrm>
          <a:prstGeom prst="rect">
            <a:avLst/>
          </a:prstGeom>
          <a:noFill/>
          <a:ln w="12700">
            <a:solidFill>
              <a:srgbClr val="474B5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Local Content Monitoring &amp; Reporting Advisor </a:t>
            </a:r>
          </a:p>
          <a:p>
            <a:pPr algn="ctr" defTabSz="914413"/>
            <a:r>
              <a:rPr lang="en-US" sz="800" dirty="0">
                <a:solidFill>
                  <a:prstClr val="black"/>
                </a:solidFill>
                <a:latin typeface="Segoe UI" panose="020B0502040204020203" pitchFamily="34" charset="0"/>
                <a:cs typeface="Segoe UI" panose="020B0502040204020203" pitchFamily="34" charset="0"/>
              </a:rPr>
              <a:t>A. </a:t>
            </a:r>
            <a:r>
              <a:rPr lang="en-US" sz="800" dirty="0" err="1">
                <a:solidFill>
                  <a:prstClr val="black"/>
                </a:solidFill>
                <a:latin typeface="Segoe UI" panose="020B0502040204020203" pitchFamily="34" charset="0"/>
                <a:cs typeface="Segoe UI" panose="020B0502040204020203" pitchFamily="34" charset="0"/>
              </a:rPr>
              <a:t>Mugauov</a:t>
            </a:r>
            <a:endParaRPr lang="en-US" sz="800" dirty="0">
              <a:solidFill>
                <a:prstClr val="black"/>
              </a:solidFill>
              <a:latin typeface="Segoe UI" panose="020B0502040204020203" pitchFamily="34" charset="0"/>
              <a:cs typeface="Segoe UI" panose="020B0502040204020203" pitchFamily="34" charset="0"/>
            </a:endParaRPr>
          </a:p>
          <a:p>
            <a:pPr algn="ctr" defTabSz="914413"/>
            <a:r>
              <a:rPr lang="en-US" sz="800" dirty="0">
                <a:solidFill>
                  <a:prstClr val="black"/>
                </a:solidFill>
                <a:latin typeface="Segoe UI" panose="020B0502040204020203" pitchFamily="34" charset="0"/>
                <a:cs typeface="Segoe UI" panose="020B0502040204020203" pitchFamily="34" charset="0"/>
              </a:rPr>
              <a:t>AT DHK OFFC 107955</a:t>
            </a:r>
          </a:p>
        </p:txBody>
      </p:sp>
      <p:sp>
        <p:nvSpPr>
          <p:cNvPr id="359" name="Rectangle 358">
            <a:extLst>
              <a:ext uri="{FF2B5EF4-FFF2-40B4-BE49-F238E27FC236}">
                <a16:creationId xmlns:a16="http://schemas.microsoft.com/office/drawing/2014/main" id="{326E5E70-53D9-AE62-B2E7-02A00AE0C765}"/>
              </a:ext>
            </a:extLst>
          </p:cNvPr>
          <p:cNvSpPr/>
          <p:nvPr/>
        </p:nvSpPr>
        <p:spPr>
          <a:xfrm>
            <a:off x="11018413" y="4408213"/>
            <a:ext cx="1107084" cy="818840"/>
          </a:xfrm>
          <a:prstGeom prst="rect">
            <a:avLst/>
          </a:prstGeom>
          <a:noFill/>
          <a:ln w="12700">
            <a:solidFill>
              <a:srgbClr val="474B5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Local Content Monitoring &amp; Reporting Coordinator </a:t>
            </a:r>
          </a:p>
          <a:p>
            <a:pPr algn="ctr" defTabSz="914413"/>
            <a:r>
              <a:rPr lang="en-US" sz="800" dirty="0">
                <a:solidFill>
                  <a:prstClr val="black"/>
                </a:solidFill>
                <a:latin typeface="Segoe UI" panose="020B0502040204020203" pitchFamily="34" charset="0"/>
                <a:cs typeface="Segoe UI" panose="020B0502040204020203" pitchFamily="34" charset="0"/>
              </a:rPr>
              <a:t>M. </a:t>
            </a:r>
            <a:r>
              <a:rPr lang="en-US" sz="800" dirty="0" err="1">
                <a:solidFill>
                  <a:prstClr val="black"/>
                </a:solidFill>
                <a:latin typeface="Segoe UI" panose="020B0502040204020203" pitchFamily="34" charset="0"/>
                <a:cs typeface="Segoe UI" panose="020B0502040204020203" pitchFamily="34" charset="0"/>
              </a:rPr>
              <a:t>Kairdenova</a:t>
            </a:r>
            <a:endParaRPr lang="en-US" sz="800" dirty="0">
              <a:solidFill>
                <a:prstClr val="black"/>
              </a:solidFill>
              <a:latin typeface="Segoe UI" panose="020B0502040204020203" pitchFamily="34" charset="0"/>
              <a:cs typeface="Segoe UI" panose="020B0502040204020203" pitchFamily="34" charset="0"/>
            </a:endParaRPr>
          </a:p>
          <a:p>
            <a:pPr algn="ctr" defTabSz="914413"/>
            <a:r>
              <a:rPr lang="en-US" sz="800" dirty="0">
                <a:solidFill>
                  <a:prstClr val="black"/>
                </a:solidFill>
                <a:latin typeface="Segoe UI" panose="020B0502040204020203" pitchFamily="34" charset="0"/>
                <a:cs typeface="Segoe UI" panose="020B0502040204020203" pitchFamily="34" charset="0"/>
              </a:rPr>
              <a:t>AT DHK OFFC 101689</a:t>
            </a:r>
          </a:p>
        </p:txBody>
      </p:sp>
      <p:sp>
        <p:nvSpPr>
          <p:cNvPr id="360" name="Rectangle 359">
            <a:extLst>
              <a:ext uri="{FF2B5EF4-FFF2-40B4-BE49-F238E27FC236}">
                <a16:creationId xmlns:a16="http://schemas.microsoft.com/office/drawing/2014/main" id="{8D1625F4-66B2-EAFE-3175-F2AD2D6D043F}"/>
              </a:ext>
            </a:extLst>
          </p:cNvPr>
          <p:cNvSpPr/>
          <p:nvPr/>
        </p:nvSpPr>
        <p:spPr>
          <a:xfrm>
            <a:off x="3686625" y="1728826"/>
            <a:ext cx="1150847" cy="504179"/>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Head of Contracts Management </a:t>
            </a:r>
          </a:p>
          <a:p>
            <a:pPr marL="207935" indent="-207935" algn="ctr" defTabSz="914413">
              <a:buAutoNum type="alphaUcPeriod"/>
            </a:pPr>
            <a:r>
              <a:rPr lang="en-US" sz="800" dirty="0" err="1">
                <a:solidFill>
                  <a:prstClr val="black"/>
                </a:solidFill>
                <a:latin typeface="Segoe UI" panose="020B0502040204020203" pitchFamily="34" charset="0"/>
                <a:cs typeface="Segoe UI" panose="020B0502040204020203" pitchFamily="34" charset="0"/>
              </a:rPr>
              <a:t>Naregeyeva</a:t>
            </a:r>
            <a:r>
              <a:rPr lang="en-US" sz="800" dirty="0">
                <a:solidFill>
                  <a:prstClr val="black"/>
                </a:solidFill>
                <a:latin typeface="Segoe UI" panose="020B0502040204020203" pitchFamily="34" charset="0"/>
                <a:cs typeface="Segoe UI" panose="020B0502040204020203" pitchFamily="34" charset="0"/>
              </a:rPr>
              <a:t> </a:t>
            </a:r>
          </a:p>
          <a:p>
            <a:pPr algn="ctr" defTabSz="914413"/>
            <a:r>
              <a:rPr lang="en-US" sz="800" dirty="0">
                <a:solidFill>
                  <a:prstClr val="black"/>
                </a:solidFill>
                <a:latin typeface="Segoe UI" panose="020B0502040204020203" pitchFamily="34" charset="0"/>
                <a:cs typeface="Segoe UI" panose="020B0502040204020203" pitchFamily="34" charset="0"/>
              </a:rPr>
              <a:t>AT DHK OFFC 110380</a:t>
            </a:r>
            <a:endParaRPr lang="en-US" sz="800" b="1" dirty="0">
              <a:solidFill>
                <a:srgbClr val="0070C0"/>
              </a:solidFill>
              <a:latin typeface="Segoe UI" panose="020B0502040204020203" pitchFamily="34" charset="0"/>
              <a:cs typeface="Segoe UI" panose="020B0502040204020203" pitchFamily="34" charset="0"/>
            </a:endParaRPr>
          </a:p>
        </p:txBody>
      </p:sp>
      <p:cxnSp>
        <p:nvCxnSpPr>
          <p:cNvPr id="452" name="Connector: Elbow 451">
            <a:extLst>
              <a:ext uri="{FF2B5EF4-FFF2-40B4-BE49-F238E27FC236}">
                <a16:creationId xmlns:a16="http://schemas.microsoft.com/office/drawing/2014/main" id="{99416418-A6C6-2AC6-F245-B84854DDD886}"/>
              </a:ext>
            </a:extLst>
          </p:cNvPr>
          <p:cNvCxnSpPr>
            <a:cxnSpLocks/>
            <a:stCxn id="360" idx="0"/>
            <a:endCxn id="8" idx="2"/>
          </p:cNvCxnSpPr>
          <p:nvPr/>
        </p:nvCxnSpPr>
        <p:spPr>
          <a:xfrm rot="5400000" flipH="1" flipV="1">
            <a:off x="4244274" y="1528077"/>
            <a:ext cx="218524" cy="182976"/>
          </a:xfrm>
          <a:prstGeom prst="bentConnector3">
            <a:avLst>
              <a:gd name="adj1" fmla="val 50000"/>
            </a:avLst>
          </a:prstGeom>
          <a:ln>
            <a:prstDash val="solid"/>
          </a:ln>
        </p:spPr>
        <p:style>
          <a:lnRef idx="2">
            <a:schemeClr val="accent1"/>
          </a:lnRef>
          <a:fillRef idx="0">
            <a:schemeClr val="accent1"/>
          </a:fillRef>
          <a:effectRef idx="1">
            <a:schemeClr val="accent1"/>
          </a:effectRef>
          <a:fontRef idx="minor">
            <a:schemeClr val="tx1"/>
          </a:fontRef>
        </p:style>
      </p:cxnSp>
      <p:sp>
        <p:nvSpPr>
          <p:cNvPr id="489" name="Rectangle 488">
            <a:extLst>
              <a:ext uri="{FF2B5EF4-FFF2-40B4-BE49-F238E27FC236}">
                <a16:creationId xmlns:a16="http://schemas.microsoft.com/office/drawing/2014/main" id="{9D6EEAD0-B67C-5143-8594-B6EB811CCA27}"/>
              </a:ext>
            </a:extLst>
          </p:cNvPr>
          <p:cNvSpPr/>
          <p:nvPr/>
        </p:nvSpPr>
        <p:spPr>
          <a:xfrm>
            <a:off x="4951829" y="1732332"/>
            <a:ext cx="1440609" cy="539532"/>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Local Gov. &amp; Community Relations Manager </a:t>
            </a:r>
          </a:p>
          <a:p>
            <a:pPr algn="ctr" defTabSz="914413"/>
            <a:r>
              <a:rPr lang="en-US" sz="800" dirty="0">
                <a:solidFill>
                  <a:prstClr val="black"/>
                </a:solidFill>
                <a:latin typeface="Segoe UI" panose="020B0502040204020203" pitchFamily="34" charset="0"/>
                <a:cs typeface="Segoe UI" panose="020B0502040204020203" pitchFamily="34" charset="0"/>
              </a:rPr>
              <a:t>S. Kulzhanov</a:t>
            </a:r>
          </a:p>
          <a:p>
            <a:pPr algn="ctr" defTabSz="914413"/>
            <a:r>
              <a:rPr lang="en-US" sz="800" dirty="0">
                <a:solidFill>
                  <a:prstClr val="black"/>
                </a:solidFill>
                <a:latin typeface="Segoe UI" panose="020B0502040204020203" pitchFamily="34" charset="0"/>
                <a:cs typeface="Segoe UI" panose="020B0502040204020203" pitchFamily="34" charset="0"/>
              </a:rPr>
              <a:t>AT DHK OFFC 178077</a:t>
            </a:r>
            <a:endParaRPr lang="en-US" sz="800" b="1" dirty="0">
              <a:solidFill>
                <a:srgbClr val="0070C0"/>
              </a:solidFill>
              <a:latin typeface="Segoe UI" panose="020B0502040204020203" pitchFamily="34" charset="0"/>
              <a:cs typeface="Segoe UI" panose="020B0502040204020203" pitchFamily="34" charset="0"/>
            </a:endParaRPr>
          </a:p>
        </p:txBody>
      </p:sp>
      <p:cxnSp>
        <p:nvCxnSpPr>
          <p:cNvPr id="490" name="Connector: Elbow 489">
            <a:extLst>
              <a:ext uri="{FF2B5EF4-FFF2-40B4-BE49-F238E27FC236}">
                <a16:creationId xmlns:a16="http://schemas.microsoft.com/office/drawing/2014/main" id="{F2BFDED5-F17A-53B6-4966-591488DD025B}"/>
              </a:ext>
            </a:extLst>
          </p:cNvPr>
          <p:cNvCxnSpPr>
            <a:cxnSpLocks/>
            <a:stCxn id="8" idx="2"/>
            <a:endCxn id="489" idx="0"/>
          </p:cNvCxnSpPr>
          <p:nvPr/>
        </p:nvCxnSpPr>
        <p:spPr>
          <a:xfrm rot="16200000" flipH="1">
            <a:off x="4947564" y="1007762"/>
            <a:ext cx="222030" cy="1227110"/>
          </a:xfrm>
          <a:prstGeom prst="bentConnector3">
            <a:avLst>
              <a:gd name="adj1" fmla="val 50000"/>
            </a:avLst>
          </a:prstGeom>
          <a:ln>
            <a:prstDash val="solid"/>
          </a:ln>
        </p:spPr>
        <p:style>
          <a:lnRef idx="1">
            <a:schemeClr val="accent1"/>
          </a:lnRef>
          <a:fillRef idx="0">
            <a:schemeClr val="accent1"/>
          </a:fillRef>
          <a:effectRef idx="0">
            <a:schemeClr val="accent1"/>
          </a:effectRef>
          <a:fontRef idx="minor">
            <a:schemeClr val="tx1"/>
          </a:fontRef>
        </p:style>
      </p:cxnSp>
      <p:sp>
        <p:nvSpPr>
          <p:cNvPr id="492" name="Rectangle 491">
            <a:extLst>
              <a:ext uri="{FF2B5EF4-FFF2-40B4-BE49-F238E27FC236}">
                <a16:creationId xmlns:a16="http://schemas.microsoft.com/office/drawing/2014/main" id="{B8124427-BE7F-6785-05EA-102AF90F552E}"/>
              </a:ext>
            </a:extLst>
          </p:cNvPr>
          <p:cNvSpPr/>
          <p:nvPr/>
        </p:nvSpPr>
        <p:spPr>
          <a:xfrm>
            <a:off x="5196821" y="3698088"/>
            <a:ext cx="1262824" cy="666608"/>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Local </a:t>
            </a:r>
            <a:r>
              <a:rPr lang="en-US" sz="800" dirty="0">
                <a:solidFill>
                  <a:srgbClr val="3C3C3C"/>
                </a:solidFill>
                <a:latin typeface="Segoe UI" panose="020B0502040204020203" pitchFamily="34" charset="0"/>
                <a:cs typeface="Segoe UI" panose="020B0502040204020203" pitchFamily="34" charset="0"/>
              </a:rPr>
              <a:t>Government</a:t>
            </a:r>
            <a:r>
              <a:rPr lang="en-US" sz="800" dirty="0">
                <a:solidFill>
                  <a:prstClr val="black"/>
                </a:solidFill>
                <a:latin typeface="Segoe UI" panose="020B0502040204020203" pitchFamily="34" charset="0"/>
                <a:cs typeface="Segoe UI" panose="020B0502040204020203" pitchFamily="34" charset="0"/>
              </a:rPr>
              <a:t> &amp; Community Relations Team Lead</a:t>
            </a:r>
          </a:p>
          <a:p>
            <a:pPr algn="ctr" defTabSz="914413"/>
            <a:r>
              <a:rPr lang="en-US" sz="800" dirty="0">
                <a:solidFill>
                  <a:prstClr val="black"/>
                </a:solidFill>
                <a:latin typeface="Segoe UI" panose="020B0502040204020203" pitchFamily="34" charset="0"/>
                <a:cs typeface="Segoe UI" panose="020B0502040204020203" pitchFamily="34" charset="0"/>
              </a:rPr>
              <a:t>G. </a:t>
            </a:r>
            <a:r>
              <a:rPr lang="en-US" sz="800" dirty="0" err="1">
                <a:solidFill>
                  <a:prstClr val="black"/>
                </a:solidFill>
                <a:latin typeface="Segoe UI" panose="020B0502040204020203" pitchFamily="34" charset="0"/>
                <a:cs typeface="Segoe UI" panose="020B0502040204020203" pitchFamily="34" charset="0"/>
              </a:rPr>
              <a:t>Yerketanova</a:t>
            </a:r>
            <a:endParaRPr lang="en-US" sz="800" dirty="0">
              <a:solidFill>
                <a:prstClr val="black"/>
              </a:solidFill>
              <a:latin typeface="Segoe UI" panose="020B0502040204020203" pitchFamily="34" charset="0"/>
              <a:cs typeface="Segoe UI" panose="020B0502040204020203" pitchFamily="34" charset="0"/>
            </a:endParaRPr>
          </a:p>
          <a:p>
            <a:pPr algn="ctr" defTabSz="914413"/>
            <a:r>
              <a:rPr lang="en-US" sz="800" dirty="0">
                <a:solidFill>
                  <a:prstClr val="black"/>
                </a:solidFill>
                <a:latin typeface="Segoe UI" panose="020B0502040204020203" pitchFamily="34" charset="0"/>
                <a:cs typeface="Segoe UI" panose="020B0502040204020203" pitchFamily="34" charset="0"/>
              </a:rPr>
              <a:t>AT DHK OFFC 179131</a:t>
            </a:r>
          </a:p>
        </p:txBody>
      </p:sp>
      <p:cxnSp>
        <p:nvCxnSpPr>
          <p:cNvPr id="494" name="Connector: Elbow 493">
            <a:extLst>
              <a:ext uri="{FF2B5EF4-FFF2-40B4-BE49-F238E27FC236}">
                <a16:creationId xmlns:a16="http://schemas.microsoft.com/office/drawing/2014/main" id="{5881D7E5-CD2C-A76D-22A5-D067E6167097}"/>
              </a:ext>
            </a:extLst>
          </p:cNvPr>
          <p:cNvCxnSpPr>
            <a:cxnSpLocks/>
            <a:endCxn id="492" idx="1"/>
          </p:cNvCxnSpPr>
          <p:nvPr/>
        </p:nvCxnSpPr>
        <p:spPr>
          <a:xfrm rot="16200000" flipH="1">
            <a:off x="4240905" y="3075475"/>
            <a:ext cx="1753463" cy="158370"/>
          </a:xfrm>
          <a:prstGeom prst="bentConnector2">
            <a:avLst/>
          </a:prstGeom>
          <a:ln>
            <a:prstDash val="solid"/>
          </a:ln>
        </p:spPr>
        <p:style>
          <a:lnRef idx="2">
            <a:schemeClr val="accent1"/>
          </a:lnRef>
          <a:fillRef idx="0">
            <a:schemeClr val="accent1"/>
          </a:fillRef>
          <a:effectRef idx="1">
            <a:schemeClr val="accent1"/>
          </a:effectRef>
          <a:fontRef idx="minor">
            <a:schemeClr val="tx1"/>
          </a:fontRef>
        </p:style>
      </p:cxnSp>
      <p:sp>
        <p:nvSpPr>
          <p:cNvPr id="511" name="Rectangle 510">
            <a:extLst>
              <a:ext uri="{FF2B5EF4-FFF2-40B4-BE49-F238E27FC236}">
                <a16:creationId xmlns:a16="http://schemas.microsoft.com/office/drawing/2014/main" id="{82FE16E6-2672-80F7-FC65-34713F8B4DD1}"/>
              </a:ext>
            </a:extLst>
          </p:cNvPr>
          <p:cNvSpPr/>
          <p:nvPr/>
        </p:nvSpPr>
        <p:spPr>
          <a:xfrm>
            <a:off x="5200981" y="2372892"/>
            <a:ext cx="1217543" cy="643895"/>
          </a:xfrm>
          <a:prstGeom prst="rect">
            <a:avLst/>
          </a:prstGeom>
          <a:noFill/>
          <a:ln w="31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rgbClr val="3C3C3C"/>
                </a:solidFill>
                <a:latin typeface="Segoe UI" panose="020B0502040204020203" pitchFamily="34" charset="0"/>
                <a:cs typeface="Segoe UI" panose="020B0502040204020203" pitchFamily="34" charset="0"/>
              </a:rPr>
              <a:t>Local Government &amp; Community Relations Coordinator</a:t>
            </a:r>
          </a:p>
          <a:p>
            <a:pPr algn="ctr" defTabSz="914413"/>
            <a:r>
              <a:rPr lang="en-US" sz="800" dirty="0">
                <a:solidFill>
                  <a:srgbClr val="3C3C3C"/>
                </a:solidFill>
                <a:latin typeface="Segoe UI" panose="020B0502040204020203" pitchFamily="34" charset="0"/>
                <a:cs typeface="Segoe UI" panose="020B0502040204020203" pitchFamily="34" charset="0"/>
              </a:rPr>
              <a:t>M. </a:t>
            </a:r>
            <a:r>
              <a:rPr lang="en-US" sz="800" dirty="0" err="1">
                <a:solidFill>
                  <a:srgbClr val="3C3C3C"/>
                </a:solidFill>
                <a:latin typeface="Segoe UI" panose="020B0502040204020203" pitchFamily="34" charset="0"/>
                <a:cs typeface="Segoe UI" panose="020B0502040204020203" pitchFamily="34" charset="0"/>
              </a:rPr>
              <a:t>Yengseyeva</a:t>
            </a:r>
            <a:endParaRPr lang="en-US" sz="800" dirty="0">
              <a:solidFill>
                <a:srgbClr val="3C3C3C"/>
              </a:solidFill>
              <a:latin typeface="Segoe UI" panose="020B0502040204020203" pitchFamily="34" charset="0"/>
              <a:cs typeface="Segoe UI" panose="020B0502040204020203" pitchFamily="34" charset="0"/>
            </a:endParaRPr>
          </a:p>
          <a:p>
            <a:pPr algn="ctr" defTabSz="914413"/>
            <a:r>
              <a:rPr lang="en-US" sz="800" dirty="0">
                <a:solidFill>
                  <a:srgbClr val="3C3C3C"/>
                </a:solidFill>
                <a:latin typeface="Segoe UI" panose="020B0502040204020203" pitchFamily="34" charset="0"/>
                <a:cs typeface="Segoe UI" panose="020B0502040204020203" pitchFamily="34" charset="0"/>
              </a:rPr>
              <a:t>AK DHK OFFC 179126</a:t>
            </a:r>
          </a:p>
        </p:txBody>
      </p:sp>
      <p:sp>
        <p:nvSpPr>
          <p:cNvPr id="512" name="Rectangle 511">
            <a:extLst>
              <a:ext uri="{FF2B5EF4-FFF2-40B4-BE49-F238E27FC236}">
                <a16:creationId xmlns:a16="http://schemas.microsoft.com/office/drawing/2014/main" id="{5F0EC6E7-8BF2-7FFA-BA6D-AFCABC9AFD6C}"/>
              </a:ext>
            </a:extLst>
          </p:cNvPr>
          <p:cNvSpPr/>
          <p:nvPr/>
        </p:nvSpPr>
        <p:spPr>
          <a:xfrm>
            <a:off x="5196821" y="3034606"/>
            <a:ext cx="1262824" cy="626592"/>
          </a:xfrm>
          <a:prstGeom prst="rect">
            <a:avLst/>
          </a:prstGeom>
          <a:noFill/>
          <a:ln w="31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rgbClr val="3C3C3C"/>
                </a:solidFill>
                <a:latin typeface="Segoe UI" panose="020B0502040204020203" pitchFamily="34" charset="0"/>
                <a:cs typeface="Segoe UI" panose="020B0502040204020203" pitchFamily="34" charset="0"/>
              </a:rPr>
              <a:t>Local Government &amp; Community Relations Coordinator</a:t>
            </a:r>
          </a:p>
          <a:p>
            <a:pPr algn="ctr" defTabSz="914413"/>
            <a:r>
              <a:rPr lang="en-US" sz="800" dirty="0">
                <a:solidFill>
                  <a:srgbClr val="3C3C3C"/>
                </a:solidFill>
                <a:latin typeface="Segoe UI" panose="020B0502040204020203" pitchFamily="34" charset="0"/>
                <a:cs typeface="Segoe UI" panose="020B0502040204020203" pitchFamily="34" charset="0"/>
              </a:rPr>
              <a:t>A. </a:t>
            </a:r>
            <a:r>
              <a:rPr lang="en-US" sz="800" dirty="0" err="1">
                <a:solidFill>
                  <a:srgbClr val="3C3C3C"/>
                </a:solidFill>
                <a:latin typeface="Segoe UI" panose="020B0502040204020203" pitchFamily="34" charset="0"/>
                <a:cs typeface="Segoe UI" panose="020B0502040204020203" pitchFamily="34" charset="0"/>
              </a:rPr>
              <a:t>Nurzhauov</a:t>
            </a:r>
            <a:endParaRPr lang="en-US" sz="800" dirty="0">
              <a:solidFill>
                <a:srgbClr val="3C3C3C"/>
              </a:solidFill>
              <a:latin typeface="Segoe UI" panose="020B0502040204020203" pitchFamily="34" charset="0"/>
              <a:cs typeface="Segoe UI" panose="020B0502040204020203" pitchFamily="34" charset="0"/>
            </a:endParaRPr>
          </a:p>
          <a:p>
            <a:pPr algn="ctr" defTabSz="914413"/>
            <a:r>
              <a:rPr lang="en-US" sz="800" dirty="0">
                <a:solidFill>
                  <a:srgbClr val="3C3C3C"/>
                </a:solidFill>
                <a:latin typeface="Segoe UI" panose="020B0502040204020203" pitchFamily="34" charset="0"/>
                <a:cs typeface="Segoe UI" panose="020B0502040204020203" pitchFamily="34" charset="0"/>
              </a:rPr>
              <a:t>BT DHK OFFC 179127</a:t>
            </a:r>
          </a:p>
        </p:txBody>
      </p:sp>
      <p:cxnSp>
        <p:nvCxnSpPr>
          <p:cNvPr id="521" name="Connector: Elbow 520">
            <a:extLst>
              <a:ext uri="{FF2B5EF4-FFF2-40B4-BE49-F238E27FC236}">
                <a16:creationId xmlns:a16="http://schemas.microsoft.com/office/drawing/2014/main" id="{01C10C92-D04F-953A-11B3-71DA4F39B03E}"/>
              </a:ext>
            </a:extLst>
          </p:cNvPr>
          <p:cNvCxnSpPr>
            <a:cxnSpLocks/>
            <a:stCxn id="512" idx="1"/>
          </p:cNvCxnSpPr>
          <p:nvPr/>
        </p:nvCxnSpPr>
        <p:spPr>
          <a:xfrm rot="10800000">
            <a:off x="5043575" y="2281597"/>
            <a:ext cx="153248" cy="1066306"/>
          </a:xfrm>
          <a:prstGeom prst="bentConnector2">
            <a:avLst/>
          </a:prstGeom>
          <a:ln>
            <a:prstDash val="solid"/>
          </a:ln>
        </p:spPr>
        <p:style>
          <a:lnRef idx="2">
            <a:schemeClr val="accent1"/>
          </a:lnRef>
          <a:fillRef idx="0">
            <a:schemeClr val="accent1"/>
          </a:fillRef>
          <a:effectRef idx="1">
            <a:schemeClr val="accent1"/>
          </a:effectRef>
          <a:fontRef idx="minor">
            <a:schemeClr val="tx1"/>
          </a:fontRef>
        </p:style>
      </p:cxnSp>
      <p:sp>
        <p:nvSpPr>
          <p:cNvPr id="561" name="Rectangle 560">
            <a:extLst>
              <a:ext uri="{FF2B5EF4-FFF2-40B4-BE49-F238E27FC236}">
                <a16:creationId xmlns:a16="http://schemas.microsoft.com/office/drawing/2014/main" id="{EAD089ED-D2B9-35FD-D84C-C65B6C21D63B}"/>
              </a:ext>
            </a:extLst>
          </p:cNvPr>
          <p:cNvSpPr/>
          <p:nvPr/>
        </p:nvSpPr>
        <p:spPr>
          <a:xfrm>
            <a:off x="5318614" y="4456059"/>
            <a:ext cx="1201573" cy="528223"/>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Local Government &amp; Community Relations Advisor A. Amirov</a:t>
            </a:r>
          </a:p>
          <a:p>
            <a:pPr algn="ctr" defTabSz="914413"/>
            <a:r>
              <a:rPr lang="en-US" sz="800" dirty="0">
                <a:solidFill>
                  <a:prstClr val="black"/>
                </a:solidFill>
                <a:latin typeface="Segoe UI" panose="020B0502040204020203" pitchFamily="34" charset="0"/>
                <a:cs typeface="Segoe UI" panose="020B0502040204020203" pitchFamily="34" charset="0"/>
              </a:rPr>
              <a:t>AT DHK OFFC 179128</a:t>
            </a:r>
          </a:p>
        </p:txBody>
      </p:sp>
      <p:sp>
        <p:nvSpPr>
          <p:cNvPr id="566" name="Rectangle 565">
            <a:extLst>
              <a:ext uri="{FF2B5EF4-FFF2-40B4-BE49-F238E27FC236}">
                <a16:creationId xmlns:a16="http://schemas.microsoft.com/office/drawing/2014/main" id="{92F43664-1FA9-BD29-3067-F6A0FE72CC14}"/>
              </a:ext>
            </a:extLst>
          </p:cNvPr>
          <p:cNvSpPr/>
          <p:nvPr/>
        </p:nvSpPr>
        <p:spPr>
          <a:xfrm>
            <a:off x="5318614" y="5012241"/>
            <a:ext cx="1209713" cy="526498"/>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Local Government &amp; Community Relations Advisor N. </a:t>
            </a:r>
            <a:r>
              <a:rPr lang="en-US" sz="800" dirty="0" err="1">
                <a:solidFill>
                  <a:prstClr val="black"/>
                </a:solidFill>
                <a:latin typeface="Segoe UI" panose="020B0502040204020203" pitchFamily="34" charset="0"/>
                <a:cs typeface="Segoe UI" panose="020B0502040204020203" pitchFamily="34" charset="0"/>
              </a:rPr>
              <a:t>Shingissova</a:t>
            </a:r>
            <a:endParaRPr lang="en-US" sz="800" dirty="0">
              <a:solidFill>
                <a:prstClr val="black"/>
              </a:solidFill>
              <a:latin typeface="Segoe UI" panose="020B0502040204020203" pitchFamily="34" charset="0"/>
              <a:cs typeface="Segoe UI" panose="020B0502040204020203" pitchFamily="34" charset="0"/>
            </a:endParaRPr>
          </a:p>
          <a:p>
            <a:pPr algn="ctr" defTabSz="914413"/>
            <a:r>
              <a:rPr lang="en-US" sz="800" dirty="0">
                <a:solidFill>
                  <a:prstClr val="black"/>
                </a:solidFill>
                <a:latin typeface="Segoe UI" panose="020B0502040204020203" pitchFamily="34" charset="0"/>
                <a:cs typeface="Segoe UI" panose="020B0502040204020203" pitchFamily="34" charset="0"/>
              </a:rPr>
              <a:t>AT DHK OFFC 179129 </a:t>
            </a:r>
          </a:p>
        </p:txBody>
      </p:sp>
      <p:sp>
        <p:nvSpPr>
          <p:cNvPr id="567" name="Rectangle 566">
            <a:extLst>
              <a:ext uri="{FF2B5EF4-FFF2-40B4-BE49-F238E27FC236}">
                <a16:creationId xmlns:a16="http://schemas.microsoft.com/office/drawing/2014/main" id="{9C66C995-C631-389E-25C0-AC5197DA1413}"/>
              </a:ext>
            </a:extLst>
          </p:cNvPr>
          <p:cNvSpPr/>
          <p:nvPr/>
        </p:nvSpPr>
        <p:spPr>
          <a:xfrm>
            <a:off x="5318614" y="5566697"/>
            <a:ext cx="1210178" cy="526498"/>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Local Government &amp; Community Relations Coord. A. Turakbayeva</a:t>
            </a:r>
          </a:p>
          <a:p>
            <a:pPr algn="ctr" defTabSz="914413"/>
            <a:r>
              <a:rPr lang="en-US" sz="800" dirty="0">
                <a:solidFill>
                  <a:prstClr val="black"/>
                </a:solidFill>
                <a:latin typeface="Segoe UI" panose="020B0502040204020203" pitchFamily="34" charset="0"/>
                <a:cs typeface="Segoe UI" panose="020B0502040204020203" pitchFamily="34" charset="0"/>
              </a:rPr>
              <a:t>AT DHK OFFC 179130</a:t>
            </a:r>
          </a:p>
        </p:txBody>
      </p:sp>
      <p:sp>
        <p:nvSpPr>
          <p:cNvPr id="570" name="Rectangle 569">
            <a:extLst>
              <a:ext uri="{FF2B5EF4-FFF2-40B4-BE49-F238E27FC236}">
                <a16:creationId xmlns:a16="http://schemas.microsoft.com/office/drawing/2014/main" id="{035AEA1F-1BDC-4686-84E7-AE8CE855C71F}"/>
              </a:ext>
            </a:extLst>
          </p:cNvPr>
          <p:cNvSpPr/>
          <p:nvPr/>
        </p:nvSpPr>
        <p:spPr>
          <a:xfrm>
            <a:off x="5317207" y="6139130"/>
            <a:ext cx="1210178" cy="578128"/>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Local Government &amp; Community Relations </a:t>
            </a:r>
          </a:p>
          <a:p>
            <a:pPr algn="ctr" defTabSz="914413"/>
            <a:r>
              <a:rPr lang="en-US" sz="800" dirty="0">
                <a:solidFill>
                  <a:prstClr val="black"/>
                </a:solidFill>
                <a:latin typeface="Segoe UI" panose="020B0502040204020203" pitchFamily="34" charset="0"/>
                <a:cs typeface="Segoe UI" panose="020B0502040204020203" pitchFamily="34" charset="0"/>
              </a:rPr>
              <a:t>N. </a:t>
            </a:r>
            <a:r>
              <a:rPr lang="en-US" sz="800" dirty="0" err="1">
                <a:solidFill>
                  <a:prstClr val="black"/>
                </a:solidFill>
                <a:latin typeface="Segoe UI" panose="020B0502040204020203" pitchFamily="34" charset="0"/>
                <a:cs typeface="Segoe UI" panose="020B0502040204020203" pitchFamily="34" charset="0"/>
              </a:rPr>
              <a:t>Ginayatov</a:t>
            </a:r>
            <a:r>
              <a:rPr lang="en-US" sz="800" dirty="0">
                <a:solidFill>
                  <a:prstClr val="black"/>
                </a:solidFill>
                <a:latin typeface="Segoe UI" panose="020B0502040204020203" pitchFamily="34" charset="0"/>
                <a:cs typeface="Segoe UI" panose="020B0502040204020203" pitchFamily="34" charset="0"/>
              </a:rPr>
              <a:t> </a:t>
            </a:r>
          </a:p>
          <a:p>
            <a:pPr algn="ctr" defTabSz="914413"/>
            <a:r>
              <a:rPr lang="en-US" sz="800" dirty="0">
                <a:solidFill>
                  <a:prstClr val="black"/>
                </a:solidFill>
                <a:latin typeface="Segoe UI" panose="020B0502040204020203" pitchFamily="34" charset="0"/>
                <a:cs typeface="Segoe UI" panose="020B0502040204020203" pitchFamily="34" charset="0"/>
              </a:rPr>
              <a:t>AT COK OFFC 179145</a:t>
            </a:r>
          </a:p>
        </p:txBody>
      </p:sp>
      <p:cxnSp>
        <p:nvCxnSpPr>
          <p:cNvPr id="572" name="Connector: Elbow 571">
            <a:extLst>
              <a:ext uri="{FF2B5EF4-FFF2-40B4-BE49-F238E27FC236}">
                <a16:creationId xmlns:a16="http://schemas.microsoft.com/office/drawing/2014/main" id="{52B17105-EB32-C83D-0565-D03A70C9B09C}"/>
              </a:ext>
            </a:extLst>
          </p:cNvPr>
          <p:cNvCxnSpPr>
            <a:cxnSpLocks/>
            <a:stCxn id="561" idx="1"/>
          </p:cNvCxnSpPr>
          <p:nvPr/>
        </p:nvCxnSpPr>
        <p:spPr>
          <a:xfrm rot="10800000">
            <a:off x="5242932" y="4325649"/>
            <a:ext cx="75682" cy="394522"/>
          </a:xfrm>
          <a:prstGeom prst="bentConnector2">
            <a:avLst/>
          </a:prstGeom>
          <a:ln>
            <a:prstDash val="solid"/>
          </a:ln>
        </p:spPr>
        <p:style>
          <a:lnRef idx="2">
            <a:schemeClr val="accent1"/>
          </a:lnRef>
          <a:fillRef idx="0">
            <a:schemeClr val="accent1"/>
          </a:fillRef>
          <a:effectRef idx="1">
            <a:schemeClr val="accent1"/>
          </a:effectRef>
          <a:fontRef idx="minor">
            <a:schemeClr val="tx1"/>
          </a:fontRef>
        </p:style>
      </p:cxnSp>
      <p:cxnSp>
        <p:nvCxnSpPr>
          <p:cNvPr id="574" name="Connector: Elbow 573">
            <a:extLst>
              <a:ext uri="{FF2B5EF4-FFF2-40B4-BE49-F238E27FC236}">
                <a16:creationId xmlns:a16="http://schemas.microsoft.com/office/drawing/2014/main" id="{C212EC6E-0317-0C3F-2546-1E93F236D8FC}"/>
              </a:ext>
            </a:extLst>
          </p:cNvPr>
          <p:cNvCxnSpPr>
            <a:cxnSpLocks/>
            <a:stCxn id="566" idx="1"/>
          </p:cNvCxnSpPr>
          <p:nvPr/>
        </p:nvCxnSpPr>
        <p:spPr>
          <a:xfrm rot="10800000">
            <a:off x="5245959" y="4510865"/>
            <a:ext cx="72655" cy="764625"/>
          </a:xfrm>
          <a:prstGeom prst="bentConnector2">
            <a:avLst/>
          </a:prstGeom>
          <a:ln>
            <a:prstDash val="solid"/>
          </a:ln>
        </p:spPr>
        <p:style>
          <a:lnRef idx="2">
            <a:schemeClr val="accent1"/>
          </a:lnRef>
          <a:fillRef idx="0">
            <a:schemeClr val="accent1"/>
          </a:fillRef>
          <a:effectRef idx="1">
            <a:schemeClr val="accent1"/>
          </a:effectRef>
          <a:fontRef idx="minor">
            <a:schemeClr val="tx1"/>
          </a:fontRef>
        </p:style>
      </p:cxnSp>
      <p:cxnSp>
        <p:nvCxnSpPr>
          <p:cNvPr id="576" name="Connector: Elbow 575">
            <a:extLst>
              <a:ext uri="{FF2B5EF4-FFF2-40B4-BE49-F238E27FC236}">
                <a16:creationId xmlns:a16="http://schemas.microsoft.com/office/drawing/2014/main" id="{736CD88D-EA6F-2D0B-C262-062BC8EC785D}"/>
              </a:ext>
            </a:extLst>
          </p:cNvPr>
          <p:cNvCxnSpPr>
            <a:cxnSpLocks/>
            <a:stCxn id="567" idx="1"/>
          </p:cNvCxnSpPr>
          <p:nvPr/>
        </p:nvCxnSpPr>
        <p:spPr>
          <a:xfrm rot="10800000">
            <a:off x="5245963" y="4560765"/>
            <a:ext cx="72652" cy="1269181"/>
          </a:xfrm>
          <a:prstGeom prst="bentConnector2">
            <a:avLst/>
          </a:prstGeom>
          <a:ln>
            <a:prstDash val="solid"/>
          </a:ln>
        </p:spPr>
        <p:style>
          <a:lnRef idx="2">
            <a:schemeClr val="accent1"/>
          </a:lnRef>
          <a:fillRef idx="0">
            <a:schemeClr val="accent1"/>
          </a:fillRef>
          <a:effectRef idx="1">
            <a:schemeClr val="accent1"/>
          </a:effectRef>
          <a:fontRef idx="minor">
            <a:schemeClr val="tx1"/>
          </a:fontRef>
        </p:style>
      </p:cxnSp>
      <p:cxnSp>
        <p:nvCxnSpPr>
          <p:cNvPr id="578" name="Connector: Elbow 577">
            <a:extLst>
              <a:ext uri="{FF2B5EF4-FFF2-40B4-BE49-F238E27FC236}">
                <a16:creationId xmlns:a16="http://schemas.microsoft.com/office/drawing/2014/main" id="{F1D7F452-5E58-6009-9EA7-ADEAAA3D8502}"/>
              </a:ext>
            </a:extLst>
          </p:cNvPr>
          <p:cNvCxnSpPr>
            <a:cxnSpLocks/>
            <a:stCxn id="570" idx="1"/>
          </p:cNvCxnSpPr>
          <p:nvPr/>
        </p:nvCxnSpPr>
        <p:spPr>
          <a:xfrm rot="10800000">
            <a:off x="5242929" y="4631484"/>
            <a:ext cx="74277" cy="1796711"/>
          </a:xfrm>
          <a:prstGeom prst="bentConnector2">
            <a:avLst/>
          </a:prstGeom>
          <a:ln>
            <a:prstDash val="solid"/>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DF7AA6DA-0FE2-87D7-4C23-EDF339963E8A}"/>
              </a:ext>
            </a:extLst>
          </p:cNvPr>
          <p:cNvCxnSpPr>
            <a:cxnSpLocks/>
            <a:stCxn id="511" idx="1"/>
          </p:cNvCxnSpPr>
          <p:nvPr/>
        </p:nvCxnSpPr>
        <p:spPr>
          <a:xfrm flipH="1">
            <a:off x="5047732" y="2694840"/>
            <a:ext cx="153250" cy="0"/>
          </a:xfrm>
          <a:prstGeom prst="line">
            <a:avLst/>
          </a:prstGeom>
          <a:ln>
            <a:prstDash val="solid"/>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9FF87437-4B99-F146-151A-0C0DD17C1934}"/>
              </a:ext>
            </a:extLst>
          </p:cNvPr>
          <p:cNvSpPr/>
          <p:nvPr/>
        </p:nvSpPr>
        <p:spPr>
          <a:xfrm>
            <a:off x="11011159" y="3073843"/>
            <a:ext cx="1107084" cy="624244"/>
          </a:xfrm>
          <a:prstGeom prst="rect">
            <a:avLst/>
          </a:prstGeom>
          <a:noFill/>
          <a:ln w="12700">
            <a:solidFill>
              <a:srgbClr val="474B5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Local Content Monitoring &amp; Reporting Advisor </a:t>
            </a:r>
          </a:p>
          <a:p>
            <a:pPr algn="ctr" defTabSz="914413"/>
            <a:r>
              <a:rPr lang="en-US" sz="800" dirty="0">
                <a:solidFill>
                  <a:prstClr val="black"/>
                </a:solidFill>
                <a:latin typeface="Segoe UI" panose="020B0502040204020203" pitchFamily="34" charset="0"/>
                <a:cs typeface="Segoe UI" panose="020B0502040204020203" pitchFamily="34" charset="0"/>
              </a:rPr>
              <a:t>N. </a:t>
            </a:r>
            <a:r>
              <a:rPr lang="en-US" sz="800" dirty="0" err="1">
                <a:solidFill>
                  <a:prstClr val="black"/>
                </a:solidFill>
                <a:latin typeface="Segoe UI" panose="020B0502040204020203" pitchFamily="34" charset="0"/>
                <a:cs typeface="Segoe UI" panose="020B0502040204020203" pitchFamily="34" charset="0"/>
              </a:rPr>
              <a:t>Massugaliyev</a:t>
            </a:r>
            <a:endParaRPr lang="en-US" sz="800" dirty="0">
              <a:solidFill>
                <a:prstClr val="black"/>
              </a:solidFill>
              <a:latin typeface="Segoe UI" panose="020B0502040204020203" pitchFamily="34" charset="0"/>
              <a:cs typeface="Segoe UI" panose="020B0502040204020203" pitchFamily="34" charset="0"/>
            </a:endParaRPr>
          </a:p>
          <a:p>
            <a:pPr algn="ctr" defTabSz="914413"/>
            <a:r>
              <a:rPr lang="en-US" sz="800" dirty="0">
                <a:solidFill>
                  <a:prstClr val="black"/>
                </a:solidFill>
                <a:latin typeface="Segoe UI" panose="020B0502040204020203" pitchFamily="34" charset="0"/>
                <a:cs typeface="Segoe UI" panose="020B0502040204020203" pitchFamily="34" charset="0"/>
              </a:rPr>
              <a:t>AT DHK OFFC 101353</a:t>
            </a:r>
          </a:p>
        </p:txBody>
      </p:sp>
      <p:cxnSp>
        <p:nvCxnSpPr>
          <p:cNvPr id="40" name="Connector: Elbow 39">
            <a:extLst>
              <a:ext uri="{FF2B5EF4-FFF2-40B4-BE49-F238E27FC236}">
                <a16:creationId xmlns:a16="http://schemas.microsoft.com/office/drawing/2014/main" id="{8091D7CE-C015-7A2F-4233-7153A83D0D70}"/>
              </a:ext>
            </a:extLst>
          </p:cNvPr>
          <p:cNvCxnSpPr>
            <a:cxnSpLocks/>
            <a:endCxn id="56" idx="1"/>
          </p:cNvCxnSpPr>
          <p:nvPr/>
        </p:nvCxnSpPr>
        <p:spPr>
          <a:xfrm rot="16200000" flipH="1">
            <a:off x="4765430" y="3409758"/>
            <a:ext cx="3936725" cy="137812"/>
          </a:xfrm>
          <a:prstGeom prst="bentConnector2">
            <a:avLst/>
          </a:prstGeom>
          <a:ln>
            <a:prstDash val="soli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E726C27-A474-A11B-7A5B-D4EB562CB02D}"/>
              </a:ext>
            </a:extLst>
          </p:cNvPr>
          <p:cNvCxnSpPr>
            <a:cxnSpLocks/>
            <a:endCxn id="58" idx="1"/>
          </p:cNvCxnSpPr>
          <p:nvPr/>
        </p:nvCxnSpPr>
        <p:spPr>
          <a:xfrm>
            <a:off x="6672894" y="1996985"/>
            <a:ext cx="89057" cy="0"/>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0E34EBB0-7547-21ED-F750-18DD817F0653}"/>
              </a:ext>
            </a:extLst>
          </p:cNvPr>
          <p:cNvCxnSpPr>
            <a:cxnSpLocks/>
          </p:cNvCxnSpPr>
          <p:nvPr/>
        </p:nvCxnSpPr>
        <p:spPr>
          <a:xfrm>
            <a:off x="6672894" y="2646127"/>
            <a:ext cx="89057" cy="0"/>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4B9C34A-0B13-77B7-268A-93CB2EC6148A}"/>
              </a:ext>
            </a:extLst>
          </p:cNvPr>
          <p:cNvCxnSpPr>
            <a:cxnSpLocks/>
          </p:cNvCxnSpPr>
          <p:nvPr/>
        </p:nvCxnSpPr>
        <p:spPr>
          <a:xfrm>
            <a:off x="6689430" y="3249254"/>
            <a:ext cx="89057" cy="0"/>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D672F8A-A014-B301-099E-1285E58EAEB4}"/>
              </a:ext>
            </a:extLst>
          </p:cNvPr>
          <p:cNvCxnSpPr>
            <a:cxnSpLocks/>
          </p:cNvCxnSpPr>
          <p:nvPr/>
        </p:nvCxnSpPr>
        <p:spPr>
          <a:xfrm>
            <a:off x="6683889" y="3896433"/>
            <a:ext cx="107060" cy="0"/>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1F672C7-2975-CC40-6947-B152F33D8463}"/>
              </a:ext>
            </a:extLst>
          </p:cNvPr>
          <p:cNvCxnSpPr>
            <a:cxnSpLocks/>
            <a:stCxn id="107" idx="3"/>
          </p:cNvCxnSpPr>
          <p:nvPr/>
        </p:nvCxnSpPr>
        <p:spPr>
          <a:xfrm flipV="1">
            <a:off x="2955782" y="3264292"/>
            <a:ext cx="76522" cy="7714"/>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449" name="Straight Connector 448">
            <a:extLst>
              <a:ext uri="{FF2B5EF4-FFF2-40B4-BE49-F238E27FC236}">
                <a16:creationId xmlns:a16="http://schemas.microsoft.com/office/drawing/2014/main" id="{3A4A46B7-CCC5-248F-4171-F27ED9F0A119}"/>
              </a:ext>
            </a:extLst>
          </p:cNvPr>
          <p:cNvCxnSpPr>
            <a:cxnSpLocks/>
            <a:stCxn id="108" idx="3"/>
          </p:cNvCxnSpPr>
          <p:nvPr/>
        </p:nvCxnSpPr>
        <p:spPr>
          <a:xfrm flipV="1">
            <a:off x="2946055" y="3782549"/>
            <a:ext cx="73248" cy="15723"/>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454" name="Connector: Elbow 453">
            <a:extLst>
              <a:ext uri="{FF2B5EF4-FFF2-40B4-BE49-F238E27FC236}">
                <a16:creationId xmlns:a16="http://schemas.microsoft.com/office/drawing/2014/main" id="{65FDFF75-734C-FEDC-45A4-F5562E8506A9}"/>
              </a:ext>
            </a:extLst>
          </p:cNvPr>
          <p:cNvCxnSpPr>
            <a:cxnSpLocks/>
            <a:endCxn id="359" idx="1"/>
          </p:cNvCxnSpPr>
          <p:nvPr/>
        </p:nvCxnSpPr>
        <p:spPr>
          <a:xfrm rot="16200000" flipH="1">
            <a:off x="9679476" y="3478695"/>
            <a:ext cx="2563344" cy="114531"/>
          </a:xfrm>
          <a:prstGeom prst="bentConnector2">
            <a:avLst/>
          </a:prstGeom>
          <a:ln>
            <a:prstDash val="solid"/>
          </a:ln>
        </p:spPr>
        <p:style>
          <a:lnRef idx="1">
            <a:schemeClr val="accent1"/>
          </a:lnRef>
          <a:fillRef idx="0">
            <a:schemeClr val="accent1"/>
          </a:fillRef>
          <a:effectRef idx="0">
            <a:schemeClr val="accent1"/>
          </a:effectRef>
          <a:fontRef idx="minor">
            <a:schemeClr val="tx1"/>
          </a:fontRef>
        </p:style>
      </p:cxnSp>
      <p:cxnSp>
        <p:nvCxnSpPr>
          <p:cNvPr id="462" name="Straight Connector 461">
            <a:extLst>
              <a:ext uri="{FF2B5EF4-FFF2-40B4-BE49-F238E27FC236}">
                <a16:creationId xmlns:a16="http://schemas.microsoft.com/office/drawing/2014/main" id="{49808F74-EE83-E713-B849-707F3793E5A1}"/>
              </a:ext>
            </a:extLst>
          </p:cNvPr>
          <p:cNvCxnSpPr>
            <a:cxnSpLocks/>
            <a:stCxn id="24" idx="1"/>
          </p:cNvCxnSpPr>
          <p:nvPr/>
        </p:nvCxnSpPr>
        <p:spPr>
          <a:xfrm flipH="1">
            <a:off x="10900732" y="2720608"/>
            <a:ext cx="133477" cy="0"/>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466" name="Straight Connector 465">
            <a:extLst>
              <a:ext uri="{FF2B5EF4-FFF2-40B4-BE49-F238E27FC236}">
                <a16:creationId xmlns:a16="http://schemas.microsoft.com/office/drawing/2014/main" id="{1512698A-0F23-8102-BFCD-4C051B486062}"/>
              </a:ext>
            </a:extLst>
          </p:cNvPr>
          <p:cNvCxnSpPr>
            <a:cxnSpLocks/>
            <a:stCxn id="11" idx="1"/>
          </p:cNvCxnSpPr>
          <p:nvPr/>
        </p:nvCxnSpPr>
        <p:spPr>
          <a:xfrm flipH="1">
            <a:off x="10907034" y="3385965"/>
            <a:ext cx="104125" cy="0"/>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467" name="Straight Connector 466">
            <a:extLst>
              <a:ext uri="{FF2B5EF4-FFF2-40B4-BE49-F238E27FC236}">
                <a16:creationId xmlns:a16="http://schemas.microsoft.com/office/drawing/2014/main" id="{9BD77FA7-2FEE-CD14-0EAF-100BAFE9B805}"/>
              </a:ext>
            </a:extLst>
          </p:cNvPr>
          <p:cNvCxnSpPr>
            <a:cxnSpLocks/>
            <a:stCxn id="358" idx="1"/>
          </p:cNvCxnSpPr>
          <p:nvPr/>
        </p:nvCxnSpPr>
        <p:spPr>
          <a:xfrm flipH="1">
            <a:off x="10922786" y="4054644"/>
            <a:ext cx="91547" cy="0"/>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473" name="Connector: Elbow 472">
            <a:extLst>
              <a:ext uri="{FF2B5EF4-FFF2-40B4-BE49-F238E27FC236}">
                <a16:creationId xmlns:a16="http://schemas.microsoft.com/office/drawing/2014/main" id="{A03D1D04-D61D-1C7E-2EC6-EA826CA3FC77}"/>
              </a:ext>
            </a:extLst>
          </p:cNvPr>
          <p:cNvCxnSpPr>
            <a:cxnSpLocks/>
            <a:endCxn id="316" idx="1"/>
          </p:cNvCxnSpPr>
          <p:nvPr/>
        </p:nvCxnSpPr>
        <p:spPr>
          <a:xfrm rot="16200000" flipH="1">
            <a:off x="7356727" y="3185476"/>
            <a:ext cx="1926924" cy="119154"/>
          </a:xfrm>
          <a:prstGeom prst="bentConnector2">
            <a:avLst/>
          </a:prstGeom>
          <a:ln>
            <a:prstDash val="solid"/>
          </a:ln>
        </p:spPr>
        <p:style>
          <a:lnRef idx="1">
            <a:schemeClr val="accent1"/>
          </a:lnRef>
          <a:fillRef idx="0">
            <a:schemeClr val="accent1"/>
          </a:fillRef>
          <a:effectRef idx="0">
            <a:schemeClr val="accent1"/>
          </a:effectRef>
          <a:fontRef idx="minor">
            <a:schemeClr val="tx1"/>
          </a:fontRef>
        </p:style>
      </p:cxnSp>
      <p:cxnSp>
        <p:nvCxnSpPr>
          <p:cNvPr id="476" name="Straight Connector 475">
            <a:extLst>
              <a:ext uri="{FF2B5EF4-FFF2-40B4-BE49-F238E27FC236}">
                <a16:creationId xmlns:a16="http://schemas.microsoft.com/office/drawing/2014/main" id="{050AE545-78B7-4896-0153-5A771F75D610}"/>
              </a:ext>
            </a:extLst>
          </p:cNvPr>
          <p:cNvCxnSpPr>
            <a:cxnSpLocks/>
            <a:stCxn id="314" idx="1"/>
          </p:cNvCxnSpPr>
          <p:nvPr/>
        </p:nvCxnSpPr>
        <p:spPr>
          <a:xfrm flipH="1">
            <a:off x="8266914" y="2783530"/>
            <a:ext cx="112853" cy="0"/>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477" name="Straight Connector 476">
            <a:extLst>
              <a:ext uri="{FF2B5EF4-FFF2-40B4-BE49-F238E27FC236}">
                <a16:creationId xmlns:a16="http://schemas.microsoft.com/office/drawing/2014/main" id="{54051DB9-DB3D-F44C-9548-2B4FA0414933}"/>
              </a:ext>
            </a:extLst>
          </p:cNvPr>
          <p:cNvCxnSpPr>
            <a:cxnSpLocks/>
            <a:stCxn id="315" idx="1"/>
          </p:cNvCxnSpPr>
          <p:nvPr/>
        </p:nvCxnSpPr>
        <p:spPr>
          <a:xfrm flipH="1">
            <a:off x="8257462" y="3493454"/>
            <a:ext cx="122304" cy="0"/>
          </a:xfrm>
          <a:prstGeom prst="line">
            <a:avLst/>
          </a:prstGeom>
          <a:ln>
            <a:prstDash val="solid"/>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80DDB175-7DCA-DF88-37D5-8EA258EEEC83}"/>
              </a:ext>
            </a:extLst>
          </p:cNvPr>
          <p:cNvSpPr txBox="1"/>
          <p:nvPr/>
        </p:nvSpPr>
        <p:spPr>
          <a:xfrm>
            <a:off x="11371870" y="6507970"/>
            <a:ext cx="603128" cy="166969"/>
          </a:xfrm>
          <a:prstGeom prst="rect">
            <a:avLst/>
          </a:prstGeom>
          <a:noFill/>
        </p:spPr>
        <p:txBody>
          <a:bodyPr wrap="square" rtlCol="0">
            <a:spAutoFit/>
          </a:bodyPr>
          <a:lstStyle/>
          <a:p>
            <a:r>
              <a:rPr lang="en-US" sz="485" dirty="0"/>
              <a:t>27</a:t>
            </a:r>
          </a:p>
        </p:txBody>
      </p:sp>
      <p:cxnSp>
        <p:nvCxnSpPr>
          <p:cNvPr id="20" name="Connector: Elbow 19">
            <a:extLst>
              <a:ext uri="{FF2B5EF4-FFF2-40B4-BE49-F238E27FC236}">
                <a16:creationId xmlns:a16="http://schemas.microsoft.com/office/drawing/2014/main" id="{CEFF1EF6-600B-BA50-157D-0F39F4C2FE9E}"/>
              </a:ext>
            </a:extLst>
          </p:cNvPr>
          <p:cNvCxnSpPr>
            <a:cxnSpLocks/>
            <a:stCxn id="319" idx="1"/>
          </p:cNvCxnSpPr>
          <p:nvPr/>
        </p:nvCxnSpPr>
        <p:spPr>
          <a:xfrm rot="10800000">
            <a:off x="9659225" y="2574586"/>
            <a:ext cx="48439" cy="1431978"/>
          </a:xfrm>
          <a:prstGeom prst="bentConnector2">
            <a:avLst/>
          </a:prstGeom>
          <a:ln w="9525">
            <a:prstDash val="solid"/>
          </a:ln>
        </p:spPr>
        <p:style>
          <a:lnRef idx="2">
            <a:schemeClr val="accent1"/>
          </a:lnRef>
          <a:fillRef idx="0">
            <a:schemeClr val="accent1"/>
          </a:fillRef>
          <a:effectRef idx="1">
            <a:schemeClr val="accent1"/>
          </a:effectRef>
          <a:fontRef idx="minor">
            <a:schemeClr val="tx1"/>
          </a:fontRef>
        </p:style>
      </p:cxnSp>
      <p:cxnSp>
        <p:nvCxnSpPr>
          <p:cNvPr id="44" name="Connector: Elbow 43">
            <a:extLst>
              <a:ext uri="{FF2B5EF4-FFF2-40B4-BE49-F238E27FC236}">
                <a16:creationId xmlns:a16="http://schemas.microsoft.com/office/drawing/2014/main" id="{F00EB22F-48C3-1569-471C-F0FC4DD7C6B7}"/>
              </a:ext>
            </a:extLst>
          </p:cNvPr>
          <p:cNvCxnSpPr>
            <a:cxnSpLocks/>
          </p:cNvCxnSpPr>
          <p:nvPr/>
        </p:nvCxnSpPr>
        <p:spPr>
          <a:xfrm rot="5400000">
            <a:off x="2590984" y="4729443"/>
            <a:ext cx="337124" cy="87249"/>
          </a:xfrm>
          <a:prstGeom prst="bentConnector2">
            <a:avLst/>
          </a:prstGeom>
          <a:ln>
            <a:prstDash val="solid"/>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76BECF87-E9B8-EE35-1DCE-CB96C0A1FBE0}"/>
              </a:ext>
            </a:extLst>
          </p:cNvPr>
          <p:cNvCxnSpPr>
            <a:cxnSpLocks/>
            <a:stCxn id="5" idx="2"/>
            <a:endCxn id="54" idx="0"/>
          </p:cNvCxnSpPr>
          <p:nvPr/>
        </p:nvCxnSpPr>
        <p:spPr>
          <a:xfrm rot="16200000" flipH="1">
            <a:off x="6301499" y="386341"/>
            <a:ext cx="275345" cy="916130"/>
          </a:xfrm>
          <a:prstGeom prst="bentConnector3">
            <a:avLst>
              <a:gd name="adj1" fmla="val 50000"/>
            </a:avLst>
          </a:prstGeom>
          <a:ln>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00013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A8C45-A671-68AB-8D02-981C99E9C262}"/>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890BEA6C-8517-52C6-4F9C-2C5AAF62AB57}"/>
              </a:ext>
            </a:extLst>
          </p:cNvPr>
          <p:cNvSpPr/>
          <p:nvPr/>
        </p:nvSpPr>
        <p:spPr>
          <a:xfrm>
            <a:off x="5874054" y="984945"/>
            <a:ext cx="1716056" cy="528223"/>
          </a:xfrm>
          <a:prstGeom prst="rect">
            <a:avLst/>
          </a:prstGeom>
          <a:noFill/>
          <a:ln w="31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PRC Manager</a:t>
            </a:r>
          </a:p>
          <a:p>
            <a:pPr algn="ctr" defTabSz="914413"/>
            <a:r>
              <a:rPr lang="en-US" sz="800" dirty="0">
                <a:solidFill>
                  <a:prstClr val="black"/>
                </a:solidFill>
                <a:latin typeface="Segoe UI" panose="020B0502040204020203" pitchFamily="34" charset="0"/>
                <a:cs typeface="Segoe UI" panose="020B0502040204020203" pitchFamily="34" charset="0"/>
              </a:rPr>
              <a:t>T. Zhagpashev</a:t>
            </a:r>
          </a:p>
          <a:p>
            <a:pPr algn="ctr" defTabSz="914413"/>
            <a:r>
              <a:rPr lang="en-US" sz="800" dirty="0">
                <a:solidFill>
                  <a:prstClr val="black"/>
                </a:solidFill>
                <a:latin typeface="Segoe UI" panose="020B0502040204020203" pitchFamily="34" charset="0"/>
                <a:cs typeface="Segoe UI" panose="020B0502040204020203" pitchFamily="34" charset="0"/>
              </a:rPr>
              <a:t>AT DHK OFFC 107426</a:t>
            </a:r>
            <a:endParaRPr lang="en-US" sz="800" b="1" dirty="0">
              <a:solidFill>
                <a:srgbClr val="0070C0"/>
              </a:solidFill>
              <a:latin typeface="Segoe UI" panose="020B0502040204020203" pitchFamily="34" charset="0"/>
              <a:cs typeface="Segoe UI" panose="020B0502040204020203" pitchFamily="34" charset="0"/>
            </a:endParaRPr>
          </a:p>
        </p:txBody>
      </p:sp>
      <p:sp>
        <p:nvSpPr>
          <p:cNvPr id="17" name="Rectangle 16">
            <a:extLst>
              <a:ext uri="{FF2B5EF4-FFF2-40B4-BE49-F238E27FC236}">
                <a16:creationId xmlns:a16="http://schemas.microsoft.com/office/drawing/2014/main" id="{14997F13-55BC-B076-4859-F0D720D7D516}"/>
              </a:ext>
            </a:extLst>
          </p:cNvPr>
          <p:cNvSpPr/>
          <p:nvPr/>
        </p:nvSpPr>
        <p:spPr>
          <a:xfrm>
            <a:off x="6204057" y="1679807"/>
            <a:ext cx="1377036" cy="564355"/>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rgbClr val="3C3C3C"/>
                </a:solidFill>
                <a:latin typeface="Segoe UI" panose="020B0502040204020203" pitchFamily="34" charset="0"/>
                <a:cs typeface="Segoe UI" panose="020B0502040204020203" pitchFamily="34" charset="0"/>
              </a:rPr>
              <a:t>Head of Regulatory Compliance N. Khussainov </a:t>
            </a:r>
          </a:p>
          <a:p>
            <a:pPr algn="ctr" defTabSz="914413"/>
            <a:r>
              <a:rPr lang="en-US" sz="800" dirty="0">
                <a:solidFill>
                  <a:prstClr val="black"/>
                </a:solidFill>
                <a:latin typeface="Segoe UI" panose="020B0502040204020203" pitchFamily="34" charset="0"/>
                <a:cs typeface="Segoe UI" panose="020B0502040204020203" pitchFamily="34" charset="0"/>
              </a:rPr>
              <a:t>AT DHK OFFC 179201</a:t>
            </a:r>
          </a:p>
          <a:p>
            <a:pPr algn="ctr" defTabSz="914413"/>
            <a:endParaRPr lang="en-US" sz="800" dirty="0">
              <a:solidFill>
                <a:srgbClr val="3C3C3C"/>
              </a:solidFill>
              <a:latin typeface="Segoe UI" panose="020B0502040204020203" pitchFamily="34" charset="0"/>
              <a:cs typeface="Segoe UI" panose="020B0502040204020203" pitchFamily="34" charset="0"/>
            </a:endParaRPr>
          </a:p>
        </p:txBody>
      </p:sp>
      <p:sp>
        <p:nvSpPr>
          <p:cNvPr id="18" name="Rectangle 17">
            <a:extLst>
              <a:ext uri="{FF2B5EF4-FFF2-40B4-BE49-F238E27FC236}">
                <a16:creationId xmlns:a16="http://schemas.microsoft.com/office/drawing/2014/main" id="{DFA88911-7670-72B6-15C8-ACD54B0C3824}"/>
              </a:ext>
            </a:extLst>
          </p:cNvPr>
          <p:cNvSpPr/>
          <p:nvPr/>
        </p:nvSpPr>
        <p:spPr>
          <a:xfrm>
            <a:off x="9812422" y="1672729"/>
            <a:ext cx="1364572" cy="553024"/>
          </a:xfrm>
          <a:prstGeom prst="rect">
            <a:avLst/>
          </a:prstGeom>
          <a:noFill/>
          <a:ln w="31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chemeClr val="tx1"/>
                </a:solidFill>
                <a:latin typeface="Segoe UI" panose="020B0502040204020203" pitchFamily="34" charset="0"/>
                <a:cs typeface="Segoe UI" panose="020B0502040204020203" pitchFamily="34" charset="0"/>
              </a:rPr>
              <a:t>Head of PRC</a:t>
            </a:r>
          </a:p>
          <a:p>
            <a:pPr algn="ctr" defTabSz="914413"/>
            <a:r>
              <a:rPr lang="en-US" sz="800" dirty="0">
                <a:solidFill>
                  <a:srgbClr val="3C3C3C"/>
                </a:solidFill>
                <a:latin typeface="Segoe UI" panose="020B0502040204020203" pitchFamily="34" charset="0"/>
                <a:cs typeface="Segoe UI" panose="020B0502040204020203" pitchFamily="34" charset="0"/>
              </a:rPr>
              <a:t>D. </a:t>
            </a:r>
            <a:r>
              <a:rPr lang="en-US" sz="800" dirty="0" err="1">
                <a:solidFill>
                  <a:srgbClr val="3C3C3C"/>
                </a:solidFill>
                <a:latin typeface="Segoe UI" panose="020B0502040204020203" pitchFamily="34" charset="0"/>
                <a:cs typeface="Segoe UI" panose="020B0502040204020203" pitchFamily="34" charset="0"/>
              </a:rPr>
              <a:t>Kuandykov</a:t>
            </a:r>
            <a:r>
              <a:rPr lang="en-US" sz="800" dirty="0">
                <a:solidFill>
                  <a:srgbClr val="3C3C3C"/>
                </a:solidFill>
                <a:latin typeface="Segoe UI" panose="020B0502040204020203" pitchFamily="34" charset="0"/>
                <a:cs typeface="Segoe UI" panose="020B0502040204020203" pitchFamily="34" charset="0"/>
              </a:rPr>
              <a:t> </a:t>
            </a:r>
          </a:p>
          <a:p>
            <a:pPr algn="ctr" defTabSz="914413"/>
            <a:r>
              <a:rPr lang="en-US" sz="800" dirty="0">
                <a:solidFill>
                  <a:srgbClr val="3C3C3C"/>
                </a:solidFill>
                <a:latin typeface="Segoe UI" panose="020B0502040204020203" pitchFamily="34" charset="0"/>
                <a:cs typeface="Segoe UI" panose="020B0502040204020203" pitchFamily="34" charset="0"/>
              </a:rPr>
              <a:t>AS DHK OFFC 179203 </a:t>
            </a:r>
          </a:p>
        </p:txBody>
      </p:sp>
      <p:sp>
        <p:nvSpPr>
          <p:cNvPr id="19" name="Rectangle 18">
            <a:extLst>
              <a:ext uri="{FF2B5EF4-FFF2-40B4-BE49-F238E27FC236}">
                <a16:creationId xmlns:a16="http://schemas.microsoft.com/office/drawing/2014/main" id="{39DD0C93-56A6-8870-8FFA-99A1E698B1A3}"/>
              </a:ext>
            </a:extLst>
          </p:cNvPr>
          <p:cNvSpPr/>
          <p:nvPr/>
        </p:nvSpPr>
        <p:spPr>
          <a:xfrm>
            <a:off x="7734341" y="1691138"/>
            <a:ext cx="1364573" cy="553024"/>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rgbClr val="3C3C3C"/>
                </a:solidFill>
                <a:latin typeface="Segoe UI" panose="020B0502040204020203" pitchFamily="34" charset="0"/>
                <a:cs typeface="Segoe UI" panose="020B0502040204020203" pitchFamily="34" charset="0"/>
              </a:rPr>
              <a:t>Head of Supervision &amp; Inspection  S. Utegenov</a:t>
            </a:r>
          </a:p>
          <a:p>
            <a:pPr algn="ctr" defTabSz="914413"/>
            <a:r>
              <a:rPr lang="en-US" sz="800" dirty="0">
                <a:solidFill>
                  <a:prstClr val="black"/>
                </a:solidFill>
                <a:latin typeface="Segoe UI" panose="020B0502040204020203" pitchFamily="34" charset="0"/>
                <a:cs typeface="Segoe UI" panose="020B0502040204020203" pitchFamily="34" charset="0"/>
              </a:rPr>
              <a:t>AT DHK OFFC 107361</a:t>
            </a:r>
          </a:p>
          <a:p>
            <a:pPr algn="ctr" defTabSz="914413"/>
            <a:endParaRPr lang="en-US" sz="800" dirty="0">
              <a:solidFill>
                <a:srgbClr val="3C3C3C"/>
              </a:solidFill>
              <a:latin typeface="Segoe UI" panose="020B0502040204020203" pitchFamily="34" charset="0"/>
              <a:cs typeface="Segoe UI" panose="020B0502040204020203" pitchFamily="34" charset="0"/>
            </a:endParaRPr>
          </a:p>
        </p:txBody>
      </p:sp>
      <p:sp>
        <p:nvSpPr>
          <p:cNvPr id="20" name="Rectangle 19">
            <a:extLst>
              <a:ext uri="{FF2B5EF4-FFF2-40B4-BE49-F238E27FC236}">
                <a16:creationId xmlns:a16="http://schemas.microsoft.com/office/drawing/2014/main" id="{AB838E2A-E0CE-4DC8-25B5-F2262E031D55}"/>
              </a:ext>
            </a:extLst>
          </p:cNvPr>
          <p:cNvSpPr/>
          <p:nvPr/>
        </p:nvSpPr>
        <p:spPr>
          <a:xfrm>
            <a:off x="2332696" y="1668452"/>
            <a:ext cx="1329946" cy="557302"/>
          </a:xfrm>
          <a:prstGeom prst="rect">
            <a:avLst/>
          </a:prstGeom>
          <a:noFill/>
          <a:ln w="31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rgbClr val="3C3C3C"/>
                </a:solidFill>
                <a:latin typeface="Segoe UI" panose="020B0502040204020203" pitchFamily="34" charset="0"/>
                <a:cs typeface="Segoe UI" panose="020B0502040204020203" pitchFamily="34" charset="0"/>
              </a:rPr>
              <a:t>Head of Land Resources &amp; Asset Registration </a:t>
            </a:r>
          </a:p>
          <a:p>
            <a:pPr algn="ctr" defTabSz="914413"/>
            <a:r>
              <a:rPr lang="en-US" sz="800" dirty="0">
                <a:solidFill>
                  <a:prstClr val="black"/>
                </a:solidFill>
                <a:latin typeface="Segoe UI" panose="020B0502040204020203" pitchFamily="34" charset="0"/>
                <a:cs typeface="Segoe UI" panose="020B0502040204020203" pitchFamily="34" charset="0"/>
              </a:rPr>
              <a:t>T. </a:t>
            </a:r>
            <a:r>
              <a:rPr lang="en-US" sz="800" dirty="0" err="1">
                <a:solidFill>
                  <a:prstClr val="black"/>
                </a:solidFill>
                <a:latin typeface="Segoe UI" panose="020B0502040204020203" pitchFamily="34" charset="0"/>
                <a:cs typeface="Segoe UI" panose="020B0502040204020203" pitchFamily="34" charset="0"/>
              </a:rPr>
              <a:t>Temraliyev</a:t>
            </a:r>
            <a:r>
              <a:rPr lang="en-US" sz="800" dirty="0">
                <a:solidFill>
                  <a:prstClr val="black"/>
                </a:solidFill>
                <a:latin typeface="Segoe UI" panose="020B0502040204020203" pitchFamily="34" charset="0"/>
                <a:cs typeface="Segoe UI" panose="020B0502040204020203" pitchFamily="34" charset="0"/>
              </a:rPr>
              <a:t> </a:t>
            </a:r>
          </a:p>
          <a:p>
            <a:pPr algn="ctr" defTabSz="914413"/>
            <a:r>
              <a:rPr lang="en-US" sz="800" dirty="0">
                <a:solidFill>
                  <a:prstClr val="black"/>
                </a:solidFill>
                <a:latin typeface="Segoe UI" panose="020B0502040204020203" pitchFamily="34" charset="0"/>
                <a:cs typeface="Segoe UI" panose="020B0502040204020203" pitchFamily="34" charset="0"/>
              </a:rPr>
              <a:t>AT DHK OFFC 101194</a:t>
            </a:r>
          </a:p>
          <a:p>
            <a:pPr algn="ctr" defTabSz="914413"/>
            <a:endParaRPr lang="en-US" sz="800" dirty="0">
              <a:solidFill>
                <a:srgbClr val="3C3C3C"/>
              </a:solidFill>
              <a:latin typeface="Segoe UI" panose="020B0502040204020203" pitchFamily="34" charset="0"/>
              <a:cs typeface="Segoe UI" panose="020B0502040204020203" pitchFamily="34" charset="0"/>
            </a:endParaRPr>
          </a:p>
        </p:txBody>
      </p:sp>
      <p:sp>
        <p:nvSpPr>
          <p:cNvPr id="21" name="Rectangle 20">
            <a:extLst>
              <a:ext uri="{FF2B5EF4-FFF2-40B4-BE49-F238E27FC236}">
                <a16:creationId xmlns:a16="http://schemas.microsoft.com/office/drawing/2014/main" id="{3B46F648-D8C9-71C6-CEAF-9316FD735884}"/>
              </a:ext>
            </a:extLst>
          </p:cNvPr>
          <p:cNvSpPr/>
          <p:nvPr/>
        </p:nvSpPr>
        <p:spPr>
          <a:xfrm>
            <a:off x="4405289" y="1703177"/>
            <a:ext cx="1378417" cy="557302"/>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rgbClr val="3C3C3C"/>
                </a:solidFill>
                <a:latin typeface="Segoe UI" panose="020B0502040204020203" pitchFamily="34" charset="0"/>
                <a:cs typeface="Segoe UI" panose="020B0502040204020203" pitchFamily="34" charset="0"/>
              </a:rPr>
              <a:t>Head of Permitting Z. </a:t>
            </a:r>
            <a:r>
              <a:rPr lang="en-US" sz="800" dirty="0" err="1">
                <a:solidFill>
                  <a:srgbClr val="3C3C3C"/>
                </a:solidFill>
                <a:latin typeface="Segoe UI" panose="020B0502040204020203" pitchFamily="34" charset="0"/>
                <a:cs typeface="Segoe UI" panose="020B0502040204020203" pitchFamily="34" charset="0"/>
              </a:rPr>
              <a:t>Abdirova</a:t>
            </a:r>
            <a:r>
              <a:rPr lang="en-US" sz="800" dirty="0">
                <a:solidFill>
                  <a:srgbClr val="3C3C3C"/>
                </a:solidFill>
                <a:latin typeface="Segoe UI" panose="020B0502040204020203" pitchFamily="34" charset="0"/>
                <a:cs typeface="Segoe UI" panose="020B0502040204020203" pitchFamily="34" charset="0"/>
              </a:rPr>
              <a:t> </a:t>
            </a:r>
          </a:p>
          <a:p>
            <a:pPr algn="ctr" defTabSz="914413"/>
            <a:r>
              <a:rPr lang="en-US" sz="800" dirty="0">
                <a:solidFill>
                  <a:prstClr val="black"/>
                </a:solidFill>
                <a:latin typeface="Segoe UI" panose="020B0502040204020203" pitchFamily="34" charset="0"/>
                <a:cs typeface="Segoe UI" panose="020B0502040204020203" pitchFamily="34" charset="0"/>
              </a:rPr>
              <a:t>AT DHK OFFC </a:t>
            </a:r>
            <a:r>
              <a:rPr lang="en-US" sz="800" dirty="0">
                <a:solidFill>
                  <a:srgbClr val="3C3C3C"/>
                </a:solidFill>
                <a:latin typeface="Segoe UI" panose="020B0502040204020203" pitchFamily="34" charset="0"/>
                <a:cs typeface="Segoe UI" panose="020B0502040204020203" pitchFamily="34" charset="0"/>
              </a:rPr>
              <a:t>105778</a:t>
            </a:r>
          </a:p>
        </p:txBody>
      </p:sp>
      <p:sp>
        <p:nvSpPr>
          <p:cNvPr id="22" name="Rectangle 21">
            <a:extLst>
              <a:ext uri="{FF2B5EF4-FFF2-40B4-BE49-F238E27FC236}">
                <a16:creationId xmlns:a16="http://schemas.microsoft.com/office/drawing/2014/main" id="{06093C87-38AC-0A26-9B65-87AA45D062D1}"/>
              </a:ext>
            </a:extLst>
          </p:cNvPr>
          <p:cNvSpPr/>
          <p:nvPr/>
        </p:nvSpPr>
        <p:spPr>
          <a:xfrm>
            <a:off x="8684791" y="2469940"/>
            <a:ext cx="1329947" cy="675951"/>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rgbClr val="3C3C3C"/>
                </a:solidFill>
                <a:latin typeface="Segoe UI" panose="020B0502040204020203" pitchFamily="34" charset="0"/>
                <a:cs typeface="Segoe UI" panose="020B0502040204020203" pitchFamily="34" charset="0"/>
              </a:rPr>
              <a:t>Supervision &amp; Inspection </a:t>
            </a:r>
          </a:p>
          <a:p>
            <a:pPr algn="ctr" defTabSz="914413"/>
            <a:r>
              <a:rPr lang="en-US" sz="800" dirty="0">
                <a:solidFill>
                  <a:srgbClr val="3C3C3C"/>
                </a:solidFill>
                <a:latin typeface="Segoe UI" panose="020B0502040204020203" pitchFamily="34" charset="0"/>
                <a:cs typeface="Segoe UI" panose="020B0502040204020203" pitchFamily="34" charset="0"/>
              </a:rPr>
              <a:t>Supervisor </a:t>
            </a:r>
            <a:r>
              <a:rPr lang="en-US" sz="800" dirty="0" err="1">
                <a:solidFill>
                  <a:srgbClr val="3C3C3C"/>
                </a:solidFill>
                <a:latin typeface="Segoe UI" panose="020B0502040204020203" pitchFamily="34" charset="0"/>
                <a:cs typeface="Segoe UI" panose="020B0502040204020203" pitchFamily="34" charset="0"/>
              </a:rPr>
              <a:t>A.Mukasheva</a:t>
            </a:r>
            <a:r>
              <a:rPr lang="en-US" sz="800" dirty="0">
                <a:solidFill>
                  <a:srgbClr val="3C3C3C"/>
                </a:solidFill>
                <a:latin typeface="Segoe UI" panose="020B0502040204020203" pitchFamily="34" charset="0"/>
                <a:cs typeface="Segoe UI" panose="020B0502040204020203" pitchFamily="34" charset="0"/>
              </a:rPr>
              <a:t> / </a:t>
            </a:r>
            <a:r>
              <a:rPr lang="en-US" sz="800" dirty="0" err="1">
                <a:solidFill>
                  <a:srgbClr val="3C3C3C"/>
                </a:solidFill>
                <a:latin typeface="Segoe UI" panose="020B0502040204020203" pitchFamily="34" charset="0"/>
                <a:cs typeface="Segoe UI" panose="020B0502040204020203" pitchFamily="34" charset="0"/>
              </a:rPr>
              <a:t>Z.Krilevskaya</a:t>
            </a:r>
            <a:r>
              <a:rPr lang="en-US" sz="800" dirty="0">
                <a:solidFill>
                  <a:srgbClr val="3C3C3C"/>
                </a:solidFill>
                <a:latin typeface="Segoe UI" panose="020B0502040204020203" pitchFamily="34" charset="0"/>
                <a:cs typeface="Segoe UI" panose="020B0502040204020203" pitchFamily="34" charset="0"/>
              </a:rPr>
              <a:t> .</a:t>
            </a:r>
          </a:p>
          <a:p>
            <a:pPr algn="ctr" defTabSz="914413"/>
            <a:r>
              <a:rPr lang="en-US" sz="800" dirty="0">
                <a:solidFill>
                  <a:prstClr val="black"/>
                </a:solidFill>
                <a:latin typeface="Segoe UI" panose="020B0502040204020203" pitchFamily="34" charset="0"/>
                <a:cs typeface="Segoe UI" panose="020B0502040204020203" pitchFamily="34" charset="0"/>
              </a:rPr>
              <a:t>EW DHK ROT (B2B)179195/179194</a:t>
            </a:r>
            <a:endParaRPr lang="en-US" sz="800" dirty="0">
              <a:solidFill>
                <a:srgbClr val="3C3C3C"/>
              </a:solidFill>
              <a:latin typeface="Segoe UI" panose="020B0502040204020203" pitchFamily="34" charset="0"/>
              <a:cs typeface="Segoe UI" panose="020B0502040204020203" pitchFamily="34" charset="0"/>
            </a:endParaRPr>
          </a:p>
        </p:txBody>
      </p:sp>
      <p:sp>
        <p:nvSpPr>
          <p:cNvPr id="23" name="Rectangle 22">
            <a:extLst>
              <a:ext uri="{FF2B5EF4-FFF2-40B4-BE49-F238E27FC236}">
                <a16:creationId xmlns:a16="http://schemas.microsoft.com/office/drawing/2014/main" id="{8E5B5080-D9D4-18AA-C818-5FCF66C3B69D}"/>
              </a:ext>
            </a:extLst>
          </p:cNvPr>
          <p:cNvSpPr/>
          <p:nvPr/>
        </p:nvSpPr>
        <p:spPr>
          <a:xfrm>
            <a:off x="6677682" y="2425850"/>
            <a:ext cx="1377036" cy="564355"/>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rgbClr val="3C3C3C"/>
                </a:solidFill>
                <a:latin typeface="Segoe UI" panose="020B0502040204020203" pitchFamily="34" charset="0"/>
                <a:cs typeface="Segoe UI" panose="020B0502040204020203" pitchFamily="34" charset="0"/>
              </a:rPr>
              <a:t>Permitting &amp; Regulatory Compliance Coordinator</a:t>
            </a:r>
          </a:p>
          <a:p>
            <a:pPr algn="ctr" defTabSz="914413"/>
            <a:r>
              <a:rPr lang="en-US" sz="800" dirty="0">
                <a:solidFill>
                  <a:srgbClr val="3C3C3C"/>
                </a:solidFill>
                <a:latin typeface="Segoe UI" panose="020B0502040204020203" pitchFamily="34" charset="0"/>
                <a:cs typeface="Segoe UI" panose="020B0502040204020203" pitchFamily="34" charset="0"/>
              </a:rPr>
              <a:t>Kadyrbek, </a:t>
            </a:r>
            <a:r>
              <a:rPr lang="en-US" sz="800" dirty="0" err="1">
                <a:solidFill>
                  <a:srgbClr val="3C3C3C"/>
                </a:solidFill>
                <a:latin typeface="Segoe UI" panose="020B0502040204020203" pitchFamily="34" charset="0"/>
                <a:cs typeface="Segoe UI" panose="020B0502040204020203" pitchFamily="34" charset="0"/>
              </a:rPr>
              <a:t>Sholbayev</a:t>
            </a:r>
            <a:endParaRPr lang="en-US" sz="800" dirty="0">
              <a:solidFill>
                <a:srgbClr val="3C3C3C"/>
              </a:solidFill>
              <a:latin typeface="Segoe UI" panose="020B0502040204020203" pitchFamily="34" charset="0"/>
              <a:cs typeface="Segoe UI" panose="020B0502040204020203" pitchFamily="34" charset="0"/>
            </a:endParaRPr>
          </a:p>
          <a:p>
            <a:pPr algn="ctr" defTabSz="914413"/>
            <a:r>
              <a:rPr lang="en-US" sz="800" dirty="0">
                <a:solidFill>
                  <a:prstClr val="black"/>
                </a:solidFill>
                <a:latin typeface="Segoe UI" panose="020B0502040204020203" pitchFamily="34" charset="0"/>
                <a:cs typeface="Segoe UI" panose="020B0502040204020203" pitchFamily="34" charset="0"/>
              </a:rPr>
              <a:t>AT DHK OFFC 179202</a:t>
            </a:r>
          </a:p>
          <a:p>
            <a:pPr algn="ctr" defTabSz="914413"/>
            <a:endParaRPr lang="en-US" sz="800" dirty="0">
              <a:solidFill>
                <a:srgbClr val="3C3C3C"/>
              </a:solidFill>
              <a:latin typeface="Segoe UI" panose="020B0502040204020203" pitchFamily="34" charset="0"/>
              <a:cs typeface="Segoe UI" panose="020B0502040204020203" pitchFamily="34" charset="0"/>
            </a:endParaRPr>
          </a:p>
        </p:txBody>
      </p:sp>
      <p:sp>
        <p:nvSpPr>
          <p:cNvPr id="24" name="Rectangle 23">
            <a:extLst>
              <a:ext uri="{FF2B5EF4-FFF2-40B4-BE49-F238E27FC236}">
                <a16:creationId xmlns:a16="http://schemas.microsoft.com/office/drawing/2014/main" id="{D72DC35E-2891-5BF3-B241-047C10916BDD}"/>
              </a:ext>
            </a:extLst>
          </p:cNvPr>
          <p:cNvSpPr/>
          <p:nvPr/>
        </p:nvSpPr>
        <p:spPr>
          <a:xfrm>
            <a:off x="6677682" y="3303440"/>
            <a:ext cx="1377036" cy="678823"/>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rgbClr val="3C3C3C"/>
                </a:solidFill>
                <a:latin typeface="Segoe UI" panose="020B0502040204020203" pitchFamily="34" charset="0"/>
                <a:cs typeface="Segoe UI" panose="020B0502040204020203" pitchFamily="34" charset="0"/>
              </a:rPr>
              <a:t>Permitting &amp; Regulatory Compliance Coordinator (POD)</a:t>
            </a:r>
          </a:p>
          <a:p>
            <a:pPr algn="ctr" defTabSz="914413"/>
            <a:r>
              <a:rPr lang="en-US" sz="800" dirty="0">
                <a:solidFill>
                  <a:srgbClr val="3C3C3C"/>
                </a:solidFill>
                <a:latin typeface="Segoe UI" panose="020B0502040204020203" pitchFamily="34" charset="0"/>
                <a:cs typeface="Segoe UI" panose="020B0502040204020203" pitchFamily="34" charset="0"/>
              </a:rPr>
              <a:t>Bauyrzhan, </a:t>
            </a:r>
            <a:r>
              <a:rPr lang="en-US" sz="800" dirty="0" err="1">
                <a:solidFill>
                  <a:srgbClr val="3C3C3C"/>
                </a:solidFill>
                <a:latin typeface="Segoe UI" panose="020B0502040204020203" pitchFamily="34" charset="0"/>
                <a:cs typeface="Segoe UI" panose="020B0502040204020203" pitchFamily="34" charset="0"/>
              </a:rPr>
              <a:t>Kaliyev</a:t>
            </a:r>
            <a:endParaRPr lang="en-US" sz="800" dirty="0">
              <a:solidFill>
                <a:srgbClr val="3C3C3C"/>
              </a:solidFill>
              <a:latin typeface="Segoe UI" panose="020B0502040204020203" pitchFamily="34" charset="0"/>
              <a:cs typeface="Segoe UI" panose="020B0502040204020203" pitchFamily="34" charset="0"/>
            </a:endParaRPr>
          </a:p>
          <a:p>
            <a:pPr algn="ctr" defTabSz="914413"/>
            <a:r>
              <a:rPr lang="en-US" sz="800" dirty="0">
                <a:solidFill>
                  <a:prstClr val="black"/>
                </a:solidFill>
                <a:latin typeface="Segoe UI" panose="020B0502040204020203" pitchFamily="34" charset="0"/>
                <a:cs typeface="Segoe UI" panose="020B0502040204020203" pitchFamily="34" charset="0"/>
              </a:rPr>
              <a:t>AT DHK OFFC 108872</a:t>
            </a:r>
          </a:p>
          <a:p>
            <a:pPr algn="ctr" defTabSz="914413"/>
            <a:endParaRPr lang="en-US" sz="800" dirty="0">
              <a:solidFill>
                <a:srgbClr val="3C3C3C"/>
              </a:solidFill>
              <a:latin typeface="Segoe UI" panose="020B0502040204020203" pitchFamily="34" charset="0"/>
              <a:cs typeface="Segoe UI" panose="020B0502040204020203" pitchFamily="34" charset="0"/>
            </a:endParaRPr>
          </a:p>
        </p:txBody>
      </p:sp>
      <p:sp>
        <p:nvSpPr>
          <p:cNvPr id="26" name="Rectangle 25">
            <a:extLst>
              <a:ext uri="{FF2B5EF4-FFF2-40B4-BE49-F238E27FC236}">
                <a16:creationId xmlns:a16="http://schemas.microsoft.com/office/drawing/2014/main" id="{43872D4A-F729-9C41-6F6F-9EC8B1F3A0FB}"/>
              </a:ext>
            </a:extLst>
          </p:cNvPr>
          <p:cNvSpPr/>
          <p:nvPr/>
        </p:nvSpPr>
        <p:spPr>
          <a:xfrm>
            <a:off x="10621051" y="2418772"/>
            <a:ext cx="1364572" cy="553024"/>
          </a:xfrm>
          <a:prstGeom prst="rect">
            <a:avLst/>
          </a:prstGeom>
          <a:noFill/>
          <a:ln w="31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chemeClr val="tx1"/>
                </a:solidFill>
                <a:latin typeface="Segoe UI" panose="020B0502040204020203" pitchFamily="34" charset="0"/>
                <a:cs typeface="Segoe UI" panose="020B0502040204020203" pitchFamily="34" charset="0"/>
              </a:rPr>
              <a:t>Permitting &amp; Regulatory Compliance Coordinator</a:t>
            </a:r>
          </a:p>
          <a:p>
            <a:pPr algn="ctr" defTabSz="914413"/>
            <a:r>
              <a:rPr lang="en-US" sz="800" dirty="0">
                <a:solidFill>
                  <a:srgbClr val="3C3C3C"/>
                </a:solidFill>
                <a:latin typeface="Segoe UI" panose="020B0502040204020203" pitchFamily="34" charset="0"/>
                <a:cs typeface="Segoe UI" panose="020B0502040204020203" pitchFamily="34" charset="0"/>
              </a:rPr>
              <a:t>Daniyar, </a:t>
            </a:r>
            <a:r>
              <a:rPr lang="en-US" sz="800" dirty="0" err="1">
                <a:solidFill>
                  <a:srgbClr val="3C3C3C"/>
                </a:solidFill>
                <a:latin typeface="Segoe UI" panose="020B0502040204020203" pitchFamily="34" charset="0"/>
                <a:cs typeface="Segoe UI" panose="020B0502040204020203" pitchFamily="34" charset="0"/>
              </a:rPr>
              <a:t>Serikuly</a:t>
            </a:r>
            <a:endParaRPr lang="en-US" sz="800" dirty="0">
              <a:solidFill>
                <a:srgbClr val="3C3C3C"/>
              </a:solidFill>
              <a:latin typeface="Segoe UI" panose="020B0502040204020203" pitchFamily="34" charset="0"/>
              <a:cs typeface="Segoe UI" panose="020B0502040204020203" pitchFamily="34" charset="0"/>
            </a:endParaRPr>
          </a:p>
          <a:p>
            <a:pPr algn="ctr" defTabSz="914413"/>
            <a:r>
              <a:rPr lang="en-US" sz="800" dirty="0">
                <a:solidFill>
                  <a:srgbClr val="3C3C3C"/>
                </a:solidFill>
                <a:latin typeface="Segoe UI" panose="020B0502040204020203" pitchFamily="34" charset="0"/>
                <a:cs typeface="Segoe UI" panose="020B0502040204020203" pitchFamily="34" charset="0"/>
              </a:rPr>
              <a:t>AT DHK OFFC 179204 </a:t>
            </a:r>
          </a:p>
        </p:txBody>
      </p:sp>
      <p:sp>
        <p:nvSpPr>
          <p:cNvPr id="27" name="Rectangle 26">
            <a:extLst>
              <a:ext uri="{FF2B5EF4-FFF2-40B4-BE49-F238E27FC236}">
                <a16:creationId xmlns:a16="http://schemas.microsoft.com/office/drawing/2014/main" id="{2C7F65F0-7220-010B-2EC0-9CA521889DF1}"/>
              </a:ext>
            </a:extLst>
          </p:cNvPr>
          <p:cNvSpPr/>
          <p:nvPr/>
        </p:nvSpPr>
        <p:spPr>
          <a:xfrm>
            <a:off x="10621051" y="3244621"/>
            <a:ext cx="1364572" cy="553024"/>
          </a:xfrm>
          <a:prstGeom prst="rect">
            <a:avLst/>
          </a:prstGeom>
          <a:noFill/>
          <a:ln w="31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chemeClr val="tx1"/>
                </a:solidFill>
                <a:latin typeface="Segoe UI" panose="020B0502040204020203" pitchFamily="34" charset="0"/>
                <a:cs typeface="Segoe UI" panose="020B0502040204020203" pitchFamily="34" charset="0"/>
              </a:rPr>
              <a:t>Permitting &amp; Regulatory Compliance Coordinator</a:t>
            </a:r>
          </a:p>
          <a:p>
            <a:pPr algn="ctr" defTabSz="914413"/>
            <a:r>
              <a:rPr lang="en-US" sz="800" dirty="0">
                <a:solidFill>
                  <a:srgbClr val="3C3C3C"/>
                </a:solidFill>
                <a:latin typeface="Segoe UI" panose="020B0502040204020203" pitchFamily="34" charset="0"/>
                <a:cs typeface="Segoe UI" panose="020B0502040204020203" pitchFamily="34" charset="0"/>
              </a:rPr>
              <a:t>Yerzhan, </a:t>
            </a:r>
            <a:r>
              <a:rPr lang="en-US" sz="800" dirty="0" err="1">
                <a:solidFill>
                  <a:srgbClr val="3C3C3C"/>
                </a:solidFill>
                <a:latin typeface="Segoe UI" panose="020B0502040204020203" pitchFamily="34" charset="0"/>
                <a:cs typeface="Segoe UI" panose="020B0502040204020203" pitchFamily="34" charset="0"/>
              </a:rPr>
              <a:t>rasklidinov</a:t>
            </a:r>
            <a:endParaRPr lang="en-US" sz="800" dirty="0">
              <a:solidFill>
                <a:srgbClr val="3C3C3C"/>
              </a:solidFill>
              <a:latin typeface="Segoe UI" panose="020B0502040204020203" pitchFamily="34" charset="0"/>
              <a:cs typeface="Segoe UI" panose="020B0502040204020203" pitchFamily="34" charset="0"/>
            </a:endParaRPr>
          </a:p>
          <a:p>
            <a:pPr algn="ctr" defTabSz="914413"/>
            <a:r>
              <a:rPr lang="en-US" sz="800" dirty="0">
                <a:solidFill>
                  <a:srgbClr val="3C3C3C"/>
                </a:solidFill>
                <a:latin typeface="Segoe UI" panose="020B0502040204020203" pitchFamily="34" charset="0"/>
                <a:cs typeface="Segoe UI" panose="020B0502040204020203" pitchFamily="34" charset="0"/>
              </a:rPr>
              <a:t>AT DHK OFFC 107875 </a:t>
            </a:r>
          </a:p>
        </p:txBody>
      </p:sp>
      <p:sp>
        <p:nvSpPr>
          <p:cNvPr id="28" name="Rectangle 27">
            <a:extLst>
              <a:ext uri="{FF2B5EF4-FFF2-40B4-BE49-F238E27FC236}">
                <a16:creationId xmlns:a16="http://schemas.microsoft.com/office/drawing/2014/main" id="{164EADB7-376D-0F84-D76D-CC97038E095D}"/>
              </a:ext>
            </a:extLst>
          </p:cNvPr>
          <p:cNvSpPr/>
          <p:nvPr/>
        </p:nvSpPr>
        <p:spPr>
          <a:xfrm>
            <a:off x="9005771" y="3314772"/>
            <a:ext cx="1329947" cy="779639"/>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rgbClr val="3C3C3C"/>
                </a:solidFill>
                <a:latin typeface="Segoe UI" panose="020B0502040204020203" pitchFamily="34" charset="0"/>
                <a:cs typeface="Segoe UI" panose="020B0502040204020203" pitchFamily="34" charset="0"/>
              </a:rPr>
              <a:t>Supervision &amp; Inspection Coordinator</a:t>
            </a:r>
          </a:p>
          <a:p>
            <a:pPr algn="ctr" defTabSz="914413"/>
            <a:r>
              <a:rPr lang="en-US" sz="800" dirty="0" err="1">
                <a:solidFill>
                  <a:srgbClr val="3C3C3C"/>
                </a:solidFill>
                <a:latin typeface="Segoe UI" panose="020B0502040204020203" pitchFamily="34" charset="0"/>
                <a:cs typeface="Segoe UI" panose="020B0502040204020203" pitchFamily="34" charset="0"/>
              </a:rPr>
              <a:t>A.Kanzhanov</a:t>
            </a:r>
            <a:r>
              <a:rPr lang="en-US" sz="800" dirty="0">
                <a:solidFill>
                  <a:srgbClr val="3C3C3C"/>
                </a:solidFill>
                <a:latin typeface="Segoe UI" panose="020B0502040204020203" pitchFamily="34" charset="0"/>
                <a:cs typeface="Segoe UI" panose="020B0502040204020203" pitchFamily="34" charset="0"/>
              </a:rPr>
              <a:t>/</a:t>
            </a:r>
            <a:r>
              <a:rPr lang="en-US" sz="800" dirty="0" err="1">
                <a:solidFill>
                  <a:srgbClr val="3C3C3C"/>
                </a:solidFill>
                <a:latin typeface="Segoe UI" panose="020B0502040204020203" pitchFamily="34" charset="0"/>
                <a:cs typeface="Segoe UI" panose="020B0502040204020203" pitchFamily="34" charset="0"/>
              </a:rPr>
              <a:t>A.Shambayev</a:t>
            </a:r>
            <a:endParaRPr lang="en-US" sz="800" dirty="0">
              <a:solidFill>
                <a:srgbClr val="3C3C3C"/>
              </a:solidFill>
              <a:latin typeface="Segoe UI" panose="020B0502040204020203" pitchFamily="34" charset="0"/>
              <a:cs typeface="Segoe UI" panose="020B0502040204020203" pitchFamily="34" charset="0"/>
            </a:endParaRPr>
          </a:p>
          <a:p>
            <a:pPr algn="ctr" defTabSz="914413"/>
            <a:r>
              <a:rPr lang="en-US" sz="800" dirty="0">
                <a:solidFill>
                  <a:prstClr val="black"/>
                </a:solidFill>
                <a:latin typeface="Segoe UI" panose="020B0502040204020203" pitchFamily="34" charset="0"/>
                <a:cs typeface="Segoe UI" panose="020B0502040204020203" pitchFamily="34" charset="0"/>
              </a:rPr>
              <a:t>EW DHK ROT (B2B)179199/179197</a:t>
            </a:r>
            <a:endParaRPr lang="en-US" sz="800" dirty="0">
              <a:solidFill>
                <a:srgbClr val="3C3C3C"/>
              </a:solidFill>
              <a:latin typeface="Segoe UI" panose="020B0502040204020203" pitchFamily="34" charset="0"/>
              <a:cs typeface="Segoe UI" panose="020B0502040204020203" pitchFamily="34" charset="0"/>
            </a:endParaRPr>
          </a:p>
        </p:txBody>
      </p:sp>
      <p:sp>
        <p:nvSpPr>
          <p:cNvPr id="31" name="Rectangle 30">
            <a:extLst>
              <a:ext uri="{FF2B5EF4-FFF2-40B4-BE49-F238E27FC236}">
                <a16:creationId xmlns:a16="http://schemas.microsoft.com/office/drawing/2014/main" id="{1EE7EE5F-020A-6AF4-1E09-0D7AB360C3D1}"/>
              </a:ext>
            </a:extLst>
          </p:cNvPr>
          <p:cNvSpPr/>
          <p:nvPr/>
        </p:nvSpPr>
        <p:spPr>
          <a:xfrm>
            <a:off x="9023084" y="4263292"/>
            <a:ext cx="1329947" cy="706143"/>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rgbClr val="3C3C3C"/>
                </a:solidFill>
                <a:latin typeface="Segoe UI" panose="020B0502040204020203" pitchFamily="34" charset="0"/>
                <a:cs typeface="Segoe UI" panose="020B0502040204020203" pitchFamily="34" charset="0"/>
              </a:rPr>
              <a:t>Supervision &amp; Inspection Coordinator</a:t>
            </a:r>
          </a:p>
          <a:p>
            <a:pPr algn="ctr" defTabSz="914413"/>
            <a:r>
              <a:rPr lang="en-US" sz="800" dirty="0" err="1">
                <a:solidFill>
                  <a:srgbClr val="3C3C3C"/>
                </a:solidFill>
                <a:latin typeface="Segoe UI" panose="020B0502040204020203" pitchFamily="34" charset="0"/>
                <a:cs typeface="Segoe UI" panose="020B0502040204020203" pitchFamily="34" charset="0"/>
              </a:rPr>
              <a:t>Z.koshmukhanov</a:t>
            </a:r>
            <a:r>
              <a:rPr lang="en-US" sz="800" dirty="0">
                <a:solidFill>
                  <a:srgbClr val="3C3C3C"/>
                </a:solidFill>
                <a:latin typeface="Segoe UI" panose="020B0502040204020203" pitchFamily="34" charset="0"/>
                <a:cs typeface="Segoe UI" panose="020B0502040204020203" pitchFamily="34" charset="0"/>
              </a:rPr>
              <a:t>/</a:t>
            </a:r>
            <a:r>
              <a:rPr lang="en-US" sz="800" dirty="0" err="1">
                <a:solidFill>
                  <a:srgbClr val="3C3C3C"/>
                </a:solidFill>
                <a:latin typeface="Segoe UI" panose="020B0502040204020203" pitchFamily="34" charset="0"/>
                <a:cs typeface="Segoe UI" panose="020B0502040204020203" pitchFamily="34" charset="0"/>
              </a:rPr>
              <a:t>A.Abiyev</a:t>
            </a:r>
            <a:endParaRPr lang="en-US" sz="800" dirty="0">
              <a:solidFill>
                <a:srgbClr val="3C3C3C"/>
              </a:solidFill>
              <a:latin typeface="Segoe UI" panose="020B0502040204020203" pitchFamily="34" charset="0"/>
              <a:cs typeface="Segoe UI" panose="020B0502040204020203" pitchFamily="34" charset="0"/>
            </a:endParaRPr>
          </a:p>
          <a:p>
            <a:pPr algn="ctr" defTabSz="914413"/>
            <a:r>
              <a:rPr lang="en-US" sz="800" dirty="0">
                <a:solidFill>
                  <a:prstClr val="black"/>
                </a:solidFill>
                <a:latin typeface="Segoe UI" panose="020B0502040204020203" pitchFamily="34" charset="0"/>
                <a:cs typeface="Segoe UI" panose="020B0502040204020203" pitchFamily="34" charset="0"/>
              </a:rPr>
              <a:t>EW DHK ROT (B2B)179196/179198</a:t>
            </a:r>
            <a:endParaRPr lang="en-US" sz="800" dirty="0">
              <a:solidFill>
                <a:srgbClr val="3C3C3C"/>
              </a:solidFill>
              <a:latin typeface="Segoe UI" panose="020B0502040204020203" pitchFamily="34" charset="0"/>
              <a:cs typeface="Segoe UI" panose="020B0502040204020203" pitchFamily="34" charset="0"/>
            </a:endParaRPr>
          </a:p>
        </p:txBody>
      </p:sp>
      <p:sp>
        <p:nvSpPr>
          <p:cNvPr id="32" name="Rectangle 31">
            <a:extLst>
              <a:ext uri="{FF2B5EF4-FFF2-40B4-BE49-F238E27FC236}">
                <a16:creationId xmlns:a16="http://schemas.microsoft.com/office/drawing/2014/main" id="{2B13503B-119C-DD51-17AE-CCC8FA79A9B7}"/>
              </a:ext>
            </a:extLst>
          </p:cNvPr>
          <p:cNvSpPr/>
          <p:nvPr/>
        </p:nvSpPr>
        <p:spPr>
          <a:xfrm>
            <a:off x="8684791" y="5048372"/>
            <a:ext cx="1329947" cy="706143"/>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rgbClr val="3C3C3C"/>
                </a:solidFill>
                <a:latin typeface="Segoe UI" panose="020B0502040204020203" pitchFamily="34" charset="0"/>
                <a:cs typeface="Segoe UI" panose="020B0502040204020203" pitchFamily="34" charset="0"/>
              </a:rPr>
              <a:t>Supervision &amp; Inspection Advisor (Audit, Inspection &amp; Monitoring)</a:t>
            </a:r>
          </a:p>
          <a:p>
            <a:pPr algn="ctr" defTabSz="914413"/>
            <a:r>
              <a:rPr lang="en-US" sz="800" dirty="0" err="1">
                <a:solidFill>
                  <a:srgbClr val="3C3C3C"/>
                </a:solidFill>
                <a:latin typeface="Segoe UI" panose="020B0502040204020203" pitchFamily="34" charset="0"/>
                <a:cs typeface="Segoe UI" panose="020B0502040204020203" pitchFamily="34" charset="0"/>
              </a:rPr>
              <a:t>B.Yessengaliyeva</a:t>
            </a:r>
            <a:endParaRPr lang="en-US" sz="800" dirty="0">
              <a:solidFill>
                <a:srgbClr val="3C3C3C"/>
              </a:solidFill>
              <a:latin typeface="Segoe UI" panose="020B0502040204020203" pitchFamily="34" charset="0"/>
              <a:cs typeface="Segoe UI" panose="020B0502040204020203" pitchFamily="34" charset="0"/>
            </a:endParaRPr>
          </a:p>
          <a:p>
            <a:pPr algn="ctr" defTabSz="914413"/>
            <a:r>
              <a:rPr lang="en-US" sz="800" dirty="0">
                <a:solidFill>
                  <a:srgbClr val="3C3C3C"/>
                </a:solidFill>
                <a:latin typeface="Segoe UI" panose="020B0502040204020203" pitchFamily="34" charset="0"/>
                <a:cs typeface="Segoe UI" panose="020B0502040204020203" pitchFamily="34" charset="0"/>
              </a:rPr>
              <a:t>AT DHK 107872</a:t>
            </a:r>
          </a:p>
        </p:txBody>
      </p:sp>
      <p:sp>
        <p:nvSpPr>
          <p:cNvPr id="33" name="Rectangle 32">
            <a:extLst>
              <a:ext uri="{FF2B5EF4-FFF2-40B4-BE49-F238E27FC236}">
                <a16:creationId xmlns:a16="http://schemas.microsoft.com/office/drawing/2014/main" id="{B4D133A8-A66D-3B4D-C2BC-E83688ED7704}"/>
              </a:ext>
            </a:extLst>
          </p:cNvPr>
          <p:cNvSpPr/>
          <p:nvPr/>
        </p:nvSpPr>
        <p:spPr>
          <a:xfrm>
            <a:off x="8684791" y="5846499"/>
            <a:ext cx="1329947" cy="540212"/>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rgbClr val="3C3C3C"/>
                </a:solidFill>
                <a:latin typeface="Segoe UI" panose="020B0502040204020203" pitchFamily="34" charset="0"/>
                <a:cs typeface="Segoe UI" panose="020B0502040204020203" pitchFamily="34" charset="0"/>
              </a:rPr>
              <a:t>Supervision &amp; Inspection Advisor </a:t>
            </a:r>
          </a:p>
          <a:p>
            <a:pPr algn="ctr" defTabSz="914413"/>
            <a:r>
              <a:rPr lang="en-US" sz="800" dirty="0">
                <a:solidFill>
                  <a:srgbClr val="3C3C3C"/>
                </a:solidFill>
                <a:latin typeface="Segoe UI" panose="020B0502040204020203" pitchFamily="34" charset="0"/>
                <a:cs typeface="Segoe UI" panose="020B0502040204020203" pitchFamily="34" charset="0"/>
              </a:rPr>
              <a:t>K. </a:t>
            </a:r>
            <a:r>
              <a:rPr lang="en-US" sz="800" dirty="0" err="1">
                <a:solidFill>
                  <a:srgbClr val="3C3C3C"/>
                </a:solidFill>
                <a:latin typeface="Segoe UI" panose="020B0502040204020203" pitchFamily="34" charset="0"/>
                <a:cs typeface="Segoe UI" panose="020B0502040204020203" pitchFamily="34" charset="0"/>
              </a:rPr>
              <a:t>Turakbayev</a:t>
            </a:r>
            <a:endParaRPr lang="en-US" sz="800" dirty="0">
              <a:solidFill>
                <a:srgbClr val="3C3C3C"/>
              </a:solidFill>
              <a:latin typeface="Segoe UI" panose="020B0502040204020203" pitchFamily="34" charset="0"/>
              <a:cs typeface="Segoe UI" panose="020B0502040204020203" pitchFamily="34" charset="0"/>
            </a:endParaRPr>
          </a:p>
          <a:p>
            <a:pPr algn="ctr" defTabSz="914413"/>
            <a:r>
              <a:rPr lang="en-US" sz="800" dirty="0">
                <a:solidFill>
                  <a:srgbClr val="3C3C3C"/>
                </a:solidFill>
                <a:latin typeface="Segoe UI" panose="020B0502040204020203" pitchFamily="34" charset="0"/>
                <a:cs typeface="Segoe UI" panose="020B0502040204020203" pitchFamily="34" charset="0"/>
              </a:rPr>
              <a:t>AT DHK 107869</a:t>
            </a:r>
          </a:p>
        </p:txBody>
      </p:sp>
      <p:sp>
        <p:nvSpPr>
          <p:cNvPr id="34" name="Rectangle 33">
            <a:extLst>
              <a:ext uri="{FF2B5EF4-FFF2-40B4-BE49-F238E27FC236}">
                <a16:creationId xmlns:a16="http://schemas.microsoft.com/office/drawing/2014/main" id="{2DA42A3E-AE7D-58FA-B89A-DE73020F93CD}"/>
              </a:ext>
            </a:extLst>
          </p:cNvPr>
          <p:cNvSpPr/>
          <p:nvPr/>
        </p:nvSpPr>
        <p:spPr>
          <a:xfrm>
            <a:off x="2667257" y="2364533"/>
            <a:ext cx="1377036" cy="564355"/>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rgbClr val="3C3C3C"/>
                </a:solidFill>
                <a:latin typeface="Segoe UI" panose="020B0502040204020203" pitchFamily="34" charset="0"/>
                <a:cs typeface="Segoe UI" panose="020B0502040204020203" pitchFamily="34" charset="0"/>
              </a:rPr>
              <a:t>Land Resources &amp; Asset Registration Coordinator</a:t>
            </a:r>
          </a:p>
          <a:p>
            <a:pPr algn="ctr" defTabSz="914413"/>
            <a:r>
              <a:rPr lang="en-US" sz="800" dirty="0" err="1">
                <a:solidFill>
                  <a:srgbClr val="3C3C3C"/>
                </a:solidFill>
                <a:latin typeface="Segoe UI" panose="020B0502040204020203" pitchFamily="34" charset="0"/>
                <a:cs typeface="Segoe UI" panose="020B0502040204020203" pitchFamily="34" charset="0"/>
              </a:rPr>
              <a:t>Y.Medeuov</a:t>
            </a:r>
            <a:endParaRPr lang="en-US" sz="800" dirty="0">
              <a:solidFill>
                <a:srgbClr val="3C3C3C"/>
              </a:solidFill>
              <a:latin typeface="Segoe UI" panose="020B0502040204020203" pitchFamily="34" charset="0"/>
              <a:cs typeface="Segoe UI" panose="020B0502040204020203" pitchFamily="34" charset="0"/>
            </a:endParaRPr>
          </a:p>
          <a:p>
            <a:pPr algn="ctr" defTabSz="914413"/>
            <a:r>
              <a:rPr lang="en-US" sz="800" dirty="0">
                <a:solidFill>
                  <a:prstClr val="black"/>
                </a:solidFill>
                <a:latin typeface="Segoe UI" panose="020B0502040204020203" pitchFamily="34" charset="0"/>
                <a:cs typeface="Segoe UI" panose="020B0502040204020203" pitchFamily="34" charset="0"/>
              </a:rPr>
              <a:t>AT DHK OFFC 102381</a:t>
            </a:r>
          </a:p>
          <a:p>
            <a:pPr algn="ctr" defTabSz="914413"/>
            <a:endParaRPr lang="en-US" sz="800" dirty="0">
              <a:solidFill>
                <a:srgbClr val="3C3C3C"/>
              </a:solidFill>
              <a:latin typeface="Segoe UI" panose="020B0502040204020203" pitchFamily="34" charset="0"/>
              <a:cs typeface="Segoe UI" panose="020B0502040204020203" pitchFamily="34" charset="0"/>
            </a:endParaRPr>
          </a:p>
        </p:txBody>
      </p:sp>
      <p:sp>
        <p:nvSpPr>
          <p:cNvPr id="35" name="Rectangle 34">
            <a:extLst>
              <a:ext uri="{FF2B5EF4-FFF2-40B4-BE49-F238E27FC236}">
                <a16:creationId xmlns:a16="http://schemas.microsoft.com/office/drawing/2014/main" id="{4D6668D6-7B8A-88C8-864C-F7B4AABD15CD}"/>
              </a:ext>
            </a:extLst>
          </p:cNvPr>
          <p:cNvSpPr/>
          <p:nvPr/>
        </p:nvSpPr>
        <p:spPr>
          <a:xfrm>
            <a:off x="2690803" y="3110496"/>
            <a:ext cx="1377036" cy="564355"/>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rgbClr val="3C3C3C"/>
                </a:solidFill>
                <a:latin typeface="Segoe UI" panose="020B0502040204020203" pitchFamily="34" charset="0"/>
                <a:cs typeface="Segoe UI" panose="020B0502040204020203" pitchFamily="34" charset="0"/>
              </a:rPr>
              <a:t>Land Resources &amp; Asset Registration Coordinator</a:t>
            </a:r>
          </a:p>
          <a:p>
            <a:pPr algn="ctr" defTabSz="914413"/>
            <a:r>
              <a:rPr lang="en-US" sz="800" dirty="0" err="1">
                <a:solidFill>
                  <a:srgbClr val="3C3C3C"/>
                </a:solidFill>
                <a:latin typeface="Segoe UI" panose="020B0502040204020203" pitchFamily="34" charset="0"/>
                <a:cs typeface="Segoe UI" panose="020B0502040204020203" pitchFamily="34" charset="0"/>
              </a:rPr>
              <a:t>N.Sissen</a:t>
            </a:r>
            <a:endParaRPr lang="en-US" sz="800" dirty="0">
              <a:solidFill>
                <a:srgbClr val="3C3C3C"/>
              </a:solidFill>
              <a:latin typeface="Segoe UI" panose="020B0502040204020203" pitchFamily="34" charset="0"/>
              <a:cs typeface="Segoe UI" panose="020B0502040204020203" pitchFamily="34" charset="0"/>
            </a:endParaRPr>
          </a:p>
          <a:p>
            <a:pPr algn="ctr" defTabSz="914413"/>
            <a:r>
              <a:rPr lang="en-US" sz="800" dirty="0">
                <a:solidFill>
                  <a:prstClr val="black"/>
                </a:solidFill>
                <a:latin typeface="Segoe UI" panose="020B0502040204020203" pitchFamily="34" charset="0"/>
                <a:cs typeface="Segoe UI" panose="020B0502040204020203" pitchFamily="34" charset="0"/>
              </a:rPr>
              <a:t>AT DHK OFFC 109331</a:t>
            </a:r>
          </a:p>
          <a:p>
            <a:pPr algn="ctr" defTabSz="914413"/>
            <a:endParaRPr lang="en-US" sz="800" dirty="0">
              <a:solidFill>
                <a:srgbClr val="3C3C3C"/>
              </a:solidFill>
              <a:latin typeface="Segoe UI" panose="020B0502040204020203" pitchFamily="34" charset="0"/>
              <a:cs typeface="Segoe UI" panose="020B0502040204020203" pitchFamily="34" charset="0"/>
            </a:endParaRPr>
          </a:p>
        </p:txBody>
      </p:sp>
      <p:sp>
        <p:nvSpPr>
          <p:cNvPr id="36" name="Rectangle 35">
            <a:extLst>
              <a:ext uri="{FF2B5EF4-FFF2-40B4-BE49-F238E27FC236}">
                <a16:creationId xmlns:a16="http://schemas.microsoft.com/office/drawing/2014/main" id="{BCB314C6-D3C6-649D-7F90-D97243BFA21A}"/>
              </a:ext>
            </a:extLst>
          </p:cNvPr>
          <p:cNvSpPr/>
          <p:nvPr/>
        </p:nvSpPr>
        <p:spPr>
          <a:xfrm>
            <a:off x="4717189" y="2391894"/>
            <a:ext cx="1377036" cy="564355"/>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rgbClr val="3C3C3C"/>
                </a:solidFill>
                <a:latin typeface="Segoe UI" panose="020B0502040204020203" pitchFamily="34" charset="0"/>
                <a:cs typeface="Segoe UI" panose="020B0502040204020203" pitchFamily="34" charset="0"/>
              </a:rPr>
              <a:t>Permitting Advisor</a:t>
            </a:r>
          </a:p>
          <a:p>
            <a:pPr algn="ctr" defTabSz="914413"/>
            <a:r>
              <a:rPr lang="en-US" sz="800" dirty="0" err="1">
                <a:solidFill>
                  <a:srgbClr val="3C3C3C"/>
                </a:solidFill>
                <a:latin typeface="Segoe UI" panose="020B0502040204020203" pitchFamily="34" charset="0"/>
                <a:cs typeface="Segoe UI" panose="020B0502040204020203" pitchFamily="34" charset="0"/>
              </a:rPr>
              <a:t>A.Kuandykova</a:t>
            </a:r>
            <a:endParaRPr lang="en-US" sz="800" dirty="0">
              <a:solidFill>
                <a:srgbClr val="3C3C3C"/>
              </a:solidFill>
              <a:latin typeface="Segoe UI" panose="020B0502040204020203" pitchFamily="34" charset="0"/>
              <a:cs typeface="Segoe UI" panose="020B0502040204020203" pitchFamily="34" charset="0"/>
            </a:endParaRPr>
          </a:p>
          <a:p>
            <a:pPr algn="ctr" defTabSz="914413"/>
            <a:r>
              <a:rPr lang="en-US" sz="800" dirty="0">
                <a:solidFill>
                  <a:srgbClr val="3C3C3C"/>
                </a:solidFill>
                <a:latin typeface="Segoe UI" panose="020B0502040204020203" pitchFamily="34" charset="0"/>
                <a:cs typeface="Segoe UI" panose="020B0502040204020203" pitchFamily="34" charset="0"/>
              </a:rPr>
              <a:t>AT DHK OFFC 179200</a:t>
            </a:r>
            <a:endParaRPr lang="en-US" sz="800" dirty="0">
              <a:solidFill>
                <a:prstClr val="black"/>
              </a:solidFill>
              <a:latin typeface="Segoe UI" panose="020B0502040204020203" pitchFamily="34" charset="0"/>
              <a:cs typeface="Segoe UI" panose="020B0502040204020203" pitchFamily="34" charset="0"/>
            </a:endParaRPr>
          </a:p>
          <a:p>
            <a:pPr algn="ctr" defTabSz="914413"/>
            <a:endParaRPr lang="en-US" sz="800" dirty="0">
              <a:solidFill>
                <a:srgbClr val="3C3C3C"/>
              </a:solidFill>
              <a:latin typeface="Segoe UI" panose="020B0502040204020203" pitchFamily="34" charset="0"/>
              <a:cs typeface="Segoe UI" panose="020B0502040204020203" pitchFamily="34" charset="0"/>
            </a:endParaRPr>
          </a:p>
        </p:txBody>
      </p:sp>
      <p:sp>
        <p:nvSpPr>
          <p:cNvPr id="37" name="Rectangle 36">
            <a:extLst>
              <a:ext uri="{FF2B5EF4-FFF2-40B4-BE49-F238E27FC236}">
                <a16:creationId xmlns:a16="http://schemas.microsoft.com/office/drawing/2014/main" id="{2501C3C7-0086-0AFF-DE8B-AB0CFD504C1B}"/>
              </a:ext>
            </a:extLst>
          </p:cNvPr>
          <p:cNvSpPr/>
          <p:nvPr/>
        </p:nvSpPr>
        <p:spPr>
          <a:xfrm>
            <a:off x="4717189" y="3108945"/>
            <a:ext cx="1377036" cy="564355"/>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rgbClr val="3C3C3C"/>
                </a:solidFill>
                <a:latin typeface="Segoe UI" panose="020B0502040204020203" pitchFamily="34" charset="0"/>
                <a:cs typeface="Segoe UI" panose="020B0502040204020203" pitchFamily="34" charset="0"/>
              </a:rPr>
              <a:t>Permitting &amp; Regulatory Compliance Advisor</a:t>
            </a:r>
          </a:p>
          <a:p>
            <a:pPr algn="ctr" defTabSz="914413"/>
            <a:r>
              <a:rPr lang="en-US" sz="800" dirty="0" err="1">
                <a:solidFill>
                  <a:srgbClr val="3C3C3C"/>
                </a:solidFill>
                <a:latin typeface="Segoe UI" panose="020B0502040204020203" pitchFamily="34" charset="0"/>
                <a:cs typeface="Segoe UI" panose="020B0502040204020203" pitchFamily="34" charset="0"/>
              </a:rPr>
              <a:t>E.Kushakbayeva</a:t>
            </a:r>
            <a:endParaRPr lang="en-US" sz="800" dirty="0">
              <a:solidFill>
                <a:srgbClr val="3C3C3C"/>
              </a:solidFill>
              <a:latin typeface="Segoe UI" panose="020B0502040204020203" pitchFamily="34" charset="0"/>
              <a:cs typeface="Segoe UI" panose="020B0502040204020203" pitchFamily="34" charset="0"/>
            </a:endParaRPr>
          </a:p>
          <a:p>
            <a:pPr algn="ctr" defTabSz="914413"/>
            <a:r>
              <a:rPr lang="en-US" sz="800" dirty="0">
                <a:solidFill>
                  <a:srgbClr val="3C3C3C"/>
                </a:solidFill>
                <a:latin typeface="Segoe UI" panose="020B0502040204020203" pitchFamily="34" charset="0"/>
                <a:cs typeface="Segoe UI" panose="020B0502040204020203" pitchFamily="34" charset="0"/>
              </a:rPr>
              <a:t>AT DHK OFFC 102383</a:t>
            </a:r>
            <a:endParaRPr lang="en-US" sz="800" dirty="0">
              <a:solidFill>
                <a:prstClr val="black"/>
              </a:solidFill>
              <a:latin typeface="Segoe UI" panose="020B0502040204020203" pitchFamily="34" charset="0"/>
              <a:cs typeface="Segoe UI" panose="020B0502040204020203" pitchFamily="34" charset="0"/>
            </a:endParaRPr>
          </a:p>
          <a:p>
            <a:pPr algn="ctr" defTabSz="914413"/>
            <a:endParaRPr lang="en-US" sz="800" dirty="0">
              <a:solidFill>
                <a:srgbClr val="3C3C3C"/>
              </a:solidFill>
              <a:latin typeface="Segoe UI" panose="020B0502040204020203" pitchFamily="34" charset="0"/>
              <a:cs typeface="Segoe UI" panose="020B0502040204020203" pitchFamily="34" charset="0"/>
            </a:endParaRPr>
          </a:p>
        </p:txBody>
      </p:sp>
      <p:sp>
        <p:nvSpPr>
          <p:cNvPr id="38" name="Rectangle 37">
            <a:extLst>
              <a:ext uri="{FF2B5EF4-FFF2-40B4-BE49-F238E27FC236}">
                <a16:creationId xmlns:a16="http://schemas.microsoft.com/office/drawing/2014/main" id="{5BE90891-5663-1A46-625D-D51D2809F5C1}"/>
              </a:ext>
            </a:extLst>
          </p:cNvPr>
          <p:cNvSpPr/>
          <p:nvPr/>
        </p:nvSpPr>
        <p:spPr>
          <a:xfrm>
            <a:off x="4717189" y="3825995"/>
            <a:ext cx="1377036" cy="564355"/>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rgbClr val="3C3C3C"/>
                </a:solidFill>
                <a:latin typeface="Segoe UI" panose="020B0502040204020203" pitchFamily="34" charset="0"/>
                <a:cs typeface="Segoe UI" panose="020B0502040204020203" pitchFamily="34" charset="0"/>
              </a:rPr>
              <a:t>Permitting Advisor (Licensing &amp; Certification)</a:t>
            </a:r>
          </a:p>
          <a:p>
            <a:pPr algn="ctr" defTabSz="914413"/>
            <a:r>
              <a:rPr lang="en-US" sz="800" dirty="0" err="1">
                <a:solidFill>
                  <a:srgbClr val="3C3C3C"/>
                </a:solidFill>
                <a:latin typeface="Segoe UI" panose="020B0502040204020203" pitchFamily="34" charset="0"/>
                <a:cs typeface="Segoe UI" panose="020B0502040204020203" pitchFamily="34" charset="0"/>
              </a:rPr>
              <a:t>A.Koptleuov</a:t>
            </a:r>
            <a:endParaRPr lang="en-US" sz="800" dirty="0">
              <a:solidFill>
                <a:srgbClr val="3C3C3C"/>
              </a:solidFill>
              <a:latin typeface="Segoe UI" panose="020B0502040204020203" pitchFamily="34" charset="0"/>
              <a:cs typeface="Segoe UI" panose="020B0502040204020203" pitchFamily="34" charset="0"/>
            </a:endParaRPr>
          </a:p>
          <a:p>
            <a:pPr algn="ctr" defTabSz="914413"/>
            <a:r>
              <a:rPr lang="en-US" sz="800" dirty="0">
                <a:solidFill>
                  <a:srgbClr val="3C3C3C"/>
                </a:solidFill>
                <a:latin typeface="Segoe UI" panose="020B0502040204020203" pitchFamily="34" charset="0"/>
                <a:cs typeface="Segoe UI" panose="020B0502040204020203" pitchFamily="34" charset="0"/>
              </a:rPr>
              <a:t>AT DHK OFFC 107867</a:t>
            </a:r>
            <a:endParaRPr lang="en-US" sz="800" dirty="0">
              <a:solidFill>
                <a:prstClr val="black"/>
              </a:solidFill>
              <a:latin typeface="Segoe UI" panose="020B0502040204020203" pitchFamily="34" charset="0"/>
              <a:cs typeface="Segoe UI" panose="020B0502040204020203" pitchFamily="34" charset="0"/>
            </a:endParaRPr>
          </a:p>
          <a:p>
            <a:pPr algn="ctr" defTabSz="914413"/>
            <a:endParaRPr lang="en-US" sz="800" dirty="0">
              <a:solidFill>
                <a:srgbClr val="3C3C3C"/>
              </a:solidFill>
              <a:latin typeface="Segoe UI" panose="020B0502040204020203" pitchFamily="34" charset="0"/>
              <a:cs typeface="Segoe UI" panose="020B0502040204020203" pitchFamily="34" charset="0"/>
            </a:endParaRPr>
          </a:p>
        </p:txBody>
      </p:sp>
      <p:sp>
        <p:nvSpPr>
          <p:cNvPr id="39" name="Rectangle 38">
            <a:extLst>
              <a:ext uri="{FF2B5EF4-FFF2-40B4-BE49-F238E27FC236}">
                <a16:creationId xmlns:a16="http://schemas.microsoft.com/office/drawing/2014/main" id="{7D0E44C3-9B98-DBA0-92A9-E4A54491BFA5}"/>
              </a:ext>
            </a:extLst>
          </p:cNvPr>
          <p:cNvSpPr/>
          <p:nvPr/>
        </p:nvSpPr>
        <p:spPr>
          <a:xfrm>
            <a:off x="4717189" y="4543046"/>
            <a:ext cx="1377036" cy="564355"/>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rgbClr val="3C3C3C"/>
                </a:solidFill>
                <a:latin typeface="Segoe UI" panose="020B0502040204020203" pitchFamily="34" charset="0"/>
                <a:cs typeface="Segoe UI" panose="020B0502040204020203" pitchFamily="34" charset="0"/>
              </a:rPr>
              <a:t>Permitting Coordinator (Licensing &amp; Certification)</a:t>
            </a:r>
          </a:p>
          <a:p>
            <a:pPr algn="ctr" defTabSz="914413"/>
            <a:r>
              <a:rPr lang="en-US" sz="800" dirty="0" err="1">
                <a:solidFill>
                  <a:srgbClr val="3C3C3C"/>
                </a:solidFill>
                <a:latin typeface="Segoe UI" panose="020B0502040204020203" pitchFamily="34" charset="0"/>
                <a:cs typeface="Segoe UI" panose="020B0502040204020203" pitchFamily="34" charset="0"/>
              </a:rPr>
              <a:t>G.Kussainov</a:t>
            </a:r>
            <a:endParaRPr lang="en-US" sz="800" dirty="0">
              <a:solidFill>
                <a:srgbClr val="3C3C3C"/>
              </a:solidFill>
              <a:latin typeface="Segoe UI" panose="020B0502040204020203" pitchFamily="34" charset="0"/>
              <a:cs typeface="Segoe UI" panose="020B0502040204020203" pitchFamily="34" charset="0"/>
            </a:endParaRPr>
          </a:p>
          <a:p>
            <a:pPr algn="ctr" defTabSz="914413"/>
            <a:r>
              <a:rPr lang="en-US" sz="800" dirty="0">
                <a:solidFill>
                  <a:srgbClr val="3C3C3C"/>
                </a:solidFill>
                <a:latin typeface="Segoe UI" panose="020B0502040204020203" pitchFamily="34" charset="0"/>
                <a:cs typeface="Segoe UI" panose="020B0502040204020203" pitchFamily="34" charset="0"/>
              </a:rPr>
              <a:t>AT DHK OFFC 101192</a:t>
            </a:r>
            <a:endParaRPr lang="en-US" sz="800" dirty="0">
              <a:solidFill>
                <a:prstClr val="black"/>
              </a:solidFill>
              <a:latin typeface="Segoe UI" panose="020B0502040204020203" pitchFamily="34" charset="0"/>
              <a:cs typeface="Segoe UI" panose="020B0502040204020203" pitchFamily="34" charset="0"/>
            </a:endParaRPr>
          </a:p>
          <a:p>
            <a:pPr algn="ctr" defTabSz="914413"/>
            <a:endParaRPr lang="en-US" sz="800" dirty="0">
              <a:solidFill>
                <a:srgbClr val="3C3C3C"/>
              </a:solidFill>
              <a:latin typeface="Segoe UI" panose="020B0502040204020203" pitchFamily="34" charset="0"/>
              <a:cs typeface="Segoe UI" panose="020B0502040204020203" pitchFamily="34" charset="0"/>
            </a:endParaRPr>
          </a:p>
        </p:txBody>
      </p:sp>
      <p:sp>
        <p:nvSpPr>
          <p:cNvPr id="40" name="Rectangle 39">
            <a:extLst>
              <a:ext uri="{FF2B5EF4-FFF2-40B4-BE49-F238E27FC236}">
                <a16:creationId xmlns:a16="http://schemas.microsoft.com/office/drawing/2014/main" id="{187C21E9-DC03-116B-1456-5C68A352BCFE}"/>
              </a:ext>
            </a:extLst>
          </p:cNvPr>
          <p:cNvSpPr/>
          <p:nvPr/>
        </p:nvSpPr>
        <p:spPr>
          <a:xfrm>
            <a:off x="4717189" y="5252318"/>
            <a:ext cx="1377036" cy="564355"/>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rgbClr val="3C3C3C"/>
                </a:solidFill>
                <a:latin typeface="Segoe UI" panose="020B0502040204020203" pitchFamily="34" charset="0"/>
                <a:cs typeface="Segoe UI" panose="020B0502040204020203" pitchFamily="34" charset="0"/>
              </a:rPr>
              <a:t>Permitting Coordinator (drilling)</a:t>
            </a:r>
          </a:p>
          <a:p>
            <a:pPr algn="ctr" defTabSz="914413"/>
            <a:r>
              <a:rPr lang="en-US" sz="800" dirty="0" err="1">
                <a:solidFill>
                  <a:srgbClr val="3C3C3C"/>
                </a:solidFill>
                <a:latin typeface="Segoe UI" panose="020B0502040204020203" pitchFamily="34" charset="0"/>
                <a:cs typeface="Segoe UI" panose="020B0502040204020203" pitchFamily="34" charset="0"/>
              </a:rPr>
              <a:t>L.Bissengaliyeva</a:t>
            </a:r>
            <a:endParaRPr lang="en-US" sz="800" dirty="0">
              <a:solidFill>
                <a:srgbClr val="3C3C3C"/>
              </a:solidFill>
              <a:latin typeface="Segoe UI" panose="020B0502040204020203" pitchFamily="34" charset="0"/>
              <a:cs typeface="Segoe UI" panose="020B0502040204020203" pitchFamily="34" charset="0"/>
            </a:endParaRPr>
          </a:p>
          <a:p>
            <a:pPr algn="ctr" defTabSz="914413"/>
            <a:r>
              <a:rPr lang="en-US" sz="800" dirty="0">
                <a:solidFill>
                  <a:srgbClr val="3C3C3C"/>
                </a:solidFill>
                <a:latin typeface="Segoe UI" panose="020B0502040204020203" pitchFamily="34" charset="0"/>
                <a:cs typeface="Segoe UI" panose="020B0502040204020203" pitchFamily="34" charset="0"/>
              </a:rPr>
              <a:t>AT DHK OFFC 109359</a:t>
            </a:r>
            <a:endParaRPr lang="en-US" sz="800" dirty="0">
              <a:solidFill>
                <a:prstClr val="black"/>
              </a:solidFill>
              <a:latin typeface="Segoe UI" panose="020B0502040204020203" pitchFamily="34" charset="0"/>
              <a:cs typeface="Segoe UI" panose="020B0502040204020203" pitchFamily="34" charset="0"/>
            </a:endParaRPr>
          </a:p>
          <a:p>
            <a:pPr algn="ctr" defTabSz="914413"/>
            <a:endParaRPr lang="en-US" sz="800" dirty="0">
              <a:solidFill>
                <a:srgbClr val="3C3C3C"/>
              </a:solidFill>
              <a:latin typeface="Segoe UI" panose="020B0502040204020203" pitchFamily="34" charset="0"/>
              <a:cs typeface="Segoe UI" panose="020B0502040204020203" pitchFamily="34" charset="0"/>
            </a:endParaRPr>
          </a:p>
        </p:txBody>
      </p:sp>
      <p:sp>
        <p:nvSpPr>
          <p:cNvPr id="41" name="Rectangle 40">
            <a:extLst>
              <a:ext uri="{FF2B5EF4-FFF2-40B4-BE49-F238E27FC236}">
                <a16:creationId xmlns:a16="http://schemas.microsoft.com/office/drawing/2014/main" id="{AA8DC7CE-3199-291F-4815-1E27103F23CA}"/>
              </a:ext>
            </a:extLst>
          </p:cNvPr>
          <p:cNvSpPr/>
          <p:nvPr/>
        </p:nvSpPr>
        <p:spPr>
          <a:xfrm>
            <a:off x="4717189" y="5958460"/>
            <a:ext cx="1377036" cy="564355"/>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srgbClr val="3C3C3C"/>
                </a:solidFill>
                <a:latin typeface="Segoe UI" panose="020B0502040204020203" pitchFamily="34" charset="0"/>
                <a:cs typeface="Segoe UI" panose="020B0502040204020203" pitchFamily="34" charset="0"/>
              </a:rPr>
              <a:t>Permitting Coordinator (DCC&amp;IS)</a:t>
            </a:r>
          </a:p>
          <a:p>
            <a:pPr algn="ctr" defTabSz="914413"/>
            <a:r>
              <a:rPr lang="en-US" sz="800" dirty="0" err="1">
                <a:solidFill>
                  <a:srgbClr val="3C3C3C"/>
                </a:solidFill>
                <a:latin typeface="Segoe UI" panose="020B0502040204020203" pitchFamily="34" charset="0"/>
                <a:cs typeface="Segoe UI" panose="020B0502040204020203" pitchFamily="34" charset="0"/>
              </a:rPr>
              <a:t>A.Bissekenova</a:t>
            </a:r>
            <a:endParaRPr lang="en-US" sz="800" dirty="0">
              <a:solidFill>
                <a:srgbClr val="3C3C3C"/>
              </a:solidFill>
              <a:latin typeface="Segoe UI" panose="020B0502040204020203" pitchFamily="34" charset="0"/>
              <a:cs typeface="Segoe UI" panose="020B0502040204020203" pitchFamily="34" charset="0"/>
            </a:endParaRPr>
          </a:p>
          <a:p>
            <a:pPr algn="ctr" defTabSz="914413"/>
            <a:r>
              <a:rPr lang="en-US" sz="800" dirty="0">
                <a:solidFill>
                  <a:srgbClr val="3C3C3C"/>
                </a:solidFill>
                <a:latin typeface="Segoe UI" panose="020B0502040204020203" pitchFamily="34" charset="0"/>
                <a:cs typeface="Segoe UI" panose="020B0502040204020203" pitchFamily="34" charset="0"/>
              </a:rPr>
              <a:t>AT DHK OFFC 105743</a:t>
            </a:r>
            <a:endParaRPr lang="en-US" sz="800" dirty="0">
              <a:solidFill>
                <a:prstClr val="black"/>
              </a:solidFill>
              <a:latin typeface="Segoe UI" panose="020B0502040204020203" pitchFamily="34" charset="0"/>
              <a:cs typeface="Segoe UI" panose="020B0502040204020203" pitchFamily="34" charset="0"/>
            </a:endParaRPr>
          </a:p>
          <a:p>
            <a:pPr algn="ctr" defTabSz="914413"/>
            <a:endParaRPr lang="en-US" sz="800" dirty="0">
              <a:solidFill>
                <a:srgbClr val="3C3C3C"/>
              </a:solidFill>
              <a:latin typeface="Segoe UI" panose="020B0502040204020203" pitchFamily="34" charset="0"/>
              <a:cs typeface="Segoe UI" panose="020B0502040204020203" pitchFamily="34" charset="0"/>
            </a:endParaRPr>
          </a:p>
        </p:txBody>
      </p:sp>
      <p:cxnSp>
        <p:nvCxnSpPr>
          <p:cNvPr id="43" name="Connector: Elbow 42">
            <a:extLst>
              <a:ext uri="{FF2B5EF4-FFF2-40B4-BE49-F238E27FC236}">
                <a16:creationId xmlns:a16="http://schemas.microsoft.com/office/drawing/2014/main" id="{FBF31BD5-4261-1836-771F-FBEE4E34FD83}"/>
              </a:ext>
            </a:extLst>
          </p:cNvPr>
          <p:cNvCxnSpPr>
            <a:stCxn id="20" idx="0"/>
            <a:endCxn id="16" idx="2"/>
          </p:cNvCxnSpPr>
          <p:nvPr/>
        </p:nvCxnSpPr>
        <p:spPr>
          <a:xfrm rot="5400000" flipH="1" flipV="1">
            <a:off x="4787234" y="-276396"/>
            <a:ext cx="155284" cy="3734413"/>
          </a:xfrm>
          <a:prstGeom prst="bentConnector3">
            <a:avLst/>
          </a:prstGeom>
          <a:ln>
            <a:prstDash val="solid"/>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BA75D91E-D3C5-C9C8-6F8C-CC07787258DD}"/>
              </a:ext>
            </a:extLst>
          </p:cNvPr>
          <p:cNvCxnSpPr>
            <a:stCxn id="16" idx="2"/>
            <a:endCxn id="18" idx="0"/>
          </p:cNvCxnSpPr>
          <p:nvPr/>
        </p:nvCxnSpPr>
        <p:spPr>
          <a:xfrm rot="16200000" flipH="1">
            <a:off x="8533615" y="-288365"/>
            <a:ext cx="159561" cy="3762626"/>
          </a:xfrm>
          <a:prstGeom prst="bentConnector3">
            <a:avLst/>
          </a:prstGeom>
          <a:ln>
            <a:prstDash val="solid"/>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DFDC0DF5-B801-F143-1264-23963ABD5490}"/>
              </a:ext>
            </a:extLst>
          </p:cNvPr>
          <p:cNvCxnSpPr>
            <a:cxnSpLocks/>
            <a:stCxn id="21" idx="0"/>
          </p:cNvCxnSpPr>
          <p:nvPr/>
        </p:nvCxnSpPr>
        <p:spPr>
          <a:xfrm flipV="1">
            <a:off x="5094498" y="1586675"/>
            <a:ext cx="0" cy="116503"/>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B3F3E71E-6E93-69E5-0BF2-956A3EDD4B74}"/>
              </a:ext>
            </a:extLst>
          </p:cNvPr>
          <p:cNvCxnSpPr>
            <a:cxnSpLocks/>
          </p:cNvCxnSpPr>
          <p:nvPr/>
        </p:nvCxnSpPr>
        <p:spPr>
          <a:xfrm flipV="1">
            <a:off x="6911891" y="1593753"/>
            <a:ext cx="0" cy="86054"/>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52" name="Connector: Elbow 51">
            <a:extLst>
              <a:ext uri="{FF2B5EF4-FFF2-40B4-BE49-F238E27FC236}">
                <a16:creationId xmlns:a16="http://schemas.microsoft.com/office/drawing/2014/main" id="{B0EBEC3A-2902-684E-9BF4-C262D9D347EB}"/>
              </a:ext>
            </a:extLst>
          </p:cNvPr>
          <p:cNvCxnSpPr>
            <a:cxnSpLocks/>
            <a:endCxn id="35" idx="1"/>
          </p:cNvCxnSpPr>
          <p:nvPr/>
        </p:nvCxnSpPr>
        <p:spPr>
          <a:xfrm rot="16200000" flipH="1">
            <a:off x="2043214" y="2745085"/>
            <a:ext cx="1166920" cy="128256"/>
          </a:xfrm>
          <a:prstGeom prst="bentConnector2">
            <a:avLst/>
          </a:prstGeom>
          <a:ln>
            <a:prstDash val="solid"/>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0A53DFF8-6E13-760D-4FDB-C27E08EA28D2}"/>
              </a:ext>
            </a:extLst>
          </p:cNvPr>
          <p:cNvCxnSpPr>
            <a:cxnSpLocks/>
          </p:cNvCxnSpPr>
          <p:nvPr/>
        </p:nvCxnSpPr>
        <p:spPr>
          <a:xfrm flipH="1">
            <a:off x="2562547" y="2592756"/>
            <a:ext cx="83603" cy="0"/>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57" name="Connector: Elbow 56">
            <a:extLst>
              <a:ext uri="{FF2B5EF4-FFF2-40B4-BE49-F238E27FC236}">
                <a16:creationId xmlns:a16="http://schemas.microsoft.com/office/drawing/2014/main" id="{F9B6640D-D911-A9CB-B451-1E5E4B10FF30}"/>
              </a:ext>
            </a:extLst>
          </p:cNvPr>
          <p:cNvCxnSpPr>
            <a:cxnSpLocks/>
            <a:endCxn id="41" idx="1"/>
          </p:cNvCxnSpPr>
          <p:nvPr/>
        </p:nvCxnSpPr>
        <p:spPr>
          <a:xfrm rot="16200000" flipH="1">
            <a:off x="2654562" y="4178011"/>
            <a:ext cx="3980157" cy="145097"/>
          </a:xfrm>
          <a:prstGeom prst="bentConnector2">
            <a:avLst/>
          </a:prstGeom>
          <a:ln>
            <a:prstDash val="soli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653CB3A2-6166-7D2F-8CCB-CAB2BD50F764}"/>
              </a:ext>
            </a:extLst>
          </p:cNvPr>
          <p:cNvCxnSpPr>
            <a:cxnSpLocks/>
          </p:cNvCxnSpPr>
          <p:nvPr/>
        </p:nvCxnSpPr>
        <p:spPr>
          <a:xfrm flipH="1">
            <a:off x="4579239" y="3392673"/>
            <a:ext cx="137950" cy="0"/>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C854EF00-1B4A-71EC-3855-1D293F685D75}"/>
              </a:ext>
            </a:extLst>
          </p:cNvPr>
          <p:cNvCxnSpPr>
            <a:cxnSpLocks/>
          </p:cNvCxnSpPr>
          <p:nvPr/>
        </p:nvCxnSpPr>
        <p:spPr>
          <a:xfrm flipH="1">
            <a:off x="4572092" y="2673102"/>
            <a:ext cx="137950" cy="0"/>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703DE29D-58AA-F648-8279-B2D0EA6FCD2E}"/>
              </a:ext>
            </a:extLst>
          </p:cNvPr>
          <p:cNvCxnSpPr>
            <a:cxnSpLocks/>
          </p:cNvCxnSpPr>
          <p:nvPr/>
        </p:nvCxnSpPr>
        <p:spPr>
          <a:xfrm flipH="1">
            <a:off x="4579239" y="4094411"/>
            <a:ext cx="137950" cy="0"/>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72C0CCA8-81C8-0DEE-19C1-A50E3D178065}"/>
              </a:ext>
            </a:extLst>
          </p:cNvPr>
          <p:cNvCxnSpPr>
            <a:cxnSpLocks/>
          </p:cNvCxnSpPr>
          <p:nvPr/>
        </p:nvCxnSpPr>
        <p:spPr>
          <a:xfrm flipH="1">
            <a:off x="4579239" y="4813466"/>
            <a:ext cx="137950" cy="0"/>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96694DD6-4FE5-15A0-9AA7-93902432CB1C}"/>
              </a:ext>
            </a:extLst>
          </p:cNvPr>
          <p:cNvCxnSpPr>
            <a:cxnSpLocks/>
          </p:cNvCxnSpPr>
          <p:nvPr/>
        </p:nvCxnSpPr>
        <p:spPr>
          <a:xfrm flipH="1">
            <a:off x="4589404" y="5452705"/>
            <a:ext cx="137950" cy="0"/>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70" name="Connector: Elbow 69">
            <a:extLst>
              <a:ext uri="{FF2B5EF4-FFF2-40B4-BE49-F238E27FC236}">
                <a16:creationId xmlns:a16="http://schemas.microsoft.com/office/drawing/2014/main" id="{F0ED2991-1FE2-C807-41B3-0AFD319ACE71}"/>
              </a:ext>
            </a:extLst>
          </p:cNvPr>
          <p:cNvCxnSpPr>
            <a:cxnSpLocks/>
            <a:endCxn id="24" idx="1"/>
          </p:cNvCxnSpPr>
          <p:nvPr/>
        </p:nvCxnSpPr>
        <p:spPr>
          <a:xfrm rot="16200000" flipH="1">
            <a:off x="5898928" y="2864097"/>
            <a:ext cx="1417098" cy="140411"/>
          </a:xfrm>
          <a:prstGeom prst="bentConnector2">
            <a:avLst/>
          </a:prstGeom>
          <a:ln>
            <a:prstDash val="soli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D20014C8-C1D0-A720-1640-035343B3A9D1}"/>
              </a:ext>
            </a:extLst>
          </p:cNvPr>
          <p:cNvCxnSpPr>
            <a:endCxn id="23" idx="1"/>
          </p:cNvCxnSpPr>
          <p:nvPr/>
        </p:nvCxnSpPr>
        <p:spPr>
          <a:xfrm>
            <a:off x="6527372" y="2702362"/>
            <a:ext cx="150311" cy="5666"/>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75" name="Connector: Elbow 74">
            <a:extLst>
              <a:ext uri="{FF2B5EF4-FFF2-40B4-BE49-F238E27FC236}">
                <a16:creationId xmlns:a16="http://schemas.microsoft.com/office/drawing/2014/main" id="{B905FFA8-BC3A-6820-B64B-078FAC9662E4}"/>
              </a:ext>
            </a:extLst>
          </p:cNvPr>
          <p:cNvCxnSpPr>
            <a:cxnSpLocks/>
            <a:stCxn id="19" idx="2"/>
            <a:endCxn id="33" idx="1"/>
          </p:cNvCxnSpPr>
          <p:nvPr/>
        </p:nvCxnSpPr>
        <p:spPr>
          <a:xfrm rot="16200000" flipH="1">
            <a:off x="6614488" y="4046303"/>
            <a:ext cx="3872443" cy="268162"/>
          </a:xfrm>
          <a:prstGeom prst="bentConnector2">
            <a:avLst/>
          </a:prstGeom>
          <a:ln>
            <a:prstDash val="solid"/>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7920097D-8F94-49E5-4E4E-334FD84FE58E}"/>
              </a:ext>
            </a:extLst>
          </p:cNvPr>
          <p:cNvCxnSpPr>
            <a:cxnSpLocks/>
            <a:endCxn id="22" idx="1"/>
          </p:cNvCxnSpPr>
          <p:nvPr/>
        </p:nvCxnSpPr>
        <p:spPr>
          <a:xfrm>
            <a:off x="8398107" y="2807915"/>
            <a:ext cx="286684" cy="1"/>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D9A9FCDC-E7F2-F485-1E1A-9BB7E3F1E9D4}"/>
              </a:ext>
            </a:extLst>
          </p:cNvPr>
          <p:cNvCxnSpPr>
            <a:cxnSpLocks/>
          </p:cNvCxnSpPr>
          <p:nvPr/>
        </p:nvCxnSpPr>
        <p:spPr>
          <a:xfrm>
            <a:off x="8380795" y="5330550"/>
            <a:ext cx="286684" cy="1"/>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86" name="Connector: Elbow 85">
            <a:extLst>
              <a:ext uri="{FF2B5EF4-FFF2-40B4-BE49-F238E27FC236}">
                <a16:creationId xmlns:a16="http://schemas.microsoft.com/office/drawing/2014/main" id="{83BA00B2-119A-B696-188C-9F38166D202C}"/>
              </a:ext>
            </a:extLst>
          </p:cNvPr>
          <p:cNvCxnSpPr>
            <a:cxnSpLocks/>
            <a:endCxn id="31" idx="1"/>
          </p:cNvCxnSpPr>
          <p:nvPr/>
        </p:nvCxnSpPr>
        <p:spPr>
          <a:xfrm rot="16200000" flipH="1">
            <a:off x="8201848" y="3795128"/>
            <a:ext cx="1470473" cy="171998"/>
          </a:xfrm>
          <a:prstGeom prst="bentConnector2">
            <a:avLst/>
          </a:prstGeom>
          <a:ln>
            <a:prstDash val="solid"/>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14E5BAE3-C3B3-4216-4170-AFE7D8247A85}"/>
              </a:ext>
            </a:extLst>
          </p:cNvPr>
          <p:cNvCxnSpPr>
            <a:stCxn id="28" idx="1"/>
          </p:cNvCxnSpPr>
          <p:nvPr/>
        </p:nvCxnSpPr>
        <p:spPr>
          <a:xfrm flipH="1">
            <a:off x="8851087" y="3704591"/>
            <a:ext cx="154684" cy="0"/>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91" name="Connector: Elbow 90">
            <a:extLst>
              <a:ext uri="{FF2B5EF4-FFF2-40B4-BE49-F238E27FC236}">
                <a16:creationId xmlns:a16="http://schemas.microsoft.com/office/drawing/2014/main" id="{E33656AA-F6EB-6EB6-E844-DD7C072CE54D}"/>
              </a:ext>
            </a:extLst>
          </p:cNvPr>
          <p:cNvCxnSpPr>
            <a:stCxn id="18" idx="2"/>
            <a:endCxn id="27" idx="1"/>
          </p:cNvCxnSpPr>
          <p:nvPr/>
        </p:nvCxnSpPr>
        <p:spPr>
          <a:xfrm rot="16200000" flipH="1">
            <a:off x="9910189" y="2810272"/>
            <a:ext cx="1295380" cy="126343"/>
          </a:xfrm>
          <a:prstGeom prst="bentConnector2">
            <a:avLst/>
          </a:prstGeom>
          <a:ln>
            <a:prstDash val="solid"/>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F7801FEE-4394-383D-961A-DE2ADC65A1D8}"/>
              </a:ext>
            </a:extLst>
          </p:cNvPr>
          <p:cNvCxnSpPr>
            <a:cxnSpLocks/>
          </p:cNvCxnSpPr>
          <p:nvPr/>
        </p:nvCxnSpPr>
        <p:spPr>
          <a:xfrm flipH="1" flipV="1">
            <a:off x="10495632" y="2658041"/>
            <a:ext cx="10165" cy="42909"/>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48BDDEC3-DABD-91F8-E2A3-1837DC870864}"/>
              </a:ext>
            </a:extLst>
          </p:cNvPr>
          <p:cNvCxnSpPr>
            <a:stCxn id="26" idx="1"/>
          </p:cNvCxnSpPr>
          <p:nvPr/>
        </p:nvCxnSpPr>
        <p:spPr>
          <a:xfrm flipH="1">
            <a:off x="10500715" y="2695284"/>
            <a:ext cx="120336" cy="5666"/>
          </a:xfrm>
          <a:prstGeom prst="line">
            <a:avLst/>
          </a:prstGeom>
          <a:ln>
            <a:prstDash val="solid"/>
          </a:ln>
        </p:spPr>
        <p:style>
          <a:lnRef idx="1">
            <a:schemeClr val="accent1"/>
          </a:lnRef>
          <a:fillRef idx="0">
            <a:schemeClr val="accent1"/>
          </a:fillRef>
          <a:effectRef idx="0">
            <a:schemeClr val="accent1"/>
          </a:effectRef>
          <a:fontRef idx="minor">
            <a:schemeClr val="tx1"/>
          </a:fontRef>
        </p:style>
      </p:cxnSp>
      <p:sp>
        <p:nvSpPr>
          <p:cNvPr id="125" name="Rectangle 124">
            <a:extLst>
              <a:ext uri="{FF2B5EF4-FFF2-40B4-BE49-F238E27FC236}">
                <a16:creationId xmlns:a16="http://schemas.microsoft.com/office/drawing/2014/main" id="{35B76A1C-D15E-49CC-5720-6FB402F950B5}"/>
              </a:ext>
            </a:extLst>
          </p:cNvPr>
          <p:cNvSpPr/>
          <p:nvPr/>
        </p:nvSpPr>
        <p:spPr>
          <a:xfrm>
            <a:off x="3744682" y="107564"/>
            <a:ext cx="1985505" cy="531019"/>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Regional Authority and Community Relations, Regulatory GM</a:t>
            </a:r>
          </a:p>
          <a:p>
            <a:pPr algn="ctr" defTabSz="914413"/>
            <a:r>
              <a:rPr lang="en-US" sz="800" dirty="0">
                <a:solidFill>
                  <a:prstClr val="black"/>
                </a:solidFill>
                <a:latin typeface="Segoe UI" panose="020B0502040204020203" pitchFamily="34" charset="0"/>
                <a:cs typeface="Segoe UI" panose="020B0502040204020203" pitchFamily="34" charset="0"/>
              </a:rPr>
              <a:t>N. Kartabayev</a:t>
            </a:r>
          </a:p>
          <a:p>
            <a:pPr algn="ctr" defTabSz="914413"/>
            <a:r>
              <a:rPr lang="en-US" sz="800" dirty="0">
                <a:solidFill>
                  <a:prstClr val="black"/>
                </a:solidFill>
                <a:latin typeface="Segoe UI" panose="020B0502040204020203" pitchFamily="34" charset="0"/>
                <a:cs typeface="Segoe UI" panose="020B0502040204020203" pitchFamily="34" charset="0"/>
              </a:rPr>
              <a:t>AT DHK OFFC 179114</a:t>
            </a:r>
            <a:endParaRPr lang="en-US" sz="800" b="1" dirty="0">
              <a:solidFill>
                <a:srgbClr val="0070C0"/>
              </a:solidFill>
              <a:latin typeface="Segoe UI" panose="020B0502040204020203" pitchFamily="34" charset="0"/>
              <a:cs typeface="Segoe UI" panose="020B0502040204020203" pitchFamily="34" charset="0"/>
            </a:endParaRPr>
          </a:p>
        </p:txBody>
      </p:sp>
      <p:sp>
        <p:nvSpPr>
          <p:cNvPr id="126" name="Rectangle 125">
            <a:extLst>
              <a:ext uri="{FF2B5EF4-FFF2-40B4-BE49-F238E27FC236}">
                <a16:creationId xmlns:a16="http://schemas.microsoft.com/office/drawing/2014/main" id="{6113E935-6D96-6EAA-990A-8DFB899BD3D1}"/>
              </a:ext>
            </a:extLst>
          </p:cNvPr>
          <p:cNvSpPr/>
          <p:nvPr/>
        </p:nvSpPr>
        <p:spPr>
          <a:xfrm>
            <a:off x="466381" y="970954"/>
            <a:ext cx="1150847" cy="525117"/>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Head of Contracts </a:t>
            </a:r>
            <a:r>
              <a:rPr lang="en-US" sz="800" dirty="0" err="1">
                <a:solidFill>
                  <a:prstClr val="black"/>
                </a:solidFill>
                <a:latin typeface="Segoe UI" panose="020B0502040204020203" pitchFamily="34" charset="0"/>
                <a:cs typeface="Segoe UI" panose="020B0502040204020203" pitchFamily="34" charset="0"/>
              </a:rPr>
              <a:t>Mng</a:t>
            </a:r>
            <a:r>
              <a:rPr lang="en-US" sz="800" dirty="0">
                <a:solidFill>
                  <a:prstClr val="black"/>
                </a:solidFill>
                <a:latin typeface="Segoe UI" panose="020B0502040204020203" pitchFamily="34" charset="0"/>
                <a:cs typeface="Segoe UI" panose="020B0502040204020203" pitchFamily="34" charset="0"/>
              </a:rPr>
              <a:t>. A. Naregeyeva AT DHK OFFC 110380</a:t>
            </a:r>
            <a:endParaRPr lang="en-US" sz="800" b="1" dirty="0">
              <a:solidFill>
                <a:srgbClr val="0070C0"/>
              </a:solidFill>
              <a:latin typeface="Segoe UI" panose="020B0502040204020203" pitchFamily="34" charset="0"/>
              <a:cs typeface="Segoe UI" panose="020B0502040204020203" pitchFamily="34" charset="0"/>
            </a:endParaRPr>
          </a:p>
        </p:txBody>
      </p:sp>
      <p:sp>
        <p:nvSpPr>
          <p:cNvPr id="127" name="Rectangle 126">
            <a:extLst>
              <a:ext uri="{FF2B5EF4-FFF2-40B4-BE49-F238E27FC236}">
                <a16:creationId xmlns:a16="http://schemas.microsoft.com/office/drawing/2014/main" id="{9EE2ADCC-EB40-11BA-CD5A-2C902F1107A8}"/>
              </a:ext>
            </a:extLst>
          </p:cNvPr>
          <p:cNvSpPr/>
          <p:nvPr/>
        </p:nvSpPr>
        <p:spPr>
          <a:xfrm>
            <a:off x="856501" y="1682347"/>
            <a:ext cx="1150847" cy="525117"/>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Contracts Man-</a:t>
            </a:r>
            <a:r>
              <a:rPr lang="en-US" sz="800" dirty="0" err="1">
                <a:solidFill>
                  <a:prstClr val="black"/>
                </a:solidFill>
                <a:latin typeface="Segoe UI" panose="020B0502040204020203" pitchFamily="34" charset="0"/>
                <a:cs typeface="Segoe UI" panose="020B0502040204020203" pitchFamily="34" charset="0"/>
              </a:rPr>
              <a:t>nt</a:t>
            </a:r>
            <a:r>
              <a:rPr lang="en-US" sz="800" dirty="0">
                <a:solidFill>
                  <a:prstClr val="black"/>
                </a:solidFill>
                <a:latin typeface="Segoe UI" panose="020B0502040204020203" pitchFamily="34" charset="0"/>
                <a:cs typeface="Segoe UI" panose="020B0502040204020203" pitchFamily="34" charset="0"/>
              </a:rPr>
              <a:t> Specialist</a:t>
            </a:r>
          </a:p>
          <a:p>
            <a:pPr algn="ctr" defTabSz="914413"/>
            <a:r>
              <a:rPr lang="en-US" sz="800" dirty="0" err="1">
                <a:solidFill>
                  <a:prstClr val="black"/>
                </a:solidFill>
                <a:latin typeface="Segoe UI" panose="020B0502040204020203" pitchFamily="34" charset="0"/>
                <a:cs typeface="Segoe UI" panose="020B0502040204020203" pitchFamily="34" charset="0"/>
              </a:rPr>
              <a:t>A.Fullipova</a:t>
            </a:r>
            <a:endParaRPr lang="en-US" sz="800" dirty="0">
              <a:solidFill>
                <a:prstClr val="black"/>
              </a:solidFill>
              <a:latin typeface="Segoe UI" panose="020B0502040204020203" pitchFamily="34" charset="0"/>
              <a:cs typeface="Segoe UI" panose="020B0502040204020203" pitchFamily="34" charset="0"/>
            </a:endParaRPr>
          </a:p>
          <a:p>
            <a:pPr algn="ctr" defTabSz="914413"/>
            <a:r>
              <a:rPr lang="en-US" sz="800" dirty="0">
                <a:solidFill>
                  <a:prstClr val="black"/>
                </a:solidFill>
                <a:latin typeface="Segoe UI" panose="020B0502040204020203" pitchFamily="34" charset="0"/>
                <a:cs typeface="Segoe UI" panose="020B0502040204020203" pitchFamily="34" charset="0"/>
              </a:rPr>
              <a:t>AT DHK OFFC 110425</a:t>
            </a:r>
            <a:endParaRPr lang="en-US" sz="800" b="1" dirty="0">
              <a:solidFill>
                <a:srgbClr val="0070C0"/>
              </a:solidFill>
              <a:latin typeface="Segoe UI" panose="020B0502040204020203" pitchFamily="34" charset="0"/>
              <a:cs typeface="Segoe UI" panose="020B0502040204020203" pitchFamily="34" charset="0"/>
            </a:endParaRPr>
          </a:p>
        </p:txBody>
      </p:sp>
      <p:sp>
        <p:nvSpPr>
          <p:cNvPr id="129" name="Rectangle 128">
            <a:extLst>
              <a:ext uri="{FF2B5EF4-FFF2-40B4-BE49-F238E27FC236}">
                <a16:creationId xmlns:a16="http://schemas.microsoft.com/office/drawing/2014/main" id="{40EB700B-60E2-2DD2-F35F-18C6B69085B8}"/>
              </a:ext>
            </a:extLst>
          </p:cNvPr>
          <p:cNvSpPr/>
          <p:nvPr/>
        </p:nvSpPr>
        <p:spPr>
          <a:xfrm>
            <a:off x="856501" y="2392329"/>
            <a:ext cx="1150847" cy="525117"/>
          </a:xfrm>
          <a:prstGeom prst="rect">
            <a:avLst/>
          </a:prstGeom>
          <a:noFill/>
          <a:ln w="12700">
            <a:solidFill>
              <a:schemeClr val="accent3">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914413"/>
            <a:r>
              <a:rPr lang="en-US" sz="800" dirty="0">
                <a:solidFill>
                  <a:prstClr val="black"/>
                </a:solidFill>
                <a:latin typeface="Segoe UI" panose="020B0502040204020203" pitchFamily="34" charset="0"/>
                <a:cs typeface="Segoe UI" panose="020B0502040204020203" pitchFamily="34" charset="0"/>
              </a:rPr>
              <a:t>Contracts Man-</a:t>
            </a:r>
            <a:r>
              <a:rPr lang="en-US" sz="800" dirty="0" err="1">
                <a:solidFill>
                  <a:prstClr val="black"/>
                </a:solidFill>
                <a:latin typeface="Segoe UI" panose="020B0502040204020203" pitchFamily="34" charset="0"/>
                <a:cs typeface="Segoe UI" panose="020B0502040204020203" pitchFamily="34" charset="0"/>
              </a:rPr>
              <a:t>nt</a:t>
            </a:r>
            <a:r>
              <a:rPr lang="en-US" sz="800" dirty="0">
                <a:solidFill>
                  <a:prstClr val="black"/>
                </a:solidFill>
                <a:latin typeface="Segoe UI" panose="020B0502040204020203" pitchFamily="34" charset="0"/>
                <a:cs typeface="Segoe UI" panose="020B0502040204020203" pitchFamily="34" charset="0"/>
              </a:rPr>
              <a:t> Specialist</a:t>
            </a:r>
          </a:p>
          <a:p>
            <a:pPr algn="ctr" defTabSz="914413"/>
            <a:r>
              <a:rPr lang="en-US" sz="800" dirty="0" err="1">
                <a:solidFill>
                  <a:prstClr val="black"/>
                </a:solidFill>
                <a:latin typeface="Segoe UI" panose="020B0502040204020203" pitchFamily="34" charset="0"/>
                <a:cs typeface="Segoe UI" panose="020B0502040204020203" pitchFamily="34" charset="0"/>
              </a:rPr>
              <a:t>R.Iskushiyeva</a:t>
            </a:r>
            <a:endParaRPr lang="en-US" sz="800" dirty="0">
              <a:solidFill>
                <a:prstClr val="black"/>
              </a:solidFill>
              <a:latin typeface="Segoe UI" panose="020B0502040204020203" pitchFamily="34" charset="0"/>
              <a:cs typeface="Segoe UI" panose="020B0502040204020203" pitchFamily="34" charset="0"/>
            </a:endParaRPr>
          </a:p>
          <a:p>
            <a:pPr algn="ctr" defTabSz="914413"/>
            <a:r>
              <a:rPr lang="en-US" sz="800" dirty="0">
                <a:solidFill>
                  <a:prstClr val="black"/>
                </a:solidFill>
                <a:latin typeface="Segoe UI" panose="020B0502040204020203" pitchFamily="34" charset="0"/>
                <a:cs typeface="Segoe UI" panose="020B0502040204020203" pitchFamily="34" charset="0"/>
              </a:rPr>
              <a:t>AT DHK OFFC 110395</a:t>
            </a:r>
            <a:endParaRPr lang="en-US" sz="800" b="1" dirty="0">
              <a:solidFill>
                <a:srgbClr val="0070C0"/>
              </a:solidFill>
              <a:latin typeface="Segoe UI" panose="020B0502040204020203" pitchFamily="34" charset="0"/>
              <a:cs typeface="Segoe UI" panose="020B0502040204020203" pitchFamily="34" charset="0"/>
            </a:endParaRPr>
          </a:p>
        </p:txBody>
      </p:sp>
      <p:cxnSp>
        <p:nvCxnSpPr>
          <p:cNvPr id="133" name="Connector: Elbow 132">
            <a:extLst>
              <a:ext uri="{FF2B5EF4-FFF2-40B4-BE49-F238E27FC236}">
                <a16:creationId xmlns:a16="http://schemas.microsoft.com/office/drawing/2014/main" id="{9DE47C99-7C58-2CCB-26DA-883CFC2F5796}"/>
              </a:ext>
            </a:extLst>
          </p:cNvPr>
          <p:cNvCxnSpPr>
            <a:cxnSpLocks/>
            <a:endCxn id="129" idx="1"/>
          </p:cNvCxnSpPr>
          <p:nvPr/>
        </p:nvCxnSpPr>
        <p:spPr>
          <a:xfrm rot="16200000" flipH="1">
            <a:off x="212008" y="2010394"/>
            <a:ext cx="1141720" cy="147266"/>
          </a:xfrm>
          <a:prstGeom prst="bentConnector2">
            <a:avLst/>
          </a:prstGeom>
          <a:ln>
            <a:prstDash val="solid"/>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76826A2D-001B-A392-CDEF-A73C713954C4}"/>
              </a:ext>
            </a:extLst>
          </p:cNvPr>
          <p:cNvCxnSpPr>
            <a:stCxn id="127" idx="1"/>
          </p:cNvCxnSpPr>
          <p:nvPr/>
        </p:nvCxnSpPr>
        <p:spPr>
          <a:xfrm flipH="1" flipV="1">
            <a:off x="709235" y="1944905"/>
            <a:ext cx="147266" cy="1"/>
          </a:xfrm>
          <a:prstGeom prst="line">
            <a:avLst/>
          </a:prstGeom>
          <a:ln>
            <a:prstDash val="solid"/>
          </a:ln>
        </p:spPr>
        <p:style>
          <a:lnRef idx="1">
            <a:schemeClr val="accent1"/>
          </a:lnRef>
          <a:fillRef idx="0">
            <a:schemeClr val="accent1"/>
          </a:fillRef>
          <a:effectRef idx="0">
            <a:schemeClr val="accent1"/>
          </a:effectRef>
          <a:fontRef idx="minor">
            <a:schemeClr val="tx1"/>
          </a:fontRef>
        </p:style>
      </p:cxnSp>
      <p:cxnSp>
        <p:nvCxnSpPr>
          <p:cNvPr id="140" name="Connector: Elbow 139">
            <a:extLst>
              <a:ext uri="{FF2B5EF4-FFF2-40B4-BE49-F238E27FC236}">
                <a16:creationId xmlns:a16="http://schemas.microsoft.com/office/drawing/2014/main" id="{D106D0B1-3BDA-B282-B6B3-87D328904B72}"/>
              </a:ext>
            </a:extLst>
          </p:cNvPr>
          <p:cNvCxnSpPr>
            <a:stCxn id="125" idx="2"/>
            <a:endCxn id="126" idx="0"/>
          </p:cNvCxnSpPr>
          <p:nvPr/>
        </p:nvCxnSpPr>
        <p:spPr>
          <a:xfrm rot="5400000">
            <a:off x="2723435" y="-1043048"/>
            <a:ext cx="332370" cy="3695631"/>
          </a:xfrm>
          <a:prstGeom prst="bentConnector3">
            <a:avLst>
              <a:gd name="adj1" fmla="val 50000"/>
            </a:avLst>
          </a:prstGeom>
          <a:ln>
            <a:prstDash val="solid"/>
          </a:ln>
        </p:spPr>
        <p:style>
          <a:lnRef idx="1">
            <a:schemeClr val="accent1"/>
          </a:lnRef>
          <a:fillRef idx="0">
            <a:schemeClr val="accent1"/>
          </a:fillRef>
          <a:effectRef idx="0">
            <a:schemeClr val="accent1"/>
          </a:effectRef>
          <a:fontRef idx="minor">
            <a:schemeClr val="tx1"/>
          </a:fontRef>
        </p:style>
      </p:cxnSp>
      <p:cxnSp>
        <p:nvCxnSpPr>
          <p:cNvPr id="143" name="Connector: Elbow 142">
            <a:extLst>
              <a:ext uri="{FF2B5EF4-FFF2-40B4-BE49-F238E27FC236}">
                <a16:creationId xmlns:a16="http://schemas.microsoft.com/office/drawing/2014/main" id="{BD50A740-BADE-6A43-D230-E5503D8032DA}"/>
              </a:ext>
            </a:extLst>
          </p:cNvPr>
          <p:cNvCxnSpPr>
            <a:cxnSpLocks/>
            <a:stCxn id="125" idx="2"/>
            <a:endCxn id="16" idx="0"/>
          </p:cNvCxnSpPr>
          <p:nvPr/>
        </p:nvCxnSpPr>
        <p:spPr>
          <a:xfrm rot="16200000" flipH="1">
            <a:off x="5561578" y="-185560"/>
            <a:ext cx="346362" cy="1994647"/>
          </a:xfrm>
          <a:prstGeom prst="bentConnector3">
            <a:avLst>
              <a:gd name="adj1" fmla="val 50000"/>
            </a:avLst>
          </a:prstGeom>
          <a:ln>
            <a:prstDash val="solid"/>
          </a:ln>
        </p:spPr>
        <p:style>
          <a:lnRef idx="1">
            <a:schemeClr val="accent1"/>
          </a:lnRef>
          <a:fillRef idx="0">
            <a:schemeClr val="accent1"/>
          </a:fillRef>
          <a:effectRef idx="0">
            <a:schemeClr val="accent1"/>
          </a:effectRef>
          <a:fontRef idx="minor">
            <a:schemeClr val="tx1"/>
          </a:fontRef>
        </p:style>
      </p:cxnSp>
      <p:sp>
        <p:nvSpPr>
          <p:cNvPr id="144" name="Text Placeholder 235">
            <a:extLst>
              <a:ext uri="{FF2B5EF4-FFF2-40B4-BE49-F238E27FC236}">
                <a16:creationId xmlns:a16="http://schemas.microsoft.com/office/drawing/2014/main" id="{910E7911-49F8-CAEB-4BD7-35AE0CBDF04E}"/>
              </a:ext>
            </a:extLst>
          </p:cNvPr>
          <p:cNvSpPr txBox="1">
            <a:spLocks/>
          </p:cNvSpPr>
          <p:nvPr/>
        </p:nvSpPr>
        <p:spPr>
          <a:xfrm>
            <a:off x="90564" y="111484"/>
            <a:ext cx="3633732" cy="339658"/>
          </a:xfrm>
          <a:prstGeom prst="rect">
            <a:avLst/>
          </a:prstGeom>
        </p:spPr>
        <p:txBody>
          <a:bodyPr vert="horz" lIns="91439" tIns="45720" rIns="91439" bIns="45720" rtlCol="0" anchor="ctr">
            <a:normAutofit fontScale="85000" lnSpcReduction="10000"/>
          </a:bodyPr>
          <a:lstStyle>
            <a:defPPr>
              <a:defRPr lang="en-US"/>
            </a:defPPr>
            <a:lvl1pPr indent="0">
              <a:lnSpc>
                <a:spcPct val="90000"/>
              </a:lnSpc>
              <a:spcBef>
                <a:spcPts val="1000"/>
              </a:spcBef>
              <a:buFont typeface="Arial" panose="020B0604020202020204" pitchFamily="34" charset="0"/>
              <a:buNone/>
              <a:defRPr sz="1940" b="1">
                <a:solidFill>
                  <a:srgbClr val="008FD1"/>
                </a:solidFill>
                <a:latin typeface="Segoe UI Black" panose="020B0A02040204020203" pitchFamily="34" charset="0"/>
                <a:ea typeface="Segoe UI Black" panose="020B0A02040204020203" pitchFamily="34" charset="0"/>
                <a:cs typeface="Segoe UI" panose="020B0502040204020203" pitchFamily="34" charset="0"/>
              </a:defRPr>
            </a:lvl1pPr>
            <a:lvl2pPr marL="277246" indent="0">
              <a:lnSpc>
                <a:spcPct val="90000"/>
              </a:lnSpc>
              <a:spcBef>
                <a:spcPts val="500"/>
              </a:spcBef>
              <a:buFont typeface="Arial" panose="020B0604020202020204" pitchFamily="34" charset="0"/>
              <a:buNone/>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defTabSz="914413"/>
            <a:r>
              <a:rPr lang="en-US" sz="1800" dirty="0"/>
              <a:t>Deputy Managing Director's Unit</a:t>
            </a:r>
          </a:p>
        </p:txBody>
      </p:sp>
      <p:sp>
        <p:nvSpPr>
          <p:cNvPr id="2" name="TextBox 1">
            <a:extLst>
              <a:ext uri="{FF2B5EF4-FFF2-40B4-BE49-F238E27FC236}">
                <a16:creationId xmlns:a16="http://schemas.microsoft.com/office/drawing/2014/main" id="{AFBED760-C227-23B4-9678-31002AA4267E}"/>
              </a:ext>
            </a:extLst>
          </p:cNvPr>
          <p:cNvSpPr txBox="1"/>
          <p:nvPr/>
        </p:nvSpPr>
        <p:spPr>
          <a:xfrm>
            <a:off x="11371870" y="6507970"/>
            <a:ext cx="603128" cy="166969"/>
          </a:xfrm>
          <a:prstGeom prst="rect">
            <a:avLst/>
          </a:prstGeom>
          <a:noFill/>
          <a:ln>
            <a:noFill/>
            <a:prstDash val="solid"/>
          </a:ln>
        </p:spPr>
        <p:txBody>
          <a:bodyPr wrap="square" rtlCol="0">
            <a:spAutoFit/>
          </a:bodyPr>
          <a:lstStyle/>
          <a:p>
            <a:r>
              <a:rPr lang="en-US" sz="485" dirty="0"/>
              <a:t>28</a:t>
            </a:r>
          </a:p>
        </p:txBody>
      </p:sp>
    </p:spTree>
    <p:extLst>
      <p:ext uri="{BB962C8B-B14F-4D97-AF65-F5344CB8AC3E}">
        <p14:creationId xmlns:p14="http://schemas.microsoft.com/office/powerpoint/2010/main" val="2305596527"/>
      </p:ext>
    </p:extLst>
  </p:cSld>
  <p:clrMapOvr>
    <a:masterClrMapping/>
  </p:clrMapOvr>
</p:sld>
</file>

<file path=ppt/theme/theme1.xml><?xml version="1.0" encoding="utf-8"?>
<a:theme xmlns:a="http://schemas.openxmlformats.org/drawingml/2006/main" name="2_NCOC Template">
  <a:themeElements>
    <a:clrScheme name="NCOC Template">
      <a:dk1>
        <a:sysClr val="windowText" lastClr="000000"/>
      </a:dk1>
      <a:lt1>
        <a:sysClr val="window" lastClr="FFFFFF"/>
      </a:lt1>
      <a:dk2>
        <a:srgbClr val="1F497D"/>
      </a:dk2>
      <a:lt2>
        <a:srgbClr val="EEECE1"/>
      </a:lt2>
      <a:accent1>
        <a:srgbClr val="008BCB"/>
      </a:accent1>
      <a:accent2>
        <a:srgbClr val="FDC600"/>
      </a:accent2>
      <a:accent3>
        <a:srgbClr val="575756"/>
      </a:accent3>
      <a:accent4>
        <a:srgbClr val="8064A2"/>
      </a:accent4>
      <a:accent5>
        <a:srgbClr val="4BACC6"/>
      </a:accent5>
      <a:accent6>
        <a:srgbClr val="F79646"/>
      </a:accent6>
      <a:hlink>
        <a:srgbClr val="008FD1"/>
      </a:hlink>
      <a:folHlink>
        <a:srgbClr val="800080"/>
      </a:folHlink>
    </a:clrScheme>
    <a:fontScheme name="NCOC Template">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COC_Presentation template_FINAL INTERNAL.pptx" id="{3FFCA79B-523E-477A-9461-5C424786D3FB}" vid="{363998E6-83F6-4B7B-8600-3EFFA2B5692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06041c2f-8daa-46cd-b1d1-5aab0cf4f76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90EED305D182F45849F8A3A9854EBA3" ma:contentTypeVersion="5" ma:contentTypeDescription="Create a new document." ma:contentTypeScope="" ma:versionID="cb65ba2f1ee67cc46ad8d0ef9c8b8fa5">
  <xsd:schema xmlns:xsd="http://www.w3.org/2001/XMLSchema" xmlns:xs="http://www.w3.org/2001/XMLSchema" xmlns:p="http://schemas.microsoft.com/office/2006/metadata/properties" xmlns:ns3="06041c2f-8daa-46cd-b1d1-5aab0cf4f768" targetNamespace="http://schemas.microsoft.com/office/2006/metadata/properties" ma:root="true" ma:fieldsID="aeec6dd5dff86344e7a574f02595b4d7" ns3:_="">
    <xsd:import namespace="06041c2f-8daa-46cd-b1d1-5aab0cf4f76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6041c2f-8daa-46cd-b1d1-5aab0cf4f76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040FF51-9CD7-41D8-B7F7-3EE043C81F7A}">
  <ds:schemaRefs>
    <ds:schemaRef ds:uri="http://www.w3.org/XML/1998/namespace"/>
    <ds:schemaRef ds:uri="http://purl.org/dc/elements/1.1/"/>
    <ds:schemaRef ds:uri="http://schemas.microsoft.com/office/2006/documentManagement/types"/>
    <ds:schemaRef ds:uri="http://purl.org/dc/dcmitype/"/>
    <ds:schemaRef ds:uri="http://schemas.microsoft.com/office/infopath/2007/PartnerControls"/>
    <ds:schemaRef ds:uri="http://purl.org/dc/terms/"/>
    <ds:schemaRef ds:uri="http://schemas.openxmlformats.org/package/2006/metadata/core-properties"/>
    <ds:schemaRef ds:uri="06041c2f-8daa-46cd-b1d1-5aab0cf4f768"/>
    <ds:schemaRef ds:uri="http://schemas.microsoft.com/office/2006/metadata/properties"/>
  </ds:schemaRefs>
</ds:datastoreItem>
</file>

<file path=customXml/itemProps2.xml><?xml version="1.0" encoding="utf-8"?>
<ds:datastoreItem xmlns:ds="http://schemas.openxmlformats.org/officeDocument/2006/customXml" ds:itemID="{8105AEFB-5AB6-42D8-BB62-61CFFBD7C68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6041c2f-8daa-46cd-b1d1-5aab0cf4f76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1420F6D-6B73-4B83-8B0D-D3361814E9E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5141</TotalTime>
  <Words>1140</Words>
  <Application>Microsoft Office PowerPoint</Application>
  <PresentationFormat>Widescreen</PresentationFormat>
  <Paragraphs>247</Paragraphs>
  <Slides>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Aptos</vt:lpstr>
      <vt:lpstr>Arial</vt:lpstr>
      <vt:lpstr>Calibri</vt:lpstr>
      <vt:lpstr>Segoe UI</vt:lpstr>
      <vt:lpstr>Segoe UI Black</vt:lpstr>
      <vt:lpstr>Times New Roman</vt:lpstr>
      <vt:lpstr>2_NCOC Template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Bimurzina, Aigerim (EXT) [AT]</dc:creator>
  <cp:lastModifiedBy>Akhmetova, Pakizat [AT]</cp:lastModifiedBy>
  <cp:revision>84</cp:revision>
  <dcterms:created xsi:type="dcterms:W3CDTF">2025-06-18T11:02:17Z</dcterms:created>
  <dcterms:modified xsi:type="dcterms:W3CDTF">2026-03-17T11:58:25Z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d13b463-13fe-4d23-bee6-0f248aba936e_Enabled">
    <vt:lpwstr>true</vt:lpwstr>
  </property>
  <property fmtid="{D5CDD505-2E9C-101B-9397-08002B2CF9AE}" pid="3" name="MSIP_Label_8d13b463-13fe-4d23-bee6-0f248aba936e_SetDate">
    <vt:lpwstr>2025-06-18T11:05:56Z</vt:lpwstr>
  </property>
  <property fmtid="{D5CDD505-2E9C-101B-9397-08002B2CF9AE}" pid="4" name="MSIP_Label_8d13b463-13fe-4d23-bee6-0f248aba936e_Method">
    <vt:lpwstr>Standard</vt:lpwstr>
  </property>
  <property fmtid="{D5CDD505-2E9C-101B-9397-08002B2CF9AE}" pid="5" name="MSIP_Label_8d13b463-13fe-4d23-bee6-0f248aba936e_Name">
    <vt:lpwstr>Internal</vt:lpwstr>
  </property>
  <property fmtid="{D5CDD505-2E9C-101B-9397-08002B2CF9AE}" pid="6" name="MSIP_Label_8d13b463-13fe-4d23-bee6-0f248aba936e_SiteId">
    <vt:lpwstr>eeb11a4c-615f-4481-b09f-327260659e37</vt:lpwstr>
  </property>
  <property fmtid="{D5CDD505-2E9C-101B-9397-08002B2CF9AE}" pid="7" name="MSIP_Label_8d13b463-13fe-4d23-bee6-0f248aba936e_ActionId">
    <vt:lpwstr>9454b50a-1e26-4dd4-b420-c43cc49cbe9e</vt:lpwstr>
  </property>
  <property fmtid="{D5CDD505-2E9C-101B-9397-08002B2CF9AE}" pid="8" name="MSIP_Label_8d13b463-13fe-4d23-bee6-0f248aba936e_ContentBits">
    <vt:lpwstr>0</vt:lpwstr>
  </property>
  <property fmtid="{D5CDD505-2E9C-101B-9397-08002B2CF9AE}" pid="9" name="ContentTypeId">
    <vt:lpwstr>0x010100A90EED305D182F45849F8A3A9854EBA3</vt:lpwstr>
  </property>
</Properties>
</file>